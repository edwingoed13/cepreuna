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53"/>
  </p:notesMasterIdLst>
  <p:sldIdLst>
    <p:sldId id="256" r:id="rId3"/>
    <p:sldId id="287" r:id="rId4"/>
    <p:sldId id="332" r:id="rId5"/>
    <p:sldId id="333" r:id="rId6"/>
    <p:sldId id="334" r:id="rId7"/>
    <p:sldId id="335" r:id="rId8"/>
    <p:sldId id="257" r:id="rId9"/>
    <p:sldId id="299" r:id="rId10"/>
    <p:sldId id="338" r:id="rId11"/>
    <p:sldId id="339" r:id="rId12"/>
    <p:sldId id="336" r:id="rId13"/>
    <p:sldId id="300" r:id="rId14"/>
    <p:sldId id="297" r:id="rId15"/>
    <p:sldId id="295" r:id="rId16"/>
    <p:sldId id="331" r:id="rId17"/>
    <p:sldId id="298" r:id="rId18"/>
    <p:sldId id="326" r:id="rId19"/>
    <p:sldId id="258" r:id="rId20"/>
    <p:sldId id="264" r:id="rId21"/>
    <p:sldId id="265" r:id="rId22"/>
    <p:sldId id="263" r:id="rId23"/>
    <p:sldId id="259" r:id="rId24"/>
    <p:sldId id="330" r:id="rId25"/>
    <p:sldId id="260" r:id="rId26"/>
    <p:sldId id="267" r:id="rId27"/>
    <p:sldId id="269" r:id="rId28"/>
    <p:sldId id="268" r:id="rId29"/>
    <p:sldId id="293" r:id="rId30"/>
    <p:sldId id="291" r:id="rId31"/>
    <p:sldId id="328" r:id="rId32"/>
    <p:sldId id="277" r:id="rId33"/>
    <p:sldId id="278" r:id="rId34"/>
    <p:sldId id="281" r:id="rId35"/>
    <p:sldId id="329" r:id="rId36"/>
    <p:sldId id="306" r:id="rId37"/>
    <p:sldId id="308" r:id="rId38"/>
    <p:sldId id="322" r:id="rId39"/>
    <p:sldId id="323" r:id="rId40"/>
    <p:sldId id="325" r:id="rId41"/>
    <p:sldId id="276" r:id="rId42"/>
    <p:sldId id="317" r:id="rId43"/>
    <p:sldId id="318" r:id="rId44"/>
    <p:sldId id="275" r:id="rId45"/>
    <p:sldId id="280" r:id="rId46"/>
    <p:sldId id="319" r:id="rId47"/>
    <p:sldId id="320" r:id="rId48"/>
    <p:sldId id="321" r:id="rId49"/>
    <p:sldId id="340" r:id="rId50"/>
    <p:sldId id="341" r:id="rId51"/>
    <p:sldId id="342" r:id="rId52"/>
  </p:sldIdLst>
  <p:sldSz cx="10080625" cy="5670550"/>
  <p:notesSz cx="7559675" cy="10691813"/>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51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Víctor Velásquez Silva" userId="6d1ca4d04adc0442" providerId="LiveId" clId="{ACCA776B-9814-490A-8890-B0C7584B59DB}"/>
    <pc:docChg chg="undo redo custSel addSld delSld modSld">
      <pc:chgData name="David Víctor Velásquez Silva" userId="6d1ca4d04adc0442" providerId="LiveId" clId="{ACCA776B-9814-490A-8890-B0C7584B59DB}" dt="2026-02-20T19:15:09.414" v="113" actId="47"/>
      <pc:docMkLst>
        <pc:docMk/>
      </pc:docMkLst>
      <pc:sldChg chg="modSp mod">
        <pc:chgData name="David Víctor Velásquez Silva" userId="6d1ca4d04adc0442" providerId="LiveId" clId="{ACCA776B-9814-490A-8890-B0C7584B59DB}" dt="2026-02-20T14:18:02.412" v="23" actId="20577"/>
        <pc:sldMkLst>
          <pc:docMk/>
          <pc:sldMk cId="0" sldId="256"/>
        </pc:sldMkLst>
        <pc:spChg chg="mod">
          <ac:chgData name="David Víctor Velásquez Silva" userId="6d1ca4d04adc0442" providerId="LiveId" clId="{ACCA776B-9814-490A-8890-B0C7584B59DB}" dt="2026-02-20T14:18:02.412" v="23" actId="20577"/>
          <ac:spMkLst>
            <pc:docMk/>
            <pc:sldMk cId="0" sldId="256"/>
            <ac:spMk id="89" creationId="{00000000-0000-0000-0000-000000000000}"/>
          </ac:spMkLst>
        </pc:spChg>
      </pc:sldChg>
      <pc:sldChg chg="modSp mod">
        <pc:chgData name="David Víctor Velásquez Silva" userId="6d1ca4d04adc0442" providerId="LiveId" clId="{ACCA776B-9814-490A-8890-B0C7584B59DB}" dt="2026-02-20T14:20:40.375" v="36" actId="20577"/>
        <pc:sldMkLst>
          <pc:docMk/>
          <pc:sldMk cId="1728335023" sldId="260"/>
        </pc:sldMkLst>
        <pc:spChg chg="mod">
          <ac:chgData name="David Víctor Velásquez Silva" userId="6d1ca4d04adc0442" providerId="LiveId" clId="{ACCA776B-9814-490A-8890-B0C7584B59DB}" dt="2026-02-20T14:20:40.375" v="36" actId="20577"/>
          <ac:spMkLst>
            <pc:docMk/>
            <pc:sldMk cId="1728335023" sldId="260"/>
            <ac:spMk id="2" creationId="{00000000-0000-0000-0000-000000000000}"/>
          </ac:spMkLst>
        </pc:spChg>
      </pc:sldChg>
      <pc:sldChg chg="modSp mod">
        <pc:chgData name="David Víctor Velásquez Silva" userId="6d1ca4d04adc0442" providerId="LiveId" clId="{ACCA776B-9814-490A-8890-B0C7584B59DB}" dt="2026-02-20T14:22:03.772" v="102" actId="20577"/>
        <pc:sldMkLst>
          <pc:docMk/>
          <pc:sldMk cId="1257983704" sldId="287"/>
        </pc:sldMkLst>
        <pc:spChg chg="mod">
          <ac:chgData name="David Víctor Velásquez Silva" userId="6d1ca4d04adc0442" providerId="LiveId" clId="{ACCA776B-9814-490A-8890-B0C7584B59DB}" dt="2026-02-20T14:22:03.772" v="102" actId="20577"/>
          <ac:spMkLst>
            <pc:docMk/>
            <pc:sldMk cId="1257983704" sldId="287"/>
            <ac:spMk id="3" creationId="{00000000-0000-0000-0000-000000000000}"/>
          </ac:spMkLst>
        </pc:spChg>
      </pc:sldChg>
      <pc:sldChg chg="del">
        <pc:chgData name="David Víctor Velásquez Silva" userId="6d1ca4d04adc0442" providerId="LiveId" clId="{ACCA776B-9814-490A-8890-B0C7584B59DB}" dt="2026-02-20T15:18:31.472" v="111" actId="47"/>
        <pc:sldMkLst>
          <pc:docMk/>
          <pc:sldMk cId="1735922008" sldId="290"/>
        </pc:sldMkLst>
      </pc:sldChg>
      <pc:sldChg chg="del">
        <pc:chgData name="David Víctor Velásquez Silva" userId="6d1ca4d04adc0442" providerId="LiveId" clId="{ACCA776B-9814-490A-8890-B0C7584B59DB}" dt="2026-02-20T14:23:51.692" v="103" actId="47"/>
        <pc:sldMkLst>
          <pc:docMk/>
          <pc:sldMk cId="1181787976" sldId="301"/>
        </pc:sldMkLst>
      </pc:sldChg>
      <pc:sldChg chg="del">
        <pc:chgData name="David Víctor Velásquez Silva" userId="6d1ca4d04adc0442" providerId="LiveId" clId="{ACCA776B-9814-490A-8890-B0C7584B59DB}" dt="2026-02-20T14:23:51.692" v="103" actId="47"/>
        <pc:sldMkLst>
          <pc:docMk/>
          <pc:sldMk cId="2774634444" sldId="302"/>
        </pc:sldMkLst>
      </pc:sldChg>
      <pc:sldChg chg="del">
        <pc:chgData name="David Víctor Velásquez Silva" userId="6d1ca4d04adc0442" providerId="LiveId" clId="{ACCA776B-9814-490A-8890-B0C7584B59DB}" dt="2026-02-20T19:08:52.468" v="112" actId="47"/>
        <pc:sldMkLst>
          <pc:docMk/>
          <pc:sldMk cId="4158001036" sldId="303"/>
        </pc:sldMkLst>
      </pc:sldChg>
      <pc:sldChg chg="del">
        <pc:chgData name="David Víctor Velásquez Silva" userId="6d1ca4d04adc0442" providerId="LiveId" clId="{ACCA776B-9814-490A-8890-B0C7584B59DB}" dt="2026-02-20T14:24:22.092" v="104" actId="47"/>
        <pc:sldMkLst>
          <pc:docMk/>
          <pc:sldMk cId="4253262857" sldId="304"/>
        </pc:sldMkLst>
      </pc:sldChg>
      <pc:sldChg chg="del">
        <pc:chgData name="David Víctor Velásquez Silva" userId="6d1ca4d04adc0442" providerId="LiveId" clId="{ACCA776B-9814-490A-8890-B0C7584B59DB}" dt="2026-02-20T14:24:22.092" v="104" actId="47"/>
        <pc:sldMkLst>
          <pc:docMk/>
          <pc:sldMk cId="3269083370" sldId="305"/>
        </pc:sldMkLst>
      </pc:sldChg>
      <pc:sldChg chg="modSp del mod">
        <pc:chgData name="David Víctor Velásquez Silva" userId="6d1ca4d04adc0442" providerId="LiveId" clId="{ACCA776B-9814-490A-8890-B0C7584B59DB}" dt="2026-02-20T14:24:28.491" v="105" actId="47"/>
        <pc:sldMkLst>
          <pc:docMk/>
          <pc:sldMk cId="1499738455" sldId="307"/>
        </pc:sldMkLst>
        <pc:spChg chg="mod">
          <ac:chgData name="David Víctor Velásquez Silva" userId="6d1ca4d04adc0442" providerId="LiveId" clId="{ACCA776B-9814-490A-8890-B0C7584B59DB}" dt="2026-02-20T14:20:52.511" v="48" actId="20577"/>
          <ac:spMkLst>
            <pc:docMk/>
            <pc:sldMk cId="1499738455" sldId="307"/>
            <ac:spMk id="3" creationId="{00000000-0000-0000-0000-000000000000}"/>
          </ac:spMkLst>
        </pc:spChg>
      </pc:sldChg>
      <pc:sldChg chg="del">
        <pc:chgData name="David Víctor Velásquez Silva" userId="6d1ca4d04adc0442" providerId="LiveId" clId="{ACCA776B-9814-490A-8890-B0C7584B59DB}" dt="2026-02-20T14:24:39.284" v="106" actId="47"/>
        <pc:sldMkLst>
          <pc:docMk/>
          <pc:sldMk cId="1725686556" sldId="309"/>
        </pc:sldMkLst>
      </pc:sldChg>
      <pc:sldChg chg="del">
        <pc:chgData name="David Víctor Velásquez Silva" userId="6d1ca4d04adc0442" providerId="LiveId" clId="{ACCA776B-9814-490A-8890-B0C7584B59DB}" dt="2026-02-20T14:24:43.766" v="107" actId="47"/>
        <pc:sldMkLst>
          <pc:docMk/>
          <pc:sldMk cId="3985087017" sldId="310"/>
        </pc:sldMkLst>
      </pc:sldChg>
      <pc:sldChg chg="add del">
        <pc:chgData name="David Víctor Velásquez Silva" userId="6d1ca4d04adc0442" providerId="LiveId" clId="{ACCA776B-9814-490A-8890-B0C7584B59DB}" dt="2026-02-20T14:25:47.732" v="110" actId="2696"/>
        <pc:sldMkLst>
          <pc:docMk/>
          <pc:sldMk cId="4274462476" sldId="311"/>
        </pc:sldMkLst>
      </pc:sldChg>
      <pc:sldChg chg="add del">
        <pc:chgData name="David Víctor Velásquez Silva" userId="6d1ca4d04adc0442" providerId="LiveId" clId="{ACCA776B-9814-490A-8890-B0C7584B59DB}" dt="2026-02-20T14:25:47.732" v="110" actId="2696"/>
        <pc:sldMkLst>
          <pc:docMk/>
          <pc:sldMk cId="84979362" sldId="312"/>
        </pc:sldMkLst>
      </pc:sldChg>
      <pc:sldChg chg="del">
        <pc:chgData name="David Víctor Velásquez Silva" userId="6d1ca4d04adc0442" providerId="LiveId" clId="{ACCA776B-9814-490A-8890-B0C7584B59DB}" dt="2026-02-20T14:25:47.732" v="110" actId="2696"/>
        <pc:sldMkLst>
          <pc:docMk/>
          <pc:sldMk cId="3540616617" sldId="313"/>
        </pc:sldMkLst>
      </pc:sldChg>
      <pc:sldChg chg="del">
        <pc:chgData name="David Víctor Velásquez Silva" userId="6d1ca4d04adc0442" providerId="LiveId" clId="{ACCA776B-9814-490A-8890-B0C7584B59DB}" dt="2026-02-20T14:25:47.732" v="110" actId="2696"/>
        <pc:sldMkLst>
          <pc:docMk/>
          <pc:sldMk cId="685388909" sldId="314"/>
        </pc:sldMkLst>
      </pc:sldChg>
      <pc:sldChg chg="del">
        <pc:chgData name="David Víctor Velásquez Silva" userId="6d1ca4d04adc0442" providerId="LiveId" clId="{ACCA776B-9814-490A-8890-B0C7584B59DB}" dt="2026-02-20T14:25:47.732" v="110" actId="2696"/>
        <pc:sldMkLst>
          <pc:docMk/>
          <pc:sldMk cId="3888552236" sldId="315"/>
        </pc:sldMkLst>
      </pc:sldChg>
      <pc:sldChg chg="del">
        <pc:chgData name="David Víctor Velásquez Silva" userId="6d1ca4d04adc0442" providerId="LiveId" clId="{ACCA776B-9814-490A-8890-B0C7584B59DB}" dt="2026-02-20T14:25:47.732" v="110" actId="2696"/>
        <pc:sldMkLst>
          <pc:docMk/>
          <pc:sldMk cId="2415572455" sldId="316"/>
        </pc:sldMkLst>
      </pc:sldChg>
      <pc:sldChg chg="del">
        <pc:chgData name="David Víctor Velásquez Silva" userId="6d1ca4d04adc0442" providerId="LiveId" clId="{ACCA776B-9814-490A-8890-B0C7584B59DB}" dt="2026-02-20T19:15:09.414" v="113" actId="47"/>
        <pc:sldMkLst>
          <pc:docMk/>
          <pc:sldMk cId="4095903481" sldId="324"/>
        </pc:sldMkLst>
      </pc:sldChg>
      <pc:sldChg chg="del">
        <pc:chgData name="David Víctor Velásquez Silva" userId="6d1ca4d04adc0442" providerId="LiveId" clId="{ACCA776B-9814-490A-8890-B0C7584B59DB}" dt="2026-02-20T14:18:55.323" v="24" actId="47"/>
        <pc:sldMkLst>
          <pc:docMk/>
          <pc:sldMk cId="0" sldId="337"/>
        </pc:sldMkLst>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sites.minedu.gob.pe/curriculonacional/" TargetMode="External"/></Relationships>
</file>

<file path=ppt/diagrams/_rels/data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1" Type="http://schemas.openxmlformats.org/officeDocument/2006/relationships/hyperlink" Target="https://sites.minedu.gob.pe/curriculonacional/" TargetMode="External"/></Relationships>
</file>

<file path=ppt/diagrams/_rels/drawing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7207AC-9DB2-462B-980A-3E62F69213FE}" type="doc">
      <dgm:prSet loTypeId="urn:microsoft.com/office/officeart/2005/8/layout/vList2" loCatId="list" qsTypeId="urn:microsoft.com/office/officeart/2005/8/quickstyle/simple1" qsCatId="simple" csTypeId="urn:microsoft.com/office/officeart/2005/8/colors/accent3_1" csCatId="accent3" phldr="1"/>
      <dgm:spPr/>
      <dgm:t>
        <a:bodyPr/>
        <a:lstStyle/>
        <a:p>
          <a:endParaRPr lang="es-PE"/>
        </a:p>
      </dgm:t>
    </dgm:pt>
    <dgm:pt modelId="{67F371AF-A70E-4598-9D14-CD6616C94D76}">
      <dgm:prSet custT="1"/>
      <dgm:spPr/>
      <dgm:t>
        <a:bodyPr/>
        <a:lstStyle/>
        <a:p>
          <a:pPr algn="ctr"/>
          <a:r>
            <a:rPr lang="es-ES" sz="2400" b="0" i="0" dirty="0"/>
            <a:t>Es la facultad que tiene una persona de combinar un conjunto de capacidades a fin de lograr un propósito específico en una situación determinada, actuando de manera pertinente y con sentido ético.</a:t>
          </a:r>
        </a:p>
        <a:p>
          <a:pPr algn="ctr"/>
          <a:endParaRPr lang="es-ES" sz="2800" b="0" i="0" dirty="0"/>
        </a:p>
        <a:p>
          <a:pPr algn="r"/>
          <a:r>
            <a:rPr lang="es-ES" sz="1800" b="0" i="0" dirty="0"/>
            <a:t>Ministerio de Educación, Currículo escolar. Disponible en </a:t>
          </a:r>
          <a:r>
            <a:rPr lang="es-PE" sz="1800" b="0" i="0" dirty="0">
              <a:hlinkClick xmlns:r="http://schemas.openxmlformats.org/officeDocument/2006/relationships" r:id="rId1"/>
            </a:rPr>
            <a:t>https://sites.minedu.gob.pe/curriculonacional/</a:t>
          </a:r>
          <a:endParaRPr lang="es-ES" sz="2800" b="0" i="0" dirty="0"/>
        </a:p>
        <a:p>
          <a:pPr algn="ctr"/>
          <a:endParaRPr lang="es-PE" sz="2800" dirty="0"/>
        </a:p>
      </dgm:t>
    </dgm:pt>
    <dgm:pt modelId="{5FEF633A-E83F-41C7-AF86-16BD438D7B39}" type="parTrans" cxnId="{0CA16DFC-3457-46F2-A0FC-DB819794C214}">
      <dgm:prSet/>
      <dgm:spPr/>
      <dgm:t>
        <a:bodyPr/>
        <a:lstStyle/>
        <a:p>
          <a:endParaRPr lang="es-PE"/>
        </a:p>
      </dgm:t>
    </dgm:pt>
    <dgm:pt modelId="{D3AF8751-23BE-410D-A7BB-33EF762CA0DE}" type="sibTrans" cxnId="{0CA16DFC-3457-46F2-A0FC-DB819794C214}">
      <dgm:prSet/>
      <dgm:spPr/>
      <dgm:t>
        <a:bodyPr/>
        <a:lstStyle/>
        <a:p>
          <a:endParaRPr lang="es-PE"/>
        </a:p>
      </dgm:t>
    </dgm:pt>
    <dgm:pt modelId="{912E9E69-E4DF-460F-90FC-4B3141288010}" type="pres">
      <dgm:prSet presAssocID="{687207AC-9DB2-462B-980A-3E62F69213FE}" presName="linear" presStyleCnt="0">
        <dgm:presLayoutVars>
          <dgm:animLvl val="lvl"/>
          <dgm:resizeHandles val="exact"/>
        </dgm:presLayoutVars>
      </dgm:prSet>
      <dgm:spPr/>
    </dgm:pt>
    <dgm:pt modelId="{CBC09384-30A4-4A12-8609-BE7C0317299B}" type="pres">
      <dgm:prSet presAssocID="{67F371AF-A70E-4598-9D14-CD6616C94D76}" presName="parentText" presStyleLbl="node1" presStyleIdx="0" presStyleCnt="1">
        <dgm:presLayoutVars>
          <dgm:chMax val="0"/>
          <dgm:bulletEnabled val="1"/>
        </dgm:presLayoutVars>
      </dgm:prSet>
      <dgm:spPr/>
    </dgm:pt>
  </dgm:ptLst>
  <dgm:cxnLst>
    <dgm:cxn modelId="{29A6A46F-2087-4ECC-9273-7334C89F7D2F}" type="presOf" srcId="{67F371AF-A70E-4598-9D14-CD6616C94D76}" destId="{CBC09384-30A4-4A12-8609-BE7C0317299B}" srcOrd="0" destOrd="0" presId="urn:microsoft.com/office/officeart/2005/8/layout/vList2"/>
    <dgm:cxn modelId="{8CD6837F-4BDF-4A7F-80AA-0DA3AE7E7DFB}" type="presOf" srcId="{687207AC-9DB2-462B-980A-3E62F69213FE}" destId="{912E9E69-E4DF-460F-90FC-4B3141288010}" srcOrd="0" destOrd="0" presId="urn:microsoft.com/office/officeart/2005/8/layout/vList2"/>
    <dgm:cxn modelId="{0CA16DFC-3457-46F2-A0FC-DB819794C214}" srcId="{687207AC-9DB2-462B-980A-3E62F69213FE}" destId="{67F371AF-A70E-4598-9D14-CD6616C94D76}" srcOrd="0" destOrd="0" parTransId="{5FEF633A-E83F-41C7-AF86-16BD438D7B39}" sibTransId="{D3AF8751-23BE-410D-A7BB-33EF762CA0DE}"/>
    <dgm:cxn modelId="{75F1A54D-01EF-41C2-8BD3-DC3DA97C174C}" type="presParOf" srcId="{912E9E69-E4DF-460F-90FC-4B3141288010}" destId="{CBC09384-30A4-4A12-8609-BE7C0317299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20CED5-C8F7-40F2-8726-6D4C1D8C06F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s-PE"/>
        </a:p>
      </dgm:t>
    </dgm:pt>
    <dgm:pt modelId="{4015354F-0E29-4F07-816F-3ABE0E168C10}">
      <dgm:prSet/>
      <dgm:spPr/>
      <dgm:t>
        <a:bodyPr/>
        <a:lstStyle/>
        <a:p>
          <a:pPr>
            <a:lnSpc>
              <a:spcPct val="100000"/>
            </a:lnSpc>
          </a:pPr>
          <a:r>
            <a:rPr lang="es-ES" b="0" i="0" dirty="0"/>
            <a:t>Supone comprender la situación que se debe afrontar y evaluar las posibilidades que se tiene para resolverla:</a:t>
          </a:r>
          <a:endParaRPr lang="es-PE" dirty="0"/>
        </a:p>
      </dgm:t>
    </dgm:pt>
    <dgm:pt modelId="{1737C08E-5E20-4C90-86D2-217270C0AC83}" type="parTrans" cxnId="{25F78D57-3472-4C9A-A174-2B8F5443CDA0}">
      <dgm:prSet/>
      <dgm:spPr/>
      <dgm:t>
        <a:bodyPr/>
        <a:lstStyle/>
        <a:p>
          <a:endParaRPr lang="es-PE"/>
        </a:p>
      </dgm:t>
    </dgm:pt>
    <dgm:pt modelId="{2B39495A-A57D-4AC1-86BA-DC3CCA24C429}" type="sibTrans" cxnId="{25F78D57-3472-4C9A-A174-2B8F5443CDA0}">
      <dgm:prSet/>
      <dgm:spPr/>
      <dgm:t>
        <a:bodyPr/>
        <a:lstStyle/>
        <a:p>
          <a:endParaRPr lang="es-PE"/>
        </a:p>
      </dgm:t>
    </dgm:pt>
    <dgm:pt modelId="{1708528B-F1E0-4B44-BAA1-2E0EE3FC7846}">
      <dgm:prSet/>
      <dgm:spPr/>
      <dgm:t>
        <a:bodyPr/>
        <a:lstStyle/>
        <a:p>
          <a:pPr>
            <a:lnSpc>
              <a:spcPct val="100000"/>
            </a:lnSpc>
          </a:pPr>
          <a:r>
            <a:rPr lang="es-ES" b="0" i="0" dirty="0"/>
            <a:t>a) identificar los conocimientos y habilidades que uno posee o que están disponibles en el entorno; </a:t>
          </a:r>
          <a:endParaRPr lang="es-PE" dirty="0"/>
        </a:p>
      </dgm:t>
    </dgm:pt>
    <dgm:pt modelId="{485EBA00-A0BD-4E70-B522-F83A360DAEDD}" type="parTrans" cxnId="{7EE4634C-CAB8-4293-BEC0-1E6C5CC69E2F}">
      <dgm:prSet/>
      <dgm:spPr/>
      <dgm:t>
        <a:bodyPr/>
        <a:lstStyle/>
        <a:p>
          <a:endParaRPr lang="es-PE"/>
        </a:p>
      </dgm:t>
    </dgm:pt>
    <dgm:pt modelId="{94C11DF5-D668-4FF0-AC60-154DE34F64A3}" type="sibTrans" cxnId="{7EE4634C-CAB8-4293-BEC0-1E6C5CC69E2F}">
      <dgm:prSet/>
      <dgm:spPr/>
      <dgm:t>
        <a:bodyPr/>
        <a:lstStyle/>
        <a:p>
          <a:endParaRPr lang="es-PE"/>
        </a:p>
      </dgm:t>
    </dgm:pt>
    <dgm:pt modelId="{EF9B9C66-6D63-45E2-8C53-BCD56FE9DF85}">
      <dgm:prSet/>
      <dgm:spPr/>
      <dgm:t>
        <a:bodyPr/>
        <a:lstStyle/>
        <a:p>
          <a:pPr>
            <a:lnSpc>
              <a:spcPct val="100000"/>
            </a:lnSpc>
          </a:pPr>
          <a:r>
            <a:rPr lang="es-ES" b="0" i="0" dirty="0"/>
            <a:t>b) analizar las combinaciones más pertinentes a la situación y al propósito, para luego tomar decisiones; y,</a:t>
          </a:r>
          <a:endParaRPr lang="es-PE" dirty="0"/>
        </a:p>
      </dgm:t>
    </dgm:pt>
    <dgm:pt modelId="{CE75CC9A-EAE5-4BD2-A9A0-4DF1BB8100FC}" type="parTrans" cxnId="{8DD1385E-7985-46DC-B2EC-C7BBA2D456C9}">
      <dgm:prSet/>
      <dgm:spPr/>
      <dgm:t>
        <a:bodyPr/>
        <a:lstStyle/>
        <a:p>
          <a:endParaRPr lang="es-PE"/>
        </a:p>
      </dgm:t>
    </dgm:pt>
    <dgm:pt modelId="{283A0575-1195-4320-8819-1C3336265F9E}" type="sibTrans" cxnId="{8DD1385E-7985-46DC-B2EC-C7BBA2D456C9}">
      <dgm:prSet/>
      <dgm:spPr/>
      <dgm:t>
        <a:bodyPr/>
        <a:lstStyle/>
        <a:p>
          <a:endParaRPr lang="es-PE"/>
        </a:p>
      </dgm:t>
    </dgm:pt>
    <dgm:pt modelId="{B835FB35-9139-4B08-8FCB-22CF6EB539AB}">
      <dgm:prSet/>
      <dgm:spPr/>
      <dgm:t>
        <a:bodyPr/>
        <a:lstStyle/>
        <a:p>
          <a:pPr>
            <a:lnSpc>
              <a:spcPct val="100000"/>
            </a:lnSpc>
          </a:pPr>
          <a:r>
            <a:rPr lang="es-ES" b="0" i="0" dirty="0"/>
            <a:t>c) ejecutar o poner en acción la combinación seleccionada. </a:t>
          </a:r>
          <a:endParaRPr lang="es-PE" dirty="0"/>
        </a:p>
      </dgm:t>
    </dgm:pt>
    <dgm:pt modelId="{04DFB589-8894-4B68-8D5D-3AA80B6343B2}" type="parTrans" cxnId="{EE83F0AF-154F-42C2-9A06-19CDDDA8AB3F}">
      <dgm:prSet/>
      <dgm:spPr/>
      <dgm:t>
        <a:bodyPr/>
        <a:lstStyle/>
        <a:p>
          <a:endParaRPr lang="es-PE"/>
        </a:p>
      </dgm:t>
    </dgm:pt>
    <dgm:pt modelId="{A7D706DA-F28F-4DC4-8D74-CB8D82272553}" type="sibTrans" cxnId="{EE83F0AF-154F-42C2-9A06-19CDDDA8AB3F}">
      <dgm:prSet/>
      <dgm:spPr/>
      <dgm:t>
        <a:bodyPr/>
        <a:lstStyle/>
        <a:p>
          <a:endParaRPr lang="es-PE"/>
        </a:p>
      </dgm:t>
    </dgm:pt>
    <dgm:pt modelId="{5934938F-6DFC-4428-B132-78065283EAA7}" type="pres">
      <dgm:prSet presAssocID="{2D20CED5-C8F7-40F2-8726-6D4C1D8C06F8}" presName="root" presStyleCnt="0">
        <dgm:presLayoutVars>
          <dgm:dir/>
          <dgm:resizeHandles val="exact"/>
        </dgm:presLayoutVars>
      </dgm:prSet>
      <dgm:spPr/>
    </dgm:pt>
    <dgm:pt modelId="{1E59E155-D070-4D68-81FE-7BD949203119}" type="pres">
      <dgm:prSet presAssocID="{4015354F-0E29-4F07-816F-3ABE0E168C10}" presName="compNode" presStyleCnt="0"/>
      <dgm:spPr/>
    </dgm:pt>
    <dgm:pt modelId="{882EFB3F-9DB1-4717-BC65-E0F4ACAF79CA}" type="pres">
      <dgm:prSet presAssocID="{4015354F-0E29-4F07-816F-3ABE0E168C10}" presName="bgRect" presStyleLbl="bgShp" presStyleIdx="0" presStyleCnt="4"/>
      <dgm:spPr/>
    </dgm:pt>
    <dgm:pt modelId="{FEB428B0-4870-48A3-837F-E83F69462BD6}" type="pres">
      <dgm:prSet presAssocID="{4015354F-0E29-4F07-816F-3ABE0E168C1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362707C-C489-452A-9D56-2447295D7FAD}" type="pres">
      <dgm:prSet presAssocID="{4015354F-0E29-4F07-816F-3ABE0E168C10}" presName="spaceRect" presStyleCnt="0"/>
      <dgm:spPr/>
    </dgm:pt>
    <dgm:pt modelId="{E080ACA8-0569-431B-B2B1-5CBF3FDC6EB6}" type="pres">
      <dgm:prSet presAssocID="{4015354F-0E29-4F07-816F-3ABE0E168C10}" presName="parTx" presStyleLbl="revTx" presStyleIdx="0" presStyleCnt="4">
        <dgm:presLayoutVars>
          <dgm:chMax val="0"/>
          <dgm:chPref val="0"/>
        </dgm:presLayoutVars>
      </dgm:prSet>
      <dgm:spPr/>
    </dgm:pt>
    <dgm:pt modelId="{45E74CA5-851F-409B-8D5F-69801EE04E4A}" type="pres">
      <dgm:prSet presAssocID="{2B39495A-A57D-4AC1-86BA-DC3CCA24C429}" presName="sibTrans" presStyleCnt="0"/>
      <dgm:spPr/>
    </dgm:pt>
    <dgm:pt modelId="{00D5C155-51AC-4BC9-BC5E-B5667A50336A}" type="pres">
      <dgm:prSet presAssocID="{1708528B-F1E0-4B44-BAA1-2E0EE3FC7846}" presName="compNode" presStyleCnt="0"/>
      <dgm:spPr/>
    </dgm:pt>
    <dgm:pt modelId="{3DE3029C-D7BB-43C1-805D-E163C0DD3282}" type="pres">
      <dgm:prSet presAssocID="{1708528B-F1E0-4B44-BAA1-2E0EE3FC7846}" presName="bgRect" presStyleLbl="bgShp" presStyleIdx="1" presStyleCnt="4"/>
      <dgm:spPr/>
    </dgm:pt>
    <dgm:pt modelId="{821F592B-71A2-496A-8567-1118DB1A28F8}" type="pres">
      <dgm:prSet presAssocID="{1708528B-F1E0-4B44-BAA1-2E0EE3FC784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ula de clases"/>
        </a:ext>
      </dgm:extLst>
    </dgm:pt>
    <dgm:pt modelId="{89FE1B1B-3104-4670-9042-490E3F1044AA}" type="pres">
      <dgm:prSet presAssocID="{1708528B-F1E0-4B44-BAA1-2E0EE3FC7846}" presName="spaceRect" presStyleCnt="0"/>
      <dgm:spPr/>
    </dgm:pt>
    <dgm:pt modelId="{C89C9F94-9569-4476-ACD2-AD253DC03D9B}" type="pres">
      <dgm:prSet presAssocID="{1708528B-F1E0-4B44-BAA1-2E0EE3FC7846}" presName="parTx" presStyleLbl="revTx" presStyleIdx="1" presStyleCnt="4">
        <dgm:presLayoutVars>
          <dgm:chMax val="0"/>
          <dgm:chPref val="0"/>
        </dgm:presLayoutVars>
      </dgm:prSet>
      <dgm:spPr/>
    </dgm:pt>
    <dgm:pt modelId="{CBE5D8C7-C743-4D91-8EC8-F3A27B914392}" type="pres">
      <dgm:prSet presAssocID="{94C11DF5-D668-4FF0-AC60-154DE34F64A3}" presName="sibTrans" presStyleCnt="0"/>
      <dgm:spPr/>
    </dgm:pt>
    <dgm:pt modelId="{370A5748-E214-4802-BBC7-F356E1383865}" type="pres">
      <dgm:prSet presAssocID="{EF9B9C66-6D63-45E2-8C53-BCD56FE9DF85}" presName="compNode" presStyleCnt="0"/>
      <dgm:spPr/>
    </dgm:pt>
    <dgm:pt modelId="{1332ECBE-E4DF-4855-A106-8153657CFDD3}" type="pres">
      <dgm:prSet presAssocID="{EF9B9C66-6D63-45E2-8C53-BCD56FE9DF85}" presName="bgRect" presStyleLbl="bgShp" presStyleIdx="2" presStyleCnt="4"/>
      <dgm:spPr/>
    </dgm:pt>
    <dgm:pt modelId="{8CA163AB-B7E2-46A9-957F-B45B8A841404}" type="pres">
      <dgm:prSet presAssocID="{EF9B9C66-6D63-45E2-8C53-BCD56FE9DF8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stadísticas"/>
        </a:ext>
      </dgm:extLst>
    </dgm:pt>
    <dgm:pt modelId="{E9853EE0-3D31-426A-8290-F6B5BD7A40FB}" type="pres">
      <dgm:prSet presAssocID="{EF9B9C66-6D63-45E2-8C53-BCD56FE9DF85}" presName="spaceRect" presStyleCnt="0"/>
      <dgm:spPr/>
    </dgm:pt>
    <dgm:pt modelId="{FC050696-3E90-4CDB-9258-EF95719C810D}" type="pres">
      <dgm:prSet presAssocID="{EF9B9C66-6D63-45E2-8C53-BCD56FE9DF85}" presName="parTx" presStyleLbl="revTx" presStyleIdx="2" presStyleCnt="4">
        <dgm:presLayoutVars>
          <dgm:chMax val="0"/>
          <dgm:chPref val="0"/>
        </dgm:presLayoutVars>
      </dgm:prSet>
      <dgm:spPr/>
    </dgm:pt>
    <dgm:pt modelId="{5171CB0E-0B01-479F-A753-876445D10E3E}" type="pres">
      <dgm:prSet presAssocID="{283A0575-1195-4320-8819-1C3336265F9E}" presName="sibTrans" presStyleCnt="0"/>
      <dgm:spPr/>
    </dgm:pt>
    <dgm:pt modelId="{69162303-CE20-47A8-B01B-1E612796795F}" type="pres">
      <dgm:prSet presAssocID="{B835FB35-9139-4B08-8FCB-22CF6EB539AB}" presName="compNode" presStyleCnt="0"/>
      <dgm:spPr/>
    </dgm:pt>
    <dgm:pt modelId="{ADEF916F-A852-44C6-8753-B7D764138D1A}" type="pres">
      <dgm:prSet presAssocID="{B835FB35-9139-4B08-8FCB-22CF6EB539AB}" presName="bgRect" presStyleLbl="bgShp" presStyleIdx="3" presStyleCnt="4"/>
      <dgm:spPr/>
    </dgm:pt>
    <dgm:pt modelId="{30D244F7-0237-4970-A7D4-4E269D1C7732}" type="pres">
      <dgm:prSet presAssocID="{B835FB35-9139-4B08-8FCB-22CF6EB539A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uaderno de estrategias"/>
        </a:ext>
      </dgm:extLst>
    </dgm:pt>
    <dgm:pt modelId="{290A74AA-5FB4-40EB-9045-3206559C1E6F}" type="pres">
      <dgm:prSet presAssocID="{B835FB35-9139-4B08-8FCB-22CF6EB539AB}" presName="spaceRect" presStyleCnt="0"/>
      <dgm:spPr/>
    </dgm:pt>
    <dgm:pt modelId="{DD759C3C-9F6B-4B37-BA9E-DA9FD75287DB}" type="pres">
      <dgm:prSet presAssocID="{B835FB35-9139-4B08-8FCB-22CF6EB539AB}" presName="parTx" presStyleLbl="revTx" presStyleIdx="3" presStyleCnt="4">
        <dgm:presLayoutVars>
          <dgm:chMax val="0"/>
          <dgm:chPref val="0"/>
        </dgm:presLayoutVars>
      </dgm:prSet>
      <dgm:spPr/>
    </dgm:pt>
  </dgm:ptLst>
  <dgm:cxnLst>
    <dgm:cxn modelId="{D1261117-D3C7-49F5-A1D9-7513B2FA7D52}" type="presOf" srcId="{B835FB35-9139-4B08-8FCB-22CF6EB539AB}" destId="{DD759C3C-9F6B-4B37-BA9E-DA9FD75287DB}" srcOrd="0" destOrd="0" presId="urn:microsoft.com/office/officeart/2018/2/layout/IconVerticalSolidList"/>
    <dgm:cxn modelId="{8DD1385E-7985-46DC-B2EC-C7BBA2D456C9}" srcId="{2D20CED5-C8F7-40F2-8726-6D4C1D8C06F8}" destId="{EF9B9C66-6D63-45E2-8C53-BCD56FE9DF85}" srcOrd="2" destOrd="0" parTransId="{CE75CC9A-EAE5-4BD2-A9A0-4DF1BB8100FC}" sibTransId="{283A0575-1195-4320-8819-1C3336265F9E}"/>
    <dgm:cxn modelId="{C270A15F-D887-42CF-BBEC-38C03132E008}" type="presOf" srcId="{2D20CED5-C8F7-40F2-8726-6D4C1D8C06F8}" destId="{5934938F-6DFC-4428-B132-78065283EAA7}" srcOrd="0" destOrd="0" presId="urn:microsoft.com/office/officeart/2018/2/layout/IconVerticalSolidList"/>
    <dgm:cxn modelId="{7EE4634C-CAB8-4293-BEC0-1E6C5CC69E2F}" srcId="{2D20CED5-C8F7-40F2-8726-6D4C1D8C06F8}" destId="{1708528B-F1E0-4B44-BAA1-2E0EE3FC7846}" srcOrd="1" destOrd="0" parTransId="{485EBA00-A0BD-4E70-B522-F83A360DAEDD}" sibTransId="{94C11DF5-D668-4FF0-AC60-154DE34F64A3}"/>
    <dgm:cxn modelId="{25F78D57-3472-4C9A-A174-2B8F5443CDA0}" srcId="{2D20CED5-C8F7-40F2-8726-6D4C1D8C06F8}" destId="{4015354F-0E29-4F07-816F-3ABE0E168C10}" srcOrd="0" destOrd="0" parTransId="{1737C08E-5E20-4C90-86D2-217270C0AC83}" sibTransId="{2B39495A-A57D-4AC1-86BA-DC3CCA24C429}"/>
    <dgm:cxn modelId="{EE83F0AF-154F-42C2-9A06-19CDDDA8AB3F}" srcId="{2D20CED5-C8F7-40F2-8726-6D4C1D8C06F8}" destId="{B835FB35-9139-4B08-8FCB-22CF6EB539AB}" srcOrd="3" destOrd="0" parTransId="{04DFB589-8894-4B68-8D5D-3AA80B6343B2}" sibTransId="{A7D706DA-F28F-4DC4-8D74-CB8D82272553}"/>
    <dgm:cxn modelId="{70632ECF-3F25-4BD6-A822-354F9CF2C75C}" type="presOf" srcId="{4015354F-0E29-4F07-816F-3ABE0E168C10}" destId="{E080ACA8-0569-431B-B2B1-5CBF3FDC6EB6}" srcOrd="0" destOrd="0" presId="urn:microsoft.com/office/officeart/2018/2/layout/IconVerticalSolidList"/>
    <dgm:cxn modelId="{14D75FE0-881F-4403-8A70-526FF5E60A16}" type="presOf" srcId="{1708528B-F1E0-4B44-BAA1-2E0EE3FC7846}" destId="{C89C9F94-9569-4476-ACD2-AD253DC03D9B}" srcOrd="0" destOrd="0" presId="urn:microsoft.com/office/officeart/2018/2/layout/IconVerticalSolidList"/>
    <dgm:cxn modelId="{10705CF8-F85E-41E4-B497-E2BB37BE18B9}" type="presOf" srcId="{EF9B9C66-6D63-45E2-8C53-BCD56FE9DF85}" destId="{FC050696-3E90-4CDB-9258-EF95719C810D}" srcOrd="0" destOrd="0" presId="urn:microsoft.com/office/officeart/2018/2/layout/IconVerticalSolidList"/>
    <dgm:cxn modelId="{28E68618-6BFD-487A-88DB-FB617A4D76C8}" type="presParOf" srcId="{5934938F-6DFC-4428-B132-78065283EAA7}" destId="{1E59E155-D070-4D68-81FE-7BD949203119}" srcOrd="0" destOrd="0" presId="urn:microsoft.com/office/officeart/2018/2/layout/IconVerticalSolidList"/>
    <dgm:cxn modelId="{3FA88DAA-4ED9-46FE-8A60-0D99C0933983}" type="presParOf" srcId="{1E59E155-D070-4D68-81FE-7BD949203119}" destId="{882EFB3F-9DB1-4717-BC65-E0F4ACAF79CA}" srcOrd="0" destOrd="0" presId="urn:microsoft.com/office/officeart/2018/2/layout/IconVerticalSolidList"/>
    <dgm:cxn modelId="{85A94954-4637-4E83-95A9-79519DF95A50}" type="presParOf" srcId="{1E59E155-D070-4D68-81FE-7BD949203119}" destId="{FEB428B0-4870-48A3-837F-E83F69462BD6}" srcOrd="1" destOrd="0" presId="urn:microsoft.com/office/officeart/2018/2/layout/IconVerticalSolidList"/>
    <dgm:cxn modelId="{D6C1B7D7-853E-46C4-8054-8EE876E5C7CA}" type="presParOf" srcId="{1E59E155-D070-4D68-81FE-7BD949203119}" destId="{D362707C-C489-452A-9D56-2447295D7FAD}" srcOrd="2" destOrd="0" presId="urn:microsoft.com/office/officeart/2018/2/layout/IconVerticalSolidList"/>
    <dgm:cxn modelId="{2E8DDAD8-6DFC-4732-8827-64B8FD4F190E}" type="presParOf" srcId="{1E59E155-D070-4D68-81FE-7BD949203119}" destId="{E080ACA8-0569-431B-B2B1-5CBF3FDC6EB6}" srcOrd="3" destOrd="0" presId="urn:microsoft.com/office/officeart/2018/2/layout/IconVerticalSolidList"/>
    <dgm:cxn modelId="{5906DF5D-147A-4034-B9A7-A24C30F0704E}" type="presParOf" srcId="{5934938F-6DFC-4428-B132-78065283EAA7}" destId="{45E74CA5-851F-409B-8D5F-69801EE04E4A}" srcOrd="1" destOrd="0" presId="urn:microsoft.com/office/officeart/2018/2/layout/IconVerticalSolidList"/>
    <dgm:cxn modelId="{3D0DC929-4BDF-4CD8-A1E1-1AC8BF2303B5}" type="presParOf" srcId="{5934938F-6DFC-4428-B132-78065283EAA7}" destId="{00D5C155-51AC-4BC9-BC5E-B5667A50336A}" srcOrd="2" destOrd="0" presId="urn:microsoft.com/office/officeart/2018/2/layout/IconVerticalSolidList"/>
    <dgm:cxn modelId="{41D6880C-A270-4730-AB38-33068B845A8F}" type="presParOf" srcId="{00D5C155-51AC-4BC9-BC5E-B5667A50336A}" destId="{3DE3029C-D7BB-43C1-805D-E163C0DD3282}" srcOrd="0" destOrd="0" presId="urn:microsoft.com/office/officeart/2018/2/layout/IconVerticalSolidList"/>
    <dgm:cxn modelId="{148A73CC-CB7F-4E53-8C0C-05A37393F223}" type="presParOf" srcId="{00D5C155-51AC-4BC9-BC5E-B5667A50336A}" destId="{821F592B-71A2-496A-8567-1118DB1A28F8}" srcOrd="1" destOrd="0" presId="urn:microsoft.com/office/officeart/2018/2/layout/IconVerticalSolidList"/>
    <dgm:cxn modelId="{3161C955-3326-4CBF-978C-BB595643B484}" type="presParOf" srcId="{00D5C155-51AC-4BC9-BC5E-B5667A50336A}" destId="{89FE1B1B-3104-4670-9042-490E3F1044AA}" srcOrd="2" destOrd="0" presId="urn:microsoft.com/office/officeart/2018/2/layout/IconVerticalSolidList"/>
    <dgm:cxn modelId="{904C965B-165E-4C07-96A8-6FFDA02F4BA9}" type="presParOf" srcId="{00D5C155-51AC-4BC9-BC5E-B5667A50336A}" destId="{C89C9F94-9569-4476-ACD2-AD253DC03D9B}" srcOrd="3" destOrd="0" presId="urn:microsoft.com/office/officeart/2018/2/layout/IconVerticalSolidList"/>
    <dgm:cxn modelId="{373B6DFE-EA12-49B6-B842-F81BE4464F13}" type="presParOf" srcId="{5934938F-6DFC-4428-B132-78065283EAA7}" destId="{CBE5D8C7-C743-4D91-8EC8-F3A27B914392}" srcOrd="3" destOrd="0" presId="urn:microsoft.com/office/officeart/2018/2/layout/IconVerticalSolidList"/>
    <dgm:cxn modelId="{D58EA88A-D573-47A5-92FB-5C1D7E8AA928}" type="presParOf" srcId="{5934938F-6DFC-4428-B132-78065283EAA7}" destId="{370A5748-E214-4802-BBC7-F356E1383865}" srcOrd="4" destOrd="0" presId="urn:microsoft.com/office/officeart/2018/2/layout/IconVerticalSolidList"/>
    <dgm:cxn modelId="{028C867C-8B48-42F1-BD3C-34A748855F86}" type="presParOf" srcId="{370A5748-E214-4802-BBC7-F356E1383865}" destId="{1332ECBE-E4DF-4855-A106-8153657CFDD3}" srcOrd="0" destOrd="0" presId="urn:microsoft.com/office/officeart/2018/2/layout/IconVerticalSolidList"/>
    <dgm:cxn modelId="{E423531F-7BFB-4CBE-BC87-68D07B77CF9C}" type="presParOf" srcId="{370A5748-E214-4802-BBC7-F356E1383865}" destId="{8CA163AB-B7E2-46A9-957F-B45B8A841404}" srcOrd="1" destOrd="0" presId="urn:microsoft.com/office/officeart/2018/2/layout/IconVerticalSolidList"/>
    <dgm:cxn modelId="{7762E179-BD4E-4A2D-8143-A0CDBD92C159}" type="presParOf" srcId="{370A5748-E214-4802-BBC7-F356E1383865}" destId="{E9853EE0-3D31-426A-8290-F6B5BD7A40FB}" srcOrd="2" destOrd="0" presId="urn:microsoft.com/office/officeart/2018/2/layout/IconVerticalSolidList"/>
    <dgm:cxn modelId="{869D8F97-9C74-4041-9A85-F930C67C77C5}" type="presParOf" srcId="{370A5748-E214-4802-BBC7-F356E1383865}" destId="{FC050696-3E90-4CDB-9258-EF95719C810D}" srcOrd="3" destOrd="0" presId="urn:microsoft.com/office/officeart/2018/2/layout/IconVerticalSolidList"/>
    <dgm:cxn modelId="{CA52178A-81DD-482E-87C9-60313C9D54E0}" type="presParOf" srcId="{5934938F-6DFC-4428-B132-78065283EAA7}" destId="{5171CB0E-0B01-479F-A753-876445D10E3E}" srcOrd="5" destOrd="0" presId="urn:microsoft.com/office/officeart/2018/2/layout/IconVerticalSolidList"/>
    <dgm:cxn modelId="{501C627D-6624-4A36-89FF-FCA1D5BEC7A3}" type="presParOf" srcId="{5934938F-6DFC-4428-B132-78065283EAA7}" destId="{69162303-CE20-47A8-B01B-1E612796795F}" srcOrd="6" destOrd="0" presId="urn:microsoft.com/office/officeart/2018/2/layout/IconVerticalSolidList"/>
    <dgm:cxn modelId="{28FD978E-CBA2-4481-B438-A27A2DF7EEC1}" type="presParOf" srcId="{69162303-CE20-47A8-B01B-1E612796795F}" destId="{ADEF916F-A852-44C6-8753-B7D764138D1A}" srcOrd="0" destOrd="0" presId="urn:microsoft.com/office/officeart/2018/2/layout/IconVerticalSolidList"/>
    <dgm:cxn modelId="{AA3F5218-6D27-49A1-940D-3903C0174E5F}" type="presParOf" srcId="{69162303-CE20-47A8-B01B-1E612796795F}" destId="{30D244F7-0237-4970-A7D4-4E269D1C7732}" srcOrd="1" destOrd="0" presId="urn:microsoft.com/office/officeart/2018/2/layout/IconVerticalSolidList"/>
    <dgm:cxn modelId="{F51B27D6-29F6-4E5A-A1DE-F5D6CA39480C}" type="presParOf" srcId="{69162303-CE20-47A8-B01B-1E612796795F}" destId="{290A74AA-5FB4-40EB-9045-3206559C1E6F}" srcOrd="2" destOrd="0" presId="urn:microsoft.com/office/officeart/2018/2/layout/IconVerticalSolidList"/>
    <dgm:cxn modelId="{A8C9BC53-D0FF-46B9-8708-41DC0F5CCD4A}" type="presParOf" srcId="{69162303-CE20-47A8-B01B-1E612796795F}" destId="{DD759C3C-9F6B-4B37-BA9E-DA9FD75287D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0145F2-920F-4433-A056-609CBD6303D5}"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s-PE"/>
        </a:p>
      </dgm:t>
    </dgm:pt>
    <dgm:pt modelId="{3F267369-4113-4D55-83FC-0D2A4EEA6A3D}">
      <dgm:prSet/>
      <dgm:spPr/>
      <dgm:t>
        <a:bodyPr/>
        <a:lstStyle/>
        <a:p>
          <a:r>
            <a:rPr lang="es-ES" b="1" dirty="0"/>
            <a:t>Capacidades</a:t>
          </a:r>
          <a:endParaRPr lang="es-PE" b="1" dirty="0"/>
        </a:p>
      </dgm:t>
    </dgm:pt>
    <dgm:pt modelId="{128EF044-A26E-4893-A919-D94538F9F893}" type="parTrans" cxnId="{0810CC64-0FEB-4893-8CB2-501B08DF6838}">
      <dgm:prSet/>
      <dgm:spPr/>
      <dgm:t>
        <a:bodyPr/>
        <a:lstStyle/>
        <a:p>
          <a:endParaRPr lang="es-PE"/>
        </a:p>
      </dgm:t>
    </dgm:pt>
    <dgm:pt modelId="{37C85F57-3A8B-4186-81D9-0BBF9A596067}" type="sibTrans" cxnId="{0810CC64-0FEB-4893-8CB2-501B08DF6838}">
      <dgm:prSet/>
      <dgm:spPr/>
      <dgm:t>
        <a:bodyPr/>
        <a:lstStyle/>
        <a:p>
          <a:endParaRPr lang="es-PE"/>
        </a:p>
      </dgm:t>
    </dgm:pt>
    <dgm:pt modelId="{34105EFC-A2FC-403A-8EF4-B7923B86A4B8}">
      <dgm:prSet/>
      <dgm:spPr/>
      <dgm:t>
        <a:bodyPr/>
        <a:lstStyle/>
        <a:p>
          <a:r>
            <a:rPr lang="es-ES" b="1" dirty="0"/>
            <a:t>Habilidades / Destrezas</a:t>
          </a:r>
          <a:endParaRPr lang="es-PE" b="1" dirty="0"/>
        </a:p>
      </dgm:t>
    </dgm:pt>
    <dgm:pt modelId="{51AE08BB-6D5C-46E7-99B8-5B780F7F1E39}" type="parTrans" cxnId="{AE0AC509-362E-4061-BCAB-5CDD77C6A412}">
      <dgm:prSet/>
      <dgm:spPr/>
      <dgm:t>
        <a:bodyPr/>
        <a:lstStyle/>
        <a:p>
          <a:endParaRPr lang="es-PE"/>
        </a:p>
      </dgm:t>
    </dgm:pt>
    <dgm:pt modelId="{E065081F-F87A-42EE-8B82-9A57F14E1467}" type="sibTrans" cxnId="{AE0AC509-362E-4061-BCAB-5CDD77C6A412}">
      <dgm:prSet/>
      <dgm:spPr/>
      <dgm:t>
        <a:bodyPr/>
        <a:lstStyle/>
        <a:p>
          <a:endParaRPr lang="es-PE"/>
        </a:p>
      </dgm:t>
    </dgm:pt>
    <dgm:pt modelId="{D075FDE4-5CAE-4B1C-9B82-20C792FC0751}">
      <dgm:prSet custT="1"/>
      <dgm:spPr/>
      <dgm:t>
        <a:bodyPr/>
        <a:lstStyle/>
        <a:p>
          <a:r>
            <a:rPr lang="es-ES" sz="1800"/>
            <a:t>Son recursos para actuar de manera competente:  los </a:t>
          </a:r>
          <a:r>
            <a:rPr lang="es-ES" sz="1800" b="1"/>
            <a:t>conocimientos</a:t>
          </a:r>
          <a:r>
            <a:rPr lang="es-ES" sz="1800"/>
            <a:t>, </a:t>
          </a:r>
          <a:r>
            <a:rPr lang="es-ES" sz="1800" b="1"/>
            <a:t>habilidades</a:t>
          </a:r>
          <a:r>
            <a:rPr lang="es-ES" sz="1800"/>
            <a:t> y </a:t>
          </a:r>
          <a:r>
            <a:rPr lang="es-ES" sz="1800" b="1"/>
            <a:t>actitudes</a:t>
          </a:r>
          <a:r>
            <a:rPr lang="es-ES" sz="1800"/>
            <a:t> que los estudiantes utilizan para afrontar una situación determinada.</a:t>
          </a:r>
          <a:endParaRPr lang="es-PE" sz="1800" dirty="0"/>
        </a:p>
      </dgm:t>
    </dgm:pt>
    <dgm:pt modelId="{33F50080-D40D-4ADE-8C67-6A9833E4005F}" type="parTrans" cxnId="{AB914826-F6A2-4D7B-BB6B-AA109D631C36}">
      <dgm:prSet/>
      <dgm:spPr/>
      <dgm:t>
        <a:bodyPr/>
        <a:lstStyle/>
        <a:p>
          <a:endParaRPr lang="es-PE"/>
        </a:p>
      </dgm:t>
    </dgm:pt>
    <dgm:pt modelId="{871F5A28-9868-40DC-B70B-E08A12F828CE}" type="sibTrans" cxnId="{AB914826-F6A2-4D7B-BB6B-AA109D631C36}">
      <dgm:prSet/>
      <dgm:spPr/>
      <dgm:t>
        <a:bodyPr/>
        <a:lstStyle/>
        <a:p>
          <a:endParaRPr lang="es-PE"/>
        </a:p>
      </dgm:t>
    </dgm:pt>
    <dgm:pt modelId="{8F4FFB59-287C-4AF7-B218-2C4E4EC70F75}">
      <dgm:prSet custT="1"/>
      <dgm:spPr/>
      <dgm:t>
        <a:bodyPr/>
        <a:lstStyle/>
        <a:p>
          <a:r>
            <a:rPr lang="es-ES" sz="1800" dirty="0"/>
            <a:t>Hacen referencia al talento, la pericia o la aptitud de una persona para desarrollar alguna tarea con éxito.  Estas pueden ser sociales, </a:t>
          </a:r>
          <a:r>
            <a:rPr lang="es-ES" sz="1800" b="1" dirty="0"/>
            <a:t>cognitivas</a:t>
          </a:r>
          <a:r>
            <a:rPr lang="es-ES" sz="1800" dirty="0"/>
            <a:t>, motoras.</a:t>
          </a:r>
          <a:endParaRPr lang="es-PE" sz="1800" dirty="0"/>
        </a:p>
      </dgm:t>
    </dgm:pt>
    <dgm:pt modelId="{DB198AAA-7745-41BB-AB2E-78B57C70F36E}" type="parTrans" cxnId="{38038B7B-2286-4F29-833C-7A2421E3FB4A}">
      <dgm:prSet/>
      <dgm:spPr/>
      <dgm:t>
        <a:bodyPr/>
        <a:lstStyle/>
        <a:p>
          <a:endParaRPr lang="es-PE"/>
        </a:p>
      </dgm:t>
    </dgm:pt>
    <dgm:pt modelId="{59EB545D-E25B-47BD-A055-92618CBA4AE1}" type="sibTrans" cxnId="{38038B7B-2286-4F29-833C-7A2421E3FB4A}">
      <dgm:prSet/>
      <dgm:spPr/>
      <dgm:t>
        <a:bodyPr/>
        <a:lstStyle/>
        <a:p>
          <a:endParaRPr lang="es-PE"/>
        </a:p>
      </dgm:t>
    </dgm:pt>
    <dgm:pt modelId="{FAC3F965-6B1C-4CDE-8FA8-5E238182A5A7}">
      <dgm:prSet/>
      <dgm:spPr/>
      <dgm:t>
        <a:bodyPr/>
        <a:lstStyle/>
        <a:p>
          <a:r>
            <a:rPr lang="es-ES" b="1" dirty="0"/>
            <a:t>Conocimientos</a:t>
          </a:r>
          <a:endParaRPr lang="es-PE" b="1" dirty="0"/>
        </a:p>
      </dgm:t>
    </dgm:pt>
    <dgm:pt modelId="{C94A0AD7-42BF-41CA-B5D8-8213006D84F8}" type="parTrans" cxnId="{64F85699-5D72-4D9B-B7CB-57E44350A103}">
      <dgm:prSet/>
      <dgm:spPr/>
      <dgm:t>
        <a:bodyPr/>
        <a:lstStyle/>
        <a:p>
          <a:endParaRPr lang="es-PE"/>
        </a:p>
      </dgm:t>
    </dgm:pt>
    <dgm:pt modelId="{E3A72ACD-5824-49A4-8512-F5F35BD5611C}" type="sibTrans" cxnId="{64F85699-5D72-4D9B-B7CB-57E44350A103}">
      <dgm:prSet/>
      <dgm:spPr/>
      <dgm:t>
        <a:bodyPr/>
        <a:lstStyle/>
        <a:p>
          <a:endParaRPr lang="es-PE"/>
        </a:p>
      </dgm:t>
    </dgm:pt>
    <dgm:pt modelId="{9669F3D9-2F73-4391-AD7A-2C59DA85E69C}">
      <dgm:prSet custT="1"/>
      <dgm:spPr/>
      <dgm:t>
        <a:bodyPr/>
        <a:lstStyle/>
        <a:p>
          <a:r>
            <a:rPr lang="es-ES" sz="1800" kern="1200" dirty="0">
              <a:solidFill>
                <a:prstClr val="black">
                  <a:hueOff val="0"/>
                  <a:satOff val="0"/>
                  <a:lumOff val="0"/>
                  <a:alphaOff val="0"/>
                </a:prstClr>
              </a:solidFill>
              <a:latin typeface="Arial"/>
              <a:ea typeface="DejaVu Sans"/>
              <a:cs typeface="DejaVu Sans"/>
            </a:rPr>
            <a:t>Son las </a:t>
          </a:r>
          <a:r>
            <a:rPr lang="es-ES" sz="1800" b="1" kern="1200" dirty="0">
              <a:solidFill>
                <a:prstClr val="black">
                  <a:hueOff val="0"/>
                  <a:satOff val="0"/>
                  <a:lumOff val="0"/>
                  <a:alphaOff val="0"/>
                </a:prstClr>
              </a:solidFill>
              <a:latin typeface="Arial"/>
              <a:ea typeface="DejaVu Sans"/>
              <a:cs typeface="DejaVu Sans"/>
            </a:rPr>
            <a:t>teorías, conceptos y procedimientos </a:t>
          </a:r>
          <a:r>
            <a:rPr lang="es-ES" sz="1800" kern="1200" dirty="0">
              <a:solidFill>
                <a:prstClr val="black">
                  <a:hueOff val="0"/>
                  <a:satOff val="0"/>
                  <a:lumOff val="0"/>
                  <a:alphaOff val="0"/>
                </a:prstClr>
              </a:solidFill>
              <a:latin typeface="Arial"/>
              <a:ea typeface="DejaVu Sans"/>
              <a:cs typeface="DejaVu Sans"/>
            </a:rPr>
            <a:t>legados por la humanidad en distintos campos del saber. </a:t>
          </a:r>
          <a:endParaRPr lang="es-PE" sz="1800" kern="1200" dirty="0">
            <a:solidFill>
              <a:prstClr val="black">
                <a:hueOff val="0"/>
                <a:satOff val="0"/>
                <a:lumOff val="0"/>
                <a:alphaOff val="0"/>
              </a:prstClr>
            </a:solidFill>
            <a:latin typeface="Arial"/>
            <a:ea typeface="DejaVu Sans"/>
            <a:cs typeface="DejaVu Sans"/>
          </a:endParaRPr>
        </a:p>
      </dgm:t>
    </dgm:pt>
    <dgm:pt modelId="{CBE33F66-5232-4D20-A2BD-244351A6F7E1}" type="parTrans" cxnId="{9E9F5DCF-E40C-42A0-952C-4FEBBF828AF8}">
      <dgm:prSet/>
      <dgm:spPr/>
      <dgm:t>
        <a:bodyPr/>
        <a:lstStyle/>
        <a:p>
          <a:endParaRPr lang="es-PE"/>
        </a:p>
      </dgm:t>
    </dgm:pt>
    <dgm:pt modelId="{787B5EE6-7F74-4A68-A30F-477884414846}" type="sibTrans" cxnId="{9E9F5DCF-E40C-42A0-952C-4FEBBF828AF8}">
      <dgm:prSet/>
      <dgm:spPr/>
      <dgm:t>
        <a:bodyPr/>
        <a:lstStyle/>
        <a:p>
          <a:endParaRPr lang="es-PE"/>
        </a:p>
      </dgm:t>
    </dgm:pt>
    <dgm:pt modelId="{6EC8DD8F-F04F-40ED-8FB0-A2B00322952F}" type="pres">
      <dgm:prSet presAssocID="{E80145F2-920F-4433-A056-609CBD6303D5}" presName="vert0" presStyleCnt="0">
        <dgm:presLayoutVars>
          <dgm:dir/>
          <dgm:animOne val="branch"/>
          <dgm:animLvl val="lvl"/>
        </dgm:presLayoutVars>
      </dgm:prSet>
      <dgm:spPr/>
    </dgm:pt>
    <dgm:pt modelId="{14692042-5B0E-47BF-B407-E123F1A42941}" type="pres">
      <dgm:prSet presAssocID="{3F267369-4113-4D55-83FC-0D2A4EEA6A3D}" presName="thickLine" presStyleLbl="alignNode1" presStyleIdx="0" presStyleCnt="3"/>
      <dgm:spPr/>
    </dgm:pt>
    <dgm:pt modelId="{7C3E8A7A-309E-4C96-B951-D7F245F901A1}" type="pres">
      <dgm:prSet presAssocID="{3F267369-4113-4D55-83FC-0D2A4EEA6A3D}" presName="horz1" presStyleCnt="0"/>
      <dgm:spPr/>
    </dgm:pt>
    <dgm:pt modelId="{22797BDF-D6E8-489B-9FF9-7D1E03F65CC1}" type="pres">
      <dgm:prSet presAssocID="{3F267369-4113-4D55-83FC-0D2A4EEA6A3D}" presName="tx1" presStyleLbl="revTx" presStyleIdx="0" presStyleCnt="6"/>
      <dgm:spPr/>
    </dgm:pt>
    <dgm:pt modelId="{66D0819B-3B64-4F9C-AB99-EBC4D8D560AE}" type="pres">
      <dgm:prSet presAssocID="{3F267369-4113-4D55-83FC-0D2A4EEA6A3D}" presName="vert1" presStyleCnt="0"/>
      <dgm:spPr/>
    </dgm:pt>
    <dgm:pt modelId="{0B9F9B84-2955-4357-A79B-97B3B11D4187}" type="pres">
      <dgm:prSet presAssocID="{D075FDE4-5CAE-4B1C-9B82-20C792FC0751}" presName="vertSpace2a" presStyleCnt="0"/>
      <dgm:spPr/>
    </dgm:pt>
    <dgm:pt modelId="{9C2341FD-6CB2-4514-8142-3CDA4F412709}" type="pres">
      <dgm:prSet presAssocID="{D075FDE4-5CAE-4B1C-9B82-20C792FC0751}" presName="horz2" presStyleCnt="0"/>
      <dgm:spPr/>
    </dgm:pt>
    <dgm:pt modelId="{A51AC3C2-D792-40C0-A79A-B9928679F3BC}" type="pres">
      <dgm:prSet presAssocID="{D075FDE4-5CAE-4B1C-9B82-20C792FC0751}" presName="horzSpace2" presStyleCnt="0"/>
      <dgm:spPr/>
    </dgm:pt>
    <dgm:pt modelId="{A08EEB28-D29D-4CCF-9459-BA9109A17B85}" type="pres">
      <dgm:prSet presAssocID="{D075FDE4-5CAE-4B1C-9B82-20C792FC0751}" presName="tx2" presStyleLbl="revTx" presStyleIdx="1" presStyleCnt="6"/>
      <dgm:spPr/>
    </dgm:pt>
    <dgm:pt modelId="{78A89182-F992-4E33-875E-412DFA98379B}" type="pres">
      <dgm:prSet presAssocID="{D075FDE4-5CAE-4B1C-9B82-20C792FC0751}" presName="vert2" presStyleCnt="0"/>
      <dgm:spPr/>
    </dgm:pt>
    <dgm:pt modelId="{3D8EF591-8A22-4456-96D3-77277CCF2E21}" type="pres">
      <dgm:prSet presAssocID="{D075FDE4-5CAE-4B1C-9B82-20C792FC0751}" presName="thinLine2b" presStyleLbl="callout" presStyleIdx="0" presStyleCnt="3"/>
      <dgm:spPr/>
    </dgm:pt>
    <dgm:pt modelId="{9304377E-3269-43D0-958C-E8DDBE759B29}" type="pres">
      <dgm:prSet presAssocID="{D075FDE4-5CAE-4B1C-9B82-20C792FC0751}" presName="vertSpace2b" presStyleCnt="0"/>
      <dgm:spPr/>
    </dgm:pt>
    <dgm:pt modelId="{4382A6A0-31CF-4CD9-ACA2-3188BAD7DB92}" type="pres">
      <dgm:prSet presAssocID="{34105EFC-A2FC-403A-8EF4-B7923B86A4B8}" presName="thickLine" presStyleLbl="alignNode1" presStyleIdx="1" presStyleCnt="3"/>
      <dgm:spPr/>
    </dgm:pt>
    <dgm:pt modelId="{75D99926-9449-4811-9C17-F7E86AC0F30A}" type="pres">
      <dgm:prSet presAssocID="{34105EFC-A2FC-403A-8EF4-B7923B86A4B8}" presName="horz1" presStyleCnt="0"/>
      <dgm:spPr/>
    </dgm:pt>
    <dgm:pt modelId="{D899A5E5-A8A8-49F8-843B-31F6FF969057}" type="pres">
      <dgm:prSet presAssocID="{34105EFC-A2FC-403A-8EF4-B7923B86A4B8}" presName="tx1" presStyleLbl="revTx" presStyleIdx="2" presStyleCnt="6"/>
      <dgm:spPr/>
    </dgm:pt>
    <dgm:pt modelId="{EC0EEC85-02EF-4DDB-B7BF-FD84E8C30ADD}" type="pres">
      <dgm:prSet presAssocID="{34105EFC-A2FC-403A-8EF4-B7923B86A4B8}" presName="vert1" presStyleCnt="0"/>
      <dgm:spPr/>
    </dgm:pt>
    <dgm:pt modelId="{D2205425-6EEC-4933-AB31-C06A314D3C49}" type="pres">
      <dgm:prSet presAssocID="{8F4FFB59-287C-4AF7-B218-2C4E4EC70F75}" presName="vertSpace2a" presStyleCnt="0"/>
      <dgm:spPr/>
    </dgm:pt>
    <dgm:pt modelId="{DD433B9D-569F-46B9-A639-760A419A377C}" type="pres">
      <dgm:prSet presAssocID="{8F4FFB59-287C-4AF7-B218-2C4E4EC70F75}" presName="horz2" presStyleCnt="0"/>
      <dgm:spPr/>
    </dgm:pt>
    <dgm:pt modelId="{493924FD-FF4B-4D03-9549-CAD094487D96}" type="pres">
      <dgm:prSet presAssocID="{8F4FFB59-287C-4AF7-B218-2C4E4EC70F75}" presName="horzSpace2" presStyleCnt="0"/>
      <dgm:spPr/>
    </dgm:pt>
    <dgm:pt modelId="{A7577990-0AD8-47EB-B9DB-8469540D77E2}" type="pres">
      <dgm:prSet presAssocID="{8F4FFB59-287C-4AF7-B218-2C4E4EC70F75}" presName="tx2" presStyleLbl="revTx" presStyleIdx="3" presStyleCnt="6"/>
      <dgm:spPr/>
    </dgm:pt>
    <dgm:pt modelId="{8D73DA97-FD3D-4B6F-AD0D-161A9CED0183}" type="pres">
      <dgm:prSet presAssocID="{8F4FFB59-287C-4AF7-B218-2C4E4EC70F75}" presName="vert2" presStyleCnt="0"/>
      <dgm:spPr/>
    </dgm:pt>
    <dgm:pt modelId="{74C9C216-BE34-473D-AF15-23DB8155143C}" type="pres">
      <dgm:prSet presAssocID="{8F4FFB59-287C-4AF7-B218-2C4E4EC70F75}" presName="thinLine2b" presStyleLbl="callout" presStyleIdx="1" presStyleCnt="3"/>
      <dgm:spPr/>
    </dgm:pt>
    <dgm:pt modelId="{43E2A60E-DEC9-4948-9A02-5B8A3D145959}" type="pres">
      <dgm:prSet presAssocID="{8F4FFB59-287C-4AF7-B218-2C4E4EC70F75}" presName="vertSpace2b" presStyleCnt="0"/>
      <dgm:spPr/>
    </dgm:pt>
    <dgm:pt modelId="{BE20476F-6526-4D4A-B6B0-CFE3AE36680C}" type="pres">
      <dgm:prSet presAssocID="{FAC3F965-6B1C-4CDE-8FA8-5E238182A5A7}" presName="thickLine" presStyleLbl="alignNode1" presStyleIdx="2" presStyleCnt="3"/>
      <dgm:spPr/>
    </dgm:pt>
    <dgm:pt modelId="{042C6BBC-EFE3-462E-9376-E923683F31F6}" type="pres">
      <dgm:prSet presAssocID="{FAC3F965-6B1C-4CDE-8FA8-5E238182A5A7}" presName="horz1" presStyleCnt="0"/>
      <dgm:spPr/>
    </dgm:pt>
    <dgm:pt modelId="{5DFA294C-6D81-4DE6-A228-C8AE9C624A60}" type="pres">
      <dgm:prSet presAssocID="{FAC3F965-6B1C-4CDE-8FA8-5E238182A5A7}" presName="tx1" presStyleLbl="revTx" presStyleIdx="4" presStyleCnt="6"/>
      <dgm:spPr/>
    </dgm:pt>
    <dgm:pt modelId="{8E9D09EC-A245-41F8-B192-BDE6CB6DFDCF}" type="pres">
      <dgm:prSet presAssocID="{FAC3F965-6B1C-4CDE-8FA8-5E238182A5A7}" presName="vert1" presStyleCnt="0"/>
      <dgm:spPr/>
    </dgm:pt>
    <dgm:pt modelId="{B434F5DB-AB95-45B7-9F05-DF03DEBAB296}" type="pres">
      <dgm:prSet presAssocID="{9669F3D9-2F73-4391-AD7A-2C59DA85E69C}" presName="vertSpace2a" presStyleCnt="0"/>
      <dgm:spPr/>
    </dgm:pt>
    <dgm:pt modelId="{EFD033EA-BB16-4472-849A-9710C488D34D}" type="pres">
      <dgm:prSet presAssocID="{9669F3D9-2F73-4391-AD7A-2C59DA85E69C}" presName="horz2" presStyleCnt="0"/>
      <dgm:spPr/>
    </dgm:pt>
    <dgm:pt modelId="{B8DA5DEE-D7DD-4755-9458-AEA94E6413B3}" type="pres">
      <dgm:prSet presAssocID="{9669F3D9-2F73-4391-AD7A-2C59DA85E69C}" presName="horzSpace2" presStyleCnt="0"/>
      <dgm:spPr/>
    </dgm:pt>
    <dgm:pt modelId="{FB52E3C7-9A2D-4DC4-8B81-EC010B48C78B}" type="pres">
      <dgm:prSet presAssocID="{9669F3D9-2F73-4391-AD7A-2C59DA85E69C}" presName="tx2" presStyleLbl="revTx" presStyleIdx="5" presStyleCnt="6"/>
      <dgm:spPr/>
    </dgm:pt>
    <dgm:pt modelId="{49CF084D-B238-4613-A9F5-9B124BC9D2E3}" type="pres">
      <dgm:prSet presAssocID="{9669F3D9-2F73-4391-AD7A-2C59DA85E69C}" presName="vert2" presStyleCnt="0"/>
      <dgm:spPr/>
    </dgm:pt>
    <dgm:pt modelId="{65807AB7-01A2-4B3E-BEAE-F5C2D4D2B868}" type="pres">
      <dgm:prSet presAssocID="{9669F3D9-2F73-4391-AD7A-2C59DA85E69C}" presName="thinLine2b" presStyleLbl="callout" presStyleIdx="2" presStyleCnt="3"/>
      <dgm:spPr/>
    </dgm:pt>
    <dgm:pt modelId="{94D2346A-62A7-44E9-867B-8F17732E31B2}" type="pres">
      <dgm:prSet presAssocID="{9669F3D9-2F73-4391-AD7A-2C59DA85E69C}" presName="vertSpace2b" presStyleCnt="0"/>
      <dgm:spPr/>
    </dgm:pt>
  </dgm:ptLst>
  <dgm:cxnLst>
    <dgm:cxn modelId="{AE0AC509-362E-4061-BCAB-5CDD77C6A412}" srcId="{E80145F2-920F-4433-A056-609CBD6303D5}" destId="{34105EFC-A2FC-403A-8EF4-B7923B86A4B8}" srcOrd="1" destOrd="0" parTransId="{51AE08BB-6D5C-46E7-99B8-5B780F7F1E39}" sibTransId="{E065081F-F87A-42EE-8B82-9A57F14E1467}"/>
    <dgm:cxn modelId="{AB914826-F6A2-4D7B-BB6B-AA109D631C36}" srcId="{3F267369-4113-4D55-83FC-0D2A4EEA6A3D}" destId="{D075FDE4-5CAE-4B1C-9B82-20C792FC0751}" srcOrd="0" destOrd="0" parTransId="{33F50080-D40D-4ADE-8C67-6A9833E4005F}" sibTransId="{871F5A28-9868-40DC-B70B-E08A12F828CE}"/>
    <dgm:cxn modelId="{0810CC64-0FEB-4893-8CB2-501B08DF6838}" srcId="{E80145F2-920F-4433-A056-609CBD6303D5}" destId="{3F267369-4113-4D55-83FC-0D2A4EEA6A3D}" srcOrd="0" destOrd="0" parTransId="{128EF044-A26E-4893-A919-D94538F9F893}" sibTransId="{37C85F57-3A8B-4186-81D9-0BBF9A596067}"/>
    <dgm:cxn modelId="{38038B7B-2286-4F29-833C-7A2421E3FB4A}" srcId="{34105EFC-A2FC-403A-8EF4-B7923B86A4B8}" destId="{8F4FFB59-287C-4AF7-B218-2C4E4EC70F75}" srcOrd="0" destOrd="0" parTransId="{DB198AAA-7745-41BB-AB2E-78B57C70F36E}" sibTransId="{59EB545D-E25B-47BD-A055-92618CBA4AE1}"/>
    <dgm:cxn modelId="{8BF3B57E-8168-45B1-9534-376E8E762027}" type="presOf" srcId="{E80145F2-920F-4433-A056-609CBD6303D5}" destId="{6EC8DD8F-F04F-40ED-8FB0-A2B00322952F}" srcOrd="0" destOrd="0" presId="urn:microsoft.com/office/officeart/2008/layout/LinedList"/>
    <dgm:cxn modelId="{71EA3F8B-A687-47B0-A013-012EDCD5BA76}" type="presOf" srcId="{8F4FFB59-287C-4AF7-B218-2C4E4EC70F75}" destId="{A7577990-0AD8-47EB-B9DB-8469540D77E2}" srcOrd="0" destOrd="0" presId="urn:microsoft.com/office/officeart/2008/layout/LinedList"/>
    <dgm:cxn modelId="{CF56F08D-E12F-4BBE-BFD9-93993FE4FDD7}" type="presOf" srcId="{3F267369-4113-4D55-83FC-0D2A4EEA6A3D}" destId="{22797BDF-D6E8-489B-9FF9-7D1E03F65CC1}" srcOrd="0" destOrd="0" presId="urn:microsoft.com/office/officeart/2008/layout/LinedList"/>
    <dgm:cxn modelId="{68392A95-7C77-4B8A-A238-93E2FF3A4185}" type="presOf" srcId="{34105EFC-A2FC-403A-8EF4-B7923B86A4B8}" destId="{D899A5E5-A8A8-49F8-843B-31F6FF969057}" srcOrd="0" destOrd="0" presId="urn:microsoft.com/office/officeart/2008/layout/LinedList"/>
    <dgm:cxn modelId="{64F85699-5D72-4D9B-B7CB-57E44350A103}" srcId="{E80145F2-920F-4433-A056-609CBD6303D5}" destId="{FAC3F965-6B1C-4CDE-8FA8-5E238182A5A7}" srcOrd="2" destOrd="0" parTransId="{C94A0AD7-42BF-41CA-B5D8-8213006D84F8}" sibTransId="{E3A72ACD-5824-49A4-8512-F5F35BD5611C}"/>
    <dgm:cxn modelId="{F5A194B0-9CE1-48E4-AC51-A5F0AEC70CB0}" type="presOf" srcId="{FAC3F965-6B1C-4CDE-8FA8-5E238182A5A7}" destId="{5DFA294C-6D81-4DE6-A228-C8AE9C624A60}" srcOrd="0" destOrd="0" presId="urn:microsoft.com/office/officeart/2008/layout/LinedList"/>
    <dgm:cxn modelId="{6712ACC3-51A8-4441-8E15-55582C0ECBC5}" type="presOf" srcId="{9669F3D9-2F73-4391-AD7A-2C59DA85E69C}" destId="{FB52E3C7-9A2D-4DC4-8B81-EC010B48C78B}" srcOrd="0" destOrd="0" presId="urn:microsoft.com/office/officeart/2008/layout/LinedList"/>
    <dgm:cxn modelId="{9E9F5DCF-E40C-42A0-952C-4FEBBF828AF8}" srcId="{FAC3F965-6B1C-4CDE-8FA8-5E238182A5A7}" destId="{9669F3D9-2F73-4391-AD7A-2C59DA85E69C}" srcOrd="0" destOrd="0" parTransId="{CBE33F66-5232-4D20-A2BD-244351A6F7E1}" sibTransId="{787B5EE6-7F74-4A68-A30F-477884414846}"/>
    <dgm:cxn modelId="{65FFA7E3-614D-4AFC-8BB0-484CAD444978}" type="presOf" srcId="{D075FDE4-5CAE-4B1C-9B82-20C792FC0751}" destId="{A08EEB28-D29D-4CCF-9459-BA9109A17B85}" srcOrd="0" destOrd="0" presId="urn:microsoft.com/office/officeart/2008/layout/LinedList"/>
    <dgm:cxn modelId="{1028EC44-A6CD-4D3D-9B17-C4100BD5E82F}" type="presParOf" srcId="{6EC8DD8F-F04F-40ED-8FB0-A2B00322952F}" destId="{14692042-5B0E-47BF-B407-E123F1A42941}" srcOrd="0" destOrd="0" presId="urn:microsoft.com/office/officeart/2008/layout/LinedList"/>
    <dgm:cxn modelId="{C9184472-D469-43E4-83E9-444AD867988B}" type="presParOf" srcId="{6EC8DD8F-F04F-40ED-8FB0-A2B00322952F}" destId="{7C3E8A7A-309E-4C96-B951-D7F245F901A1}" srcOrd="1" destOrd="0" presId="urn:microsoft.com/office/officeart/2008/layout/LinedList"/>
    <dgm:cxn modelId="{05A44249-A80F-4C84-8A0F-107E196B9140}" type="presParOf" srcId="{7C3E8A7A-309E-4C96-B951-D7F245F901A1}" destId="{22797BDF-D6E8-489B-9FF9-7D1E03F65CC1}" srcOrd="0" destOrd="0" presId="urn:microsoft.com/office/officeart/2008/layout/LinedList"/>
    <dgm:cxn modelId="{C0660F58-A836-456C-86E7-31BB70AE09B1}" type="presParOf" srcId="{7C3E8A7A-309E-4C96-B951-D7F245F901A1}" destId="{66D0819B-3B64-4F9C-AB99-EBC4D8D560AE}" srcOrd="1" destOrd="0" presId="urn:microsoft.com/office/officeart/2008/layout/LinedList"/>
    <dgm:cxn modelId="{E2A04393-3052-4B4E-B2CF-1DBDFAFC5A65}" type="presParOf" srcId="{66D0819B-3B64-4F9C-AB99-EBC4D8D560AE}" destId="{0B9F9B84-2955-4357-A79B-97B3B11D4187}" srcOrd="0" destOrd="0" presId="urn:microsoft.com/office/officeart/2008/layout/LinedList"/>
    <dgm:cxn modelId="{AF36C360-679D-4086-9DFE-1832C55388CC}" type="presParOf" srcId="{66D0819B-3B64-4F9C-AB99-EBC4D8D560AE}" destId="{9C2341FD-6CB2-4514-8142-3CDA4F412709}" srcOrd="1" destOrd="0" presId="urn:microsoft.com/office/officeart/2008/layout/LinedList"/>
    <dgm:cxn modelId="{BD39F943-A267-4CEF-A38A-942552B5E80E}" type="presParOf" srcId="{9C2341FD-6CB2-4514-8142-3CDA4F412709}" destId="{A51AC3C2-D792-40C0-A79A-B9928679F3BC}" srcOrd="0" destOrd="0" presId="urn:microsoft.com/office/officeart/2008/layout/LinedList"/>
    <dgm:cxn modelId="{C574DDF0-6604-4234-9A36-DB3A71B8B7A9}" type="presParOf" srcId="{9C2341FD-6CB2-4514-8142-3CDA4F412709}" destId="{A08EEB28-D29D-4CCF-9459-BA9109A17B85}" srcOrd="1" destOrd="0" presId="urn:microsoft.com/office/officeart/2008/layout/LinedList"/>
    <dgm:cxn modelId="{70914493-2881-4E20-A7A0-1BD3690E94AA}" type="presParOf" srcId="{9C2341FD-6CB2-4514-8142-3CDA4F412709}" destId="{78A89182-F992-4E33-875E-412DFA98379B}" srcOrd="2" destOrd="0" presId="urn:microsoft.com/office/officeart/2008/layout/LinedList"/>
    <dgm:cxn modelId="{A3D5437D-55E1-47CA-8232-2BE9186EFD45}" type="presParOf" srcId="{66D0819B-3B64-4F9C-AB99-EBC4D8D560AE}" destId="{3D8EF591-8A22-4456-96D3-77277CCF2E21}" srcOrd="2" destOrd="0" presId="urn:microsoft.com/office/officeart/2008/layout/LinedList"/>
    <dgm:cxn modelId="{9E74ED33-A3C5-4D85-B05F-C6C5B73215CA}" type="presParOf" srcId="{66D0819B-3B64-4F9C-AB99-EBC4D8D560AE}" destId="{9304377E-3269-43D0-958C-E8DDBE759B29}" srcOrd="3" destOrd="0" presId="urn:microsoft.com/office/officeart/2008/layout/LinedList"/>
    <dgm:cxn modelId="{52753F9E-3A28-4AE1-84EA-F448AA52E7FA}" type="presParOf" srcId="{6EC8DD8F-F04F-40ED-8FB0-A2B00322952F}" destId="{4382A6A0-31CF-4CD9-ACA2-3188BAD7DB92}" srcOrd="2" destOrd="0" presId="urn:microsoft.com/office/officeart/2008/layout/LinedList"/>
    <dgm:cxn modelId="{43833181-7FFA-4FD2-949B-A6F017B6B720}" type="presParOf" srcId="{6EC8DD8F-F04F-40ED-8FB0-A2B00322952F}" destId="{75D99926-9449-4811-9C17-F7E86AC0F30A}" srcOrd="3" destOrd="0" presId="urn:microsoft.com/office/officeart/2008/layout/LinedList"/>
    <dgm:cxn modelId="{CAB089BF-BB87-474D-A15B-5937A6CC8F8A}" type="presParOf" srcId="{75D99926-9449-4811-9C17-F7E86AC0F30A}" destId="{D899A5E5-A8A8-49F8-843B-31F6FF969057}" srcOrd="0" destOrd="0" presId="urn:microsoft.com/office/officeart/2008/layout/LinedList"/>
    <dgm:cxn modelId="{418DF1D3-4446-4C03-8A8C-C342AC45CA71}" type="presParOf" srcId="{75D99926-9449-4811-9C17-F7E86AC0F30A}" destId="{EC0EEC85-02EF-4DDB-B7BF-FD84E8C30ADD}" srcOrd="1" destOrd="0" presId="urn:microsoft.com/office/officeart/2008/layout/LinedList"/>
    <dgm:cxn modelId="{CF0F269E-6B2E-4989-A622-B3D19DD77A54}" type="presParOf" srcId="{EC0EEC85-02EF-4DDB-B7BF-FD84E8C30ADD}" destId="{D2205425-6EEC-4933-AB31-C06A314D3C49}" srcOrd="0" destOrd="0" presId="urn:microsoft.com/office/officeart/2008/layout/LinedList"/>
    <dgm:cxn modelId="{962B5FDB-A916-4F9B-8C5C-A982E539699D}" type="presParOf" srcId="{EC0EEC85-02EF-4DDB-B7BF-FD84E8C30ADD}" destId="{DD433B9D-569F-46B9-A639-760A419A377C}" srcOrd="1" destOrd="0" presId="urn:microsoft.com/office/officeart/2008/layout/LinedList"/>
    <dgm:cxn modelId="{863F3689-E191-4C67-B59E-890B3DC8CD5E}" type="presParOf" srcId="{DD433B9D-569F-46B9-A639-760A419A377C}" destId="{493924FD-FF4B-4D03-9549-CAD094487D96}" srcOrd="0" destOrd="0" presId="urn:microsoft.com/office/officeart/2008/layout/LinedList"/>
    <dgm:cxn modelId="{2047C973-9E06-4E18-B570-3E82C2BDB1A5}" type="presParOf" srcId="{DD433B9D-569F-46B9-A639-760A419A377C}" destId="{A7577990-0AD8-47EB-B9DB-8469540D77E2}" srcOrd="1" destOrd="0" presId="urn:microsoft.com/office/officeart/2008/layout/LinedList"/>
    <dgm:cxn modelId="{5E62E5C2-F901-4599-B90B-626E239B303D}" type="presParOf" srcId="{DD433B9D-569F-46B9-A639-760A419A377C}" destId="{8D73DA97-FD3D-4B6F-AD0D-161A9CED0183}" srcOrd="2" destOrd="0" presId="urn:microsoft.com/office/officeart/2008/layout/LinedList"/>
    <dgm:cxn modelId="{8B805720-D0B2-4D9A-82FC-4E2BE0EE5BB7}" type="presParOf" srcId="{EC0EEC85-02EF-4DDB-B7BF-FD84E8C30ADD}" destId="{74C9C216-BE34-473D-AF15-23DB8155143C}" srcOrd="2" destOrd="0" presId="urn:microsoft.com/office/officeart/2008/layout/LinedList"/>
    <dgm:cxn modelId="{CCA3C65B-AC07-4A45-A9DA-AE0259AC8A39}" type="presParOf" srcId="{EC0EEC85-02EF-4DDB-B7BF-FD84E8C30ADD}" destId="{43E2A60E-DEC9-4948-9A02-5B8A3D145959}" srcOrd="3" destOrd="0" presId="urn:microsoft.com/office/officeart/2008/layout/LinedList"/>
    <dgm:cxn modelId="{BF7575EB-CB93-4C59-8C6F-3603FAF2D8B2}" type="presParOf" srcId="{6EC8DD8F-F04F-40ED-8FB0-A2B00322952F}" destId="{BE20476F-6526-4D4A-B6B0-CFE3AE36680C}" srcOrd="4" destOrd="0" presId="urn:microsoft.com/office/officeart/2008/layout/LinedList"/>
    <dgm:cxn modelId="{BE7598BA-F539-4645-A420-826C31E282A5}" type="presParOf" srcId="{6EC8DD8F-F04F-40ED-8FB0-A2B00322952F}" destId="{042C6BBC-EFE3-462E-9376-E923683F31F6}" srcOrd="5" destOrd="0" presId="urn:microsoft.com/office/officeart/2008/layout/LinedList"/>
    <dgm:cxn modelId="{28AE6758-7186-4434-9FCA-36A261D1E4E9}" type="presParOf" srcId="{042C6BBC-EFE3-462E-9376-E923683F31F6}" destId="{5DFA294C-6D81-4DE6-A228-C8AE9C624A60}" srcOrd="0" destOrd="0" presId="urn:microsoft.com/office/officeart/2008/layout/LinedList"/>
    <dgm:cxn modelId="{1269ACE7-0D59-43A9-ACF3-422F2C4596A4}" type="presParOf" srcId="{042C6BBC-EFE3-462E-9376-E923683F31F6}" destId="{8E9D09EC-A245-41F8-B192-BDE6CB6DFDCF}" srcOrd="1" destOrd="0" presId="urn:microsoft.com/office/officeart/2008/layout/LinedList"/>
    <dgm:cxn modelId="{EEEE3225-AF92-4446-B8E4-FD84528340E5}" type="presParOf" srcId="{8E9D09EC-A245-41F8-B192-BDE6CB6DFDCF}" destId="{B434F5DB-AB95-45B7-9F05-DF03DEBAB296}" srcOrd="0" destOrd="0" presId="urn:microsoft.com/office/officeart/2008/layout/LinedList"/>
    <dgm:cxn modelId="{C3275DD4-94AE-4324-94E5-D18C7C2097AC}" type="presParOf" srcId="{8E9D09EC-A245-41F8-B192-BDE6CB6DFDCF}" destId="{EFD033EA-BB16-4472-849A-9710C488D34D}" srcOrd="1" destOrd="0" presId="urn:microsoft.com/office/officeart/2008/layout/LinedList"/>
    <dgm:cxn modelId="{78C61E91-0E2C-4D00-9CB9-2C2C271C0891}" type="presParOf" srcId="{EFD033EA-BB16-4472-849A-9710C488D34D}" destId="{B8DA5DEE-D7DD-4755-9458-AEA94E6413B3}" srcOrd="0" destOrd="0" presId="urn:microsoft.com/office/officeart/2008/layout/LinedList"/>
    <dgm:cxn modelId="{9117CA03-DF09-433B-92D1-6062797CB35A}" type="presParOf" srcId="{EFD033EA-BB16-4472-849A-9710C488D34D}" destId="{FB52E3C7-9A2D-4DC4-8B81-EC010B48C78B}" srcOrd="1" destOrd="0" presId="urn:microsoft.com/office/officeart/2008/layout/LinedList"/>
    <dgm:cxn modelId="{1D8F7192-F85B-4F0B-83E1-0880A6374A72}" type="presParOf" srcId="{EFD033EA-BB16-4472-849A-9710C488D34D}" destId="{49CF084D-B238-4613-A9F5-9B124BC9D2E3}" srcOrd="2" destOrd="0" presId="urn:microsoft.com/office/officeart/2008/layout/LinedList"/>
    <dgm:cxn modelId="{616B809E-6594-4A33-A6EA-FD9DC0894059}" type="presParOf" srcId="{8E9D09EC-A245-41F8-B192-BDE6CB6DFDCF}" destId="{65807AB7-01A2-4B3E-BEAE-F5C2D4D2B868}" srcOrd="2" destOrd="0" presId="urn:microsoft.com/office/officeart/2008/layout/LinedList"/>
    <dgm:cxn modelId="{13DE2538-AFE4-4595-910B-89B1530E8564}" type="presParOf" srcId="{8E9D09EC-A245-41F8-B192-BDE6CB6DFDCF}" destId="{94D2346A-62A7-44E9-867B-8F17732E31B2}"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9A926C-D821-4D6E-919A-1BC9D974952A}" type="doc">
      <dgm:prSet loTypeId="urn:microsoft.com/office/officeart/2005/8/layout/process4" loCatId="list" qsTypeId="urn:microsoft.com/office/officeart/2005/8/quickstyle/simple1" qsCatId="simple" csTypeId="urn:microsoft.com/office/officeart/2005/8/colors/accent3_1" csCatId="accent3" phldr="1"/>
      <dgm:spPr/>
      <dgm:t>
        <a:bodyPr/>
        <a:lstStyle/>
        <a:p>
          <a:endParaRPr lang="es-PE"/>
        </a:p>
      </dgm:t>
    </dgm:pt>
    <dgm:pt modelId="{FD20EC9C-9070-4A9C-9BFD-67AA930BDDA8}">
      <dgm:prSet custT="1"/>
      <dgm:spPr/>
      <dgm:t>
        <a:bodyPr/>
        <a:lstStyle/>
        <a:p>
          <a:r>
            <a:rPr lang="es-ES" sz="2400" dirty="0"/>
            <a:t>Es herramienta educativa (vocabulario común) que permite:</a:t>
          </a:r>
          <a:endParaRPr lang="es-PE" sz="2400" dirty="0"/>
        </a:p>
      </dgm:t>
    </dgm:pt>
    <dgm:pt modelId="{9EC9C1E8-3749-4D01-AA78-3FEABFE84B57}" type="parTrans" cxnId="{72D5FED7-8D47-4D5E-B382-478ACD2F4B68}">
      <dgm:prSet/>
      <dgm:spPr/>
      <dgm:t>
        <a:bodyPr/>
        <a:lstStyle/>
        <a:p>
          <a:endParaRPr lang="es-PE"/>
        </a:p>
      </dgm:t>
    </dgm:pt>
    <dgm:pt modelId="{A7EFF086-7D67-424E-A1F2-7A29F4F1EAEC}" type="sibTrans" cxnId="{72D5FED7-8D47-4D5E-B382-478ACD2F4B68}">
      <dgm:prSet/>
      <dgm:spPr/>
      <dgm:t>
        <a:bodyPr/>
        <a:lstStyle/>
        <a:p>
          <a:endParaRPr lang="es-PE"/>
        </a:p>
      </dgm:t>
    </dgm:pt>
    <dgm:pt modelId="{A3CE64DE-809E-4A20-98A2-2A8C9386C8C3}">
      <dgm:prSet/>
      <dgm:spPr/>
      <dgm:t>
        <a:bodyPr/>
        <a:lstStyle/>
        <a:p>
          <a:r>
            <a:rPr lang="es-ES" dirty="0"/>
            <a:t>Clasificar y organizar los </a:t>
          </a:r>
          <a:r>
            <a:rPr lang="es-ES" b="1" dirty="0"/>
            <a:t>objetivos de aprendizaje </a:t>
          </a:r>
          <a:r>
            <a:rPr lang="es-ES" dirty="0"/>
            <a:t>en distintos niveles de complejidad cognitiva.</a:t>
          </a:r>
          <a:endParaRPr lang="es-PE" dirty="0"/>
        </a:p>
      </dgm:t>
    </dgm:pt>
    <dgm:pt modelId="{500DB6FF-9558-4BB1-9F45-A24F00E8591D}" type="parTrans" cxnId="{DA261890-1549-498A-B868-F8C560072011}">
      <dgm:prSet/>
      <dgm:spPr/>
      <dgm:t>
        <a:bodyPr/>
        <a:lstStyle/>
        <a:p>
          <a:endParaRPr lang="es-PE"/>
        </a:p>
      </dgm:t>
    </dgm:pt>
    <dgm:pt modelId="{8C7CD7A5-FE27-4769-91C5-4510C584B0D1}" type="sibTrans" cxnId="{DA261890-1549-498A-B868-F8C560072011}">
      <dgm:prSet/>
      <dgm:spPr/>
      <dgm:t>
        <a:bodyPr/>
        <a:lstStyle/>
        <a:p>
          <a:endParaRPr lang="es-PE"/>
        </a:p>
      </dgm:t>
    </dgm:pt>
    <dgm:pt modelId="{971911A7-B870-4A6F-B451-7A9F34128F0B}">
      <dgm:prSet/>
      <dgm:spPr/>
      <dgm:t>
        <a:bodyPr/>
        <a:lstStyle/>
        <a:p>
          <a:r>
            <a:rPr lang="es-ES" b="1" dirty="0"/>
            <a:t>Construir actividades </a:t>
          </a:r>
          <a:r>
            <a:rPr lang="es-ES" dirty="0"/>
            <a:t>de aprendizaje asociadas (preguntas) con habilitades / destrezas cognitivas.</a:t>
          </a:r>
          <a:endParaRPr lang="es-PE" dirty="0"/>
        </a:p>
      </dgm:t>
    </dgm:pt>
    <dgm:pt modelId="{E284620D-C471-4C3A-BF85-6C9895EA84CD}" type="parTrans" cxnId="{629875CE-3E06-45F6-BC59-58B689F10BDF}">
      <dgm:prSet/>
      <dgm:spPr/>
      <dgm:t>
        <a:bodyPr/>
        <a:lstStyle/>
        <a:p>
          <a:endParaRPr lang="es-PE"/>
        </a:p>
      </dgm:t>
    </dgm:pt>
    <dgm:pt modelId="{352D8AD4-AEAA-4BAF-A590-E0F7E9975A24}" type="sibTrans" cxnId="{629875CE-3E06-45F6-BC59-58B689F10BDF}">
      <dgm:prSet/>
      <dgm:spPr/>
      <dgm:t>
        <a:bodyPr/>
        <a:lstStyle/>
        <a:p>
          <a:endParaRPr lang="es-PE"/>
        </a:p>
      </dgm:t>
    </dgm:pt>
    <dgm:pt modelId="{8ED62914-873C-4E47-9B34-6CFEEFA377F8}">
      <dgm:prSet/>
      <dgm:spPr/>
      <dgm:t>
        <a:bodyPr/>
        <a:lstStyle/>
        <a:p>
          <a:r>
            <a:rPr lang="es-ES" b="1" dirty="0"/>
            <a:t>Traducir </a:t>
          </a:r>
          <a:r>
            <a:rPr lang="es-ES" dirty="0"/>
            <a:t>los requerimientos de las </a:t>
          </a:r>
          <a:r>
            <a:rPr lang="es-ES" b="1" dirty="0"/>
            <a:t>capacidades</a:t>
          </a:r>
          <a:r>
            <a:rPr lang="es-ES" dirty="0"/>
            <a:t> en ítems aplicables en un examen de </a:t>
          </a:r>
          <a:r>
            <a:rPr lang="es-ES" dirty="0" err="1"/>
            <a:t>multiple</a:t>
          </a:r>
          <a:r>
            <a:rPr lang="es-ES" dirty="0"/>
            <a:t> </a:t>
          </a:r>
          <a:r>
            <a:rPr lang="es-ES" dirty="0" err="1"/>
            <a:t>choice</a:t>
          </a:r>
          <a:r>
            <a:rPr lang="es-ES" dirty="0"/>
            <a:t>.</a:t>
          </a:r>
          <a:endParaRPr lang="es-PE" dirty="0"/>
        </a:p>
      </dgm:t>
    </dgm:pt>
    <dgm:pt modelId="{11E7C2A3-926F-4520-AD1F-033534DA234D}" type="parTrans" cxnId="{0278231C-6C9A-4776-A143-C2666EC0B6E8}">
      <dgm:prSet/>
      <dgm:spPr/>
      <dgm:t>
        <a:bodyPr/>
        <a:lstStyle/>
        <a:p>
          <a:endParaRPr lang="es-PE"/>
        </a:p>
      </dgm:t>
    </dgm:pt>
    <dgm:pt modelId="{44D57B0B-61A9-4A55-B3B0-ADC6074E214C}" type="sibTrans" cxnId="{0278231C-6C9A-4776-A143-C2666EC0B6E8}">
      <dgm:prSet/>
      <dgm:spPr/>
      <dgm:t>
        <a:bodyPr/>
        <a:lstStyle/>
        <a:p>
          <a:endParaRPr lang="es-PE"/>
        </a:p>
      </dgm:t>
    </dgm:pt>
    <dgm:pt modelId="{843D9D68-27D1-4654-9769-50A832786D21}" type="pres">
      <dgm:prSet presAssocID="{989A926C-D821-4D6E-919A-1BC9D974952A}" presName="Name0" presStyleCnt="0">
        <dgm:presLayoutVars>
          <dgm:dir/>
          <dgm:animLvl val="lvl"/>
          <dgm:resizeHandles val="exact"/>
        </dgm:presLayoutVars>
      </dgm:prSet>
      <dgm:spPr/>
    </dgm:pt>
    <dgm:pt modelId="{634C1A39-2AB9-486D-B2BF-FED0C20B4FB6}" type="pres">
      <dgm:prSet presAssocID="{FD20EC9C-9070-4A9C-9BFD-67AA930BDDA8}" presName="boxAndChildren" presStyleCnt="0"/>
      <dgm:spPr/>
    </dgm:pt>
    <dgm:pt modelId="{79EEEFC6-BA66-4EC7-A3F3-2C47DEDCB23B}" type="pres">
      <dgm:prSet presAssocID="{FD20EC9C-9070-4A9C-9BFD-67AA930BDDA8}" presName="parentTextBox" presStyleLbl="node1" presStyleIdx="0" presStyleCnt="1"/>
      <dgm:spPr/>
    </dgm:pt>
    <dgm:pt modelId="{FBA0679D-7274-4CA8-9289-3DE3327672D8}" type="pres">
      <dgm:prSet presAssocID="{FD20EC9C-9070-4A9C-9BFD-67AA930BDDA8}" presName="entireBox" presStyleLbl="node1" presStyleIdx="0" presStyleCnt="1"/>
      <dgm:spPr/>
    </dgm:pt>
    <dgm:pt modelId="{38187363-DB13-4A51-8BDD-DFB1FF6F7C15}" type="pres">
      <dgm:prSet presAssocID="{FD20EC9C-9070-4A9C-9BFD-67AA930BDDA8}" presName="descendantBox" presStyleCnt="0"/>
      <dgm:spPr/>
    </dgm:pt>
    <dgm:pt modelId="{809C3B2A-F3B3-4E79-8C00-D377A5AE23C1}" type="pres">
      <dgm:prSet presAssocID="{A3CE64DE-809E-4A20-98A2-2A8C9386C8C3}" presName="childTextBox" presStyleLbl="fgAccFollowNode1" presStyleIdx="0" presStyleCnt="3">
        <dgm:presLayoutVars>
          <dgm:bulletEnabled val="1"/>
        </dgm:presLayoutVars>
      </dgm:prSet>
      <dgm:spPr/>
    </dgm:pt>
    <dgm:pt modelId="{E08EA0D7-5489-4663-829B-6090F555407B}" type="pres">
      <dgm:prSet presAssocID="{971911A7-B870-4A6F-B451-7A9F34128F0B}" presName="childTextBox" presStyleLbl="fgAccFollowNode1" presStyleIdx="1" presStyleCnt="3">
        <dgm:presLayoutVars>
          <dgm:bulletEnabled val="1"/>
        </dgm:presLayoutVars>
      </dgm:prSet>
      <dgm:spPr/>
    </dgm:pt>
    <dgm:pt modelId="{2BC1D9B1-0B3B-434A-A8E5-65C71B8CA3C9}" type="pres">
      <dgm:prSet presAssocID="{8ED62914-873C-4E47-9B34-6CFEEFA377F8}" presName="childTextBox" presStyleLbl="fgAccFollowNode1" presStyleIdx="2" presStyleCnt="3">
        <dgm:presLayoutVars>
          <dgm:bulletEnabled val="1"/>
        </dgm:presLayoutVars>
      </dgm:prSet>
      <dgm:spPr/>
    </dgm:pt>
  </dgm:ptLst>
  <dgm:cxnLst>
    <dgm:cxn modelId="{D3613113-4305-416D-81E6-A61A2AF4EC65}" type="presOf" srcId="{8ED62914-873C-4E47-9B34-6CFEEFA377F8}" destId="{2BC1D9B1-0B3B-434A-A8E5-65C71B8CA3C9}" srcOrd="0" destOrd="0" presId="urn:microsoft.com/office/officeart/2005/8/layout/process4"/>
    <dgm:cxn modelId="{0278231C-6C9A-4776-A143-C2666EC0B6E8}" srcId="{FD20EC9C-9070-4A9C-9BFD-67AA930BDDA8}" destId="{8ED62914-873C-4E47-9B34-6CFEEFA377F8}" srcOrd="2" destOrd="0" parTransId="{11E7C2A3-926F-4520-AD1F-033534DA234D}" sibTransId="{44D57B0B-61A9-4A55-B3B0-ADC6074E214C}"/>
    <dgm:cxn modelId="{B67C3B54-0865-4DE1-BC87-9A88A50388BC}" type="presOf" srcId="{989A926C-D821-4D6E-919A-1BC9D974952A}" destId="{843D9D68-27D1-4654-9769-50A832786D21}" srcOrd="0" destOrd="0" presId="urn:microsoft.com/office/officeart/2005/8/layout/process4"/>
    <dgm:cxn modelId="{C4F33E8C-702E-44E2-8E0B-0DD2190F597C}" type="presOf" srcId="{FD20EC9C-9070-4A9C-9BFD-67AA930BDDA8}" destId="{FBA0679D-7274-4CA8-9289-3DE3327672D8}" srcOrd="1" destOrd="0" presId="urn:microsoft.com/office/officeart/2005/8/layout/process4"/>
    <dgm:cxn modelId="{DA261890-1549-498A-B868-F8C560072011}" srcId="{FD20EC9C-9070-4A9C-9BFD-67AA930BDDA8}" destId="{A3CE64DE-809E-4A20-98A2-2A8C9386C8C3}" srcOrd="0" destOrd="0" parTransId="{500DB6FF-9558-4BB1-9F45-A24F00E8591D}" sibTransId="{8C7CD7A5-FE27-4769-91C5-4510C584B0D1}"/>
    <dgm:cxn modelId="{101E37CD-E39C-4BC5-9E10-A7EC8F12290D}" type="presOf" srcId="{971911A7-B870-4A6F-B451-7A9F34128F0B}" destId="{E08EA0D7-5489-4663-829B-6090F555407B}" srcOrd="0" destOrd="0" presId="urn:microsoft.com/office/officeart/2005/8/layout/process4"/>
    <dgm:cxn modelId="{629875CE-3E06-45F6-BC59-58B689F10BDF}" srcId="{FD20EC9C-9070-4A9C-9BFD-67AA930BDDA8}" destId="{971911A7-B870-4A6F-B451-7A9F34128F0B}" srcOrd="1" destOrd="0" parTransId="{E284620D-C471-4C3A-BF85-6C9895EA84CD}" sibTransId="{352D8AD4-AEAA-4BAF-A590-E0F7E9975A24}"/>
    <dgm:cxn modelId="{4B5D46D0-F22A-40AD-851E-4C1DD96582E4}" type="presOf" srcId="{A3CE64DE-809E-4A20-98A2-2A8C9386C8C3}" destId="{809C3B2A-F3B3-4E79-8C00-D377A5AE23C1}" srcOrd="0" destOrd="0" presId="urn:microsoft.com/office/officeart/2005/8/layout/process4"/>
    <dgm:cxn modelId="{72D5FED7-8D47-4D5E-B382-478ACD2F4B68}" srcId="{989A926C-D821-4D6E-919A-1BC9D974952A}" destId="{FD20EC9C-9070-4A9C-9BFD-67AA930BDDA8}" srcOrd="0" destOrd="0" parTransId="{9EC9C1E8-3749-4D01-AA78-3FEABFE84B57}" sibTransId="{A7EFF086-7D67-424E-A1F2-7A29F4F1EAEC}"/>
    <dgm:cxn modelId="{429CEEFA-798E-4605-950C-F68555AA2CF4}" type="presOf" srcId="{FD20EC9C-9070-4A9C-9BFD-67AA930BDDA8}" destId="{79EEEFC6-BA66-4EC7-A3F3-2C47DEDCB23B}" srcOrd="0" destOrd="0" presId="urn:microsoft.com/office/officeart/2005/8/layout/process4"/>
    <dgm:cxn modelId="{07083A33-9920-47C1-B2AB-8C59CC9885F3}" type="presParOf" srcId="{843D9D68-27D1-4654-9769-50A832786D21}" destId="{634C1A39-2AB9-486D-B2BF-FED0C20B4FB6}" srcOrd="0" destOrd="0" presId="urn:microsoft.com/office/officeart/2005/8/layout/process4"/>
    <dgm:cxn modelId="{B5B0D907-B7B5-4319-9559-141C274E12D7}" type="presParOf" srcId="{634C1A39-2AB9-486D-B2BF-FED0C20B4FB6}" destId="{79EEEFC6-BA66-4EC7-A3F3-2C47DEDCB23B}" srcOrd="0" destOrd="0" presId="urn:microsoft.com/office/officeart/2005/8/layout/process4"/>
    <dgm:cxn modelId="{3C4479B3-4776-4A37-8DC1-1D3B433BD50A}" type="presParOf" srcId="{634C1A39-2AB9-486D-B2BF-FED0C20B4FB6}" destId="{FBA0679D-7274-4CA8-9289-3DE3327672D8}" srcOrd="1" destOrd="0" presId="urn:microsoft.com/office/officeart/2005/8/layout/process4"/>
    <dgm:cxn modelId="{70614F9C-1443-4FED-9076-5C76A8463967}" type="presParOf" srcId="{634C1A39-2AB9-486D-B2BF-FED0C20B4FB6}" destId="{38187363-DB13-4A51-8BDD-DFB1FF6F7C15}" srcOrd="2" destOrd="0" presId="urn:microsoft.com/office/officeart/2005/8/layout/process4"/>
    <dgm:cxn modelId="{30A4E0B0-9829-40D7-9033-349B8A84EB01}" type="presParOf" srcId="{38187363-DB13-4A51-8BDD-DFB1FF6F7C15}" destId="{809C3B2A-F3B3-4E79-8C00-D377A5AE23C1}" srcOrd="0" destOrd="0" presId="urn:microsoft.com/office/officeart/2005/8/layout/process4"/>
    <dgm:cxn modelId="{F3A7EFCF-C863-447F-9BAA-00A908E2521E}" type="presParOf" srcId="{38187363-DB13-4A51-8BDD-DFB1FF6F7C15}" destId="{E08EA0D7-5489-4663-829B-6090F555407B}" srcOrd="1" destOrd="0" presId="urn:microsoft.com/office/officeart/2005/8/layout/process4"/>
    <dgm:cxn modelId="{B2E7D0FE-CD05-4EBD-8520-8BCC2996269D}" type="presParOf" srcId="{38187363-DB13-4A51-8BDD-DFB1FF6F7C15}" destId="{2BC1D9B1-0B3B-434A-A8E5-65C71B8CA3C9}" srcOrd="2"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B824E7C-61DD-4090-B983-9A18C08C468E}" type="doc">
      <dgm:prSet loTypeId="urn:microsoft.com/office/officeart/2008/layout/LinedList" loCatId="list" qsTypeId="urn:microsoft.com/office/officeart/2005/8/quickstyle/simple1" qsCatId="simple" csTypeId="urn:microsoft.com/office/officeart/2005/8/colors/colorful3" csCatId="colorful" phldr="1"/>
      <dgm:spPr/>
      <dgm:t>
        <a:bodyPr/>
        <a:lstStyle/>
        <a:p>
          <a:endParaRPr lang="es-ES"/>
        </a:p>
      </dgm:t>
    </dgm:pt>
    <dgm:pt modelId="{264B177E-EF09-472E-9DA4-987852A34E82}">
      <dgm:prSet custT="1"/>
      <dgm:spPr>
        <a:solidFill>
          <a:schemeClr val="bg1"/>
        </a:solidFill>
      </dgm:spPr>
      <dgm:t>
        <a:bodyPr/>
        <a:lstStyle/>
        <a:p>
          <a:pPr rtl="0"/>
          <a:r>
            <a:rPr lang="es-MX" sz="2400" b="0" dirty="0"/>
            <a:t>Aplicación</a:t>
          </a:r>
          <a:endParaRPr lang="en-US" sz="2800" b="0" dirty="0"/>
        </a:p>
      </dgm:t>
    </dgm:pt>
    <dgm:pt modelId="{0058858E-6DE8-4A9D-8C17-FA32CA45CF28}" type="parTrans" cxnId="{D1095D3F-773C-4F35-BBD0-40435F0EE309}">
      <dgm:prSet/>
      <dgm:spPr/>
      <dgm:t>
        <a:bodyPr/>
        <a:lstStyle/>
        <a:p>
          <a:endParaRPr lang="es-ES"/>
        </a:p>
      </dgm:t>
    </dgm:pt>
    <dgm:pt modelId="{25891B31-2812-402F-944A-F06C4E8F7840}" type="sibTrans" cxnId="{D1095D3F-773C-4F35-BBD0-40435F0EE309}">
      <dgm:prSet/>
      <dgm:spPr/>
      <dgm:t>
        <a:bodyPr/>
        <a:lstStyle/>
        <a:p>
          <a:endParaRPr lang="es-ES"/>
        </a:p>
      </dgm:t>
    </dgm:pt>
    <dgm:pt modelId="{0F25ACFA-D75D-4D62-AB63-0A9433589DC9}">
      <dgm:prSet custT="1"/>
      <dgm:spPr>
        <a:solidFill>
          <a:schemeClr val="bg1"/>
        </a:solidFill>
      </dgm:spPr>
      <dgm:t>
        <a:bodyPr/>
        <a:lstStyle/>
        <a:p>
          <a:pPr rtl="0"/>
          <a:r>
            <a:rPr lang="es-MX" sz="1400" dirty="0"/>
            <a:t>El</a:t>
          </a:r>
          <a:r>
            <a:rPr lang="es-MX" sz="1600" dirty="0"/>
            <a:t> </a:t>
          </a:r>
          <a:r>
            <a:rPr lang="es-MX" sz="1400" dirty="0"/>
            <a:t>estudiante selecciona, transfiere y utiliza datos; los procesa por medio de algoritmos, métodos, conceptos y/o procedimientos para completar un problema o tarea. </a:t>
          </a:r>
          <a:endParaRPr lang="en-US" sz="1600" dirty="0"/>
        </a:p>
      </dgm:t>
    </dgm:pt>
    <dgm:pt modelId="{1756C81F-1DE5-4590-8423-7CC3DD5600FF}" type="parTrans" cxnId="{ABF672A0-E1E1-402E-B3A3-4D4943752257}">
      <dgm:prSet/>
      <dgm:spPr/>
      <dgm:t>
        <a:bodyPr/>
        <a:lstStyle/>
        <a:p>
          <a:endParaRPr lang="es-ES"/>
        </a:p>
      </dgm:t>
    </dgm:pt>
    <dgm:pt modelId="{87F64398-BAD2-4330-B526-955E2AF06EBD}" type="sibTrans" cxnId="{ABF672A0-E1E1-402E-B3A3-4D4943752257}">
      <dgm:prSet/>
      <dgm:spPr/>
      <dgm:t>
        <a:bodyPr/>
        <a:lstStyle/>
        <a:p>
          <a:endParaRPr lang="es-ES"/>
        </a:p>
      </dgm:t>
    </dgm:pt>
    <dgm:pt modelId="{723CEFF9-EBB5-4255-B58B-EB76BF7AA8D0}">
      <dgm:prSet custT="1"/>
      <dgm:spPr>
        <a:solidFill>
          <a:schemeClr val="bg1"/>
        </a:solidFill>
      </dgm:spPr>
      <dgm:t>
        <a:bodyPr/>
        <a:lstStyle/>
        <a:p>
          <a:pPr rtl="0"/>
          <a:r>
            <a:rPr lang="es-MX" sz="1400" dirty="0"/>
            <a:t>Utiliza la información que ha recibido en situaciones nuevas y concretas para resolver problemas. </a:t>
          </a:r>
          <a:endParaRPr lang="en-US" sz="1400" dirty="0"/>
        </a:p>
      </dgm:t>
    </dgm:pt>
    <dgm:pt modelId="{DDEF3A9F-E3E9-4025-B072-E2127549B4B6}" type="parTrans" cxnId="{722B6BE5-C288-4199-8ACC-713EBEBBB951}">
      <dgm:prSet/>
      <dgm:spPr/>
      <dgm:t>
        <a:bodyPr/>
        <a:lstStyle/>
        <a:p>
          <a:endParaRPr lang="es-ES"/>
        </a:p>
      </dgm:t>
    </dgm:pt>
    <dgm:pt modelId="{AA3FC90E-0B67-4F27-887A-4C7E7F7E3750}" type="sibTrans" cxnId="{722B6BE5-C288-4199-8ACC-713EBEBBB951}">
      <dgm:prSet/>
      <dgm:spPr/>
      <dgm:t>
        <a:bodyPr/>
        <a:lstStyle/>
        <a:p>
          <a:endParaRPr lang="es-ES"/>
        </a:p>
      </dgm:t>
    </dgm:pt>
    <dgm:pt modelId="{A5BE1A68-3899-497A-98E6-6D8FA5D7F1C6}">
      <dgm:prSet custT="1"/>
      <dgm:spPr>
        <a:solidFill>
          <a:schemeClr val="bg1"/>
        </a:solidFill>
      </dgm:spPr>
      <dgm:t>
        <a:bodyPr/>
        <a:lstStyle/>
        <a:p>
          <a:pPr rtl="0"/>
          <a:r>
            <a:rPr lang="es-MX" sz="1400" dirty="0"/>
            <a:t>Utiliza las habilidades adquiridas a nuevas situaciones que se le presentan.</a:t>
          </a:r>
          <a:endParaRPr lang="en-US" sz="1400" dirty="0"/>
        </a:p>
      </dgm:t>
    </dgm:pt>
    <dgm:pt modelId="{5D8662EC-FD76-40BE-99DD-1614C81821D6}" type="parTrans" cxnId="{26DC7D97-5E4C-4746-A0BE-01023308EEA7}">
      <dgm:prSet/>
      <dgm:spPr/>
      <dgm:t>
        <a:bodyPr/>
        <a:lstStyle/>
        <a:p>
          <a:endParaRPr lang="es-ES"/>
        </a:p>
      </dgm:t>
    </dgm:pt>
    <dgm:pt modelId="{5A6673D6-12EF-407D-A163-46766F7A8AEB}" type="sibTrans" cxnId="{26DC7D97-5E4C-4746-A0BE-01023308EEA7}">
      <dgm:prSet/>
      <dgm:spPr/>
      <dgm:t>
        <a:bodyPr/>
        <a:lstStyle/>
        <a:p>
          <a:endParaRPr lang="es-ES"/>
        </a:p>
      </dgm:t>
    </dgm:pt>
    <dgm:pt modelId="{CC814E48-1FA7-4161-81F4-3260AEFAF3C4}">
      <dgm:prSet custT="1"/>
      <dgm:spPr>
        <a:solidFill>
          <a:schemeClr val="bg1"/>
        </a:solidFill>
      </dgm:spPr>
      <dgm:t>
        <a:bodyPr/>
        <a:lstStyle/>
        <a:p>
          <a:pPr rtl="0"/>
          <a:r>
            <a:rPr lang="es-MX" sz="2400" dirty="0"/>
            <a:t>Análisis</a:t>
          </a:r>
          <a:endParaRPr lang="en-US" sz="2400" dirty="0"/>
        </a:p>
      </dgm:t>
    </dgm:pt>
    <dgm:pt modelId="{834FE4F5-1F63-412B-87D6-80037BF1CB23}" type="parTrans" cxnId="{0A2FFF60-0316-49CB-9DC2-C15ACB39BB38}">
      <dgm:prSet/>
      <dgm:spPr/>
      <dgm:t>
        <a:bodyPr/>
        <a:lstStyle/>
        <a:p>
          <a:endParaRPr lang="es-ES"/>
        </a:p>
      </dgm:t>
    </dgm:pt>
    <dgm:pt modelId="{85BEFE8D-EA72-47B8-80AE-FCE532394F8B}" type="sibTrans" cxnId="{0A2FFF60-0316-49CB-9DC2-C15ACB39BB38}">
      <dgm:prSet/>
      <dgm:spPr/>
      <dgm:t>
        <a:bodyPr/>
        <a:lstStyle/>
        <a:p>
          <a:endParaRPr lang="es-ES"/>
        </a:p>
      </dgm:t>
    </dgm:pt>
    <dgm:pt modelId="{21154A59-3C3F-4EA8-9A6F-32CBF83796DD}">
      <dgm:prSet custT="1"/>
      <dgm:spPr>
        <a:solidFill>
          <a:schemeClr val="bg1"/>
        </a:solidFill>
      </dgm:spPr>
      <dgm:t>
        <a:bodyPr/>
        <a:lstStyle/>
        <a:p>
          <a:pPr rtl="0"/>
          <a:r>
            <a:rPr lang="es-MX" sz="1400" dirty="0"/>
            <a:t>El estudiante distingue, clasifica y relaciona evidencias o estructuras de un hecho o de una pregunta.</a:t>
          </a:r>
          <a:endParaRPr lang="en-US" sz="1400" dirty="0"/>
        </a:p>
      </dgm:t>
    </dgm:pt>
    <dgm:pt modelId="{4264287E-48D8-4231-8415-362201DB39DD}" type="parTrans" cxnId="{95FBC0D3-242B-44C8-85EA-AB689A6192F6}">
      <dgm:prSet/>
      <dgm:spPr/>
      <dgm:t>
        <a:bodyPr/>
        <a:lstStyle/>
        <a:p>
          <a:endParaRPr lang="es-ES"/>
        </a:p>
      </dgm:t>
    </dgm:pt>
    <dgm:pt modelId="{CD4A4C20-BCED-4C45-A3D1-E2133819189D}" type="sibTrans" cxnId="{95FBC0D3-242B-44C8-85EA-AB689A6192F6}">
      <dgm:prSet/>
      <dgm:spPr/>
      <dgm:t>
        <a:bodyPr/>
        <a:lstStyle/>
        <a:p>
          <a:endParaRPr lang="es-ES"/>
        </a:p>
      </dgm:t>
    </dgm:pt>
    <dgm:pt modelId="{EDDE74B5-B1B8-4E81-AB11-1EF216210413}">
      <dgm:prSet custT="1"/>
      <dgm:spPr>
        <a:solidFill>
          <a:schemeClr val="bg1"/>
        </a:solidFill>
      </dgm:spPr>
      <dgm:t>
        <a:bodyPr/>
        <a:lstStyle/>
        <a:p>
          <a:pPr rtl="0"/>
          <a:r>
            <a:rPr lang="es-MX" sz="1400" dirty="0"/>
            <a:t>Intenta entender la estructura de la organización del material informativo examinando las partes de les que se compone. </a:t>
          </a:r>
          <a:endParaRPr lang="en-US" sz="1400" dirty="0"/>
        </a:p>
      </dgm:t>
    </dgm:pt>
    <dgm:pt modelId="{3FAF9F9C-AC0D-4860-B44F-04DC59D3D0D8}" type="parTrans" cxnId="{2A804121-11C1-4537-BBB2-44A0FF17500E}">
      <dgm:prSet/>
      <dgm:spPr/>
      <dgm:t>
        <a:bodyPr/>
        <a:lstStyle/>
        <a:p>
          <a:endParaRPr lang="es-ES"/>
        </a:p>
      </dgm:t>
    </dgm:pt>
    <dgm:pt modelId="{BFBCDA0F-5F6C-41EA-A977-9D72DAF62CD2}" type="sibTrans" cxnId="{2A804121-11C1-4537-BBB2-44A0FF17500E}">
      <dgm:prSet/>
      <dgm:spPr/>
      <dgm:t>
        <a:bodyPr/>
        <a:lstStyle/>
        <a:p>
          <a:endParaRPr lang="es-ES"/>
        </a:p>
      </dgm:t>
    </dgm:pt>
    <dgm:pt modelId="{2BA3BAA0-CEB4-4F9C-9EBB-D0428CEE87DE}">
      <dgm:prSet custT="1"/>
      <dgm:spPr>
        <a:solidFill>
          <a:schemeClr val="bg1"/>
        </a:solidFill>
      </dgm:spPr>
      <dgm:t>
        <a:bodyPr/>
        <a:lstStyle/>
        <a:p>
          <a:pPr rtl="0"/>
          <a:r>
            <a:rPr lang="es-MX" sz="1400" dirty="0"/>
            <a:t>La información le sirve para desarrollar inferencias, deductivas o inductivas </a:t>
          </a:r>
          <a:endParaRPr lang="en-US" sz="1400" dirty="0"/>
        </a:p>
      </dgm:t>
    </dgm:pt>
    <dgm:pt modelId="{1C543939-366D-40B9-B954-38057F9E4127}" type="parTrans" cxnId="{752C61FC-D7B2-45A0-9FE8-176EAE9ADBB7}">
      <dgm:prSet/>
      <dgm:spPr/>
      <dgm:t>
        <a:bodyPr/>
        <a:lstStyle/>
        <a:p>
          <a:endParaRPr lang="es-ES"/>
        </a:p>
      </dgm:t>
    </dgm:pt>
    <dgm:pt modelId="{FF1307BD-DAF0-47F4-93BF-D55B64D6DC3F}" type="sibTrans" cxnId="{752C61FC-D7B2-45A0-9FE8-176EAE9ADBB7}">
      <dgm:prSet/>
      <dgm:spPr/>
      <dgm:t>
        <a:bodyPr/>
        <a:lstStyle/>
        <a:p>
          <a:endParaRPr lang="es-ES"/>
        </a:p>
      </dgm:t>
    </dgm:pt>
    <dgm:pt modelId="{D29741DF-EEB5-43BB-B996-E0AEBD48008E}">
      <dgm:prSet custT="1"/>
      <dgm:spPr>
        <a:solidFill>
          <a:schemeClr val="bg1"/>
        </a:solidFill>
      </dgm:spPr>
      <dgm:t>
        <a:bodyPr/>
        <a:lstStyle/>
        <a:p>
          <a:pPr rtl="0"/>
          <a:r>
            <a:rPr lang="es-MX" sz="2400" dirty="0"/>
            <a:t>Síntesis</a:t>
          </a:r>
          <a:endParaRPr lang="en-US" sz="2400" dirty="0"/>
        </a:p>
      </dgm:t>
    </dgm:pt>
    <dgm:pt modelId="{50417DB5-1613-4ACC-8992-1669C97C1496}" type="parTrans" cxnId="{E8D20732-C0E8-4C94-B804-2B13E2C8DF46}">
      <dgm:prSet/>
      <dgm:spPr/>
      <dgm:t>
        <a:bodyPr/>
        <a:lstStyle/>
        <a:p>
          <a:endParaRPr lang="es-ES"/>
        </a:p>
      </dgm:t>
    </dgm:pt>
    <dgm:pt modelId="{8E257AD7-D47C-462A-B034-4AE5EF08BA64}" type="sibTrans" cxnId="{E8D20732-C0E8-4C94-B804-2B13E2C8DF46}">
      <dgm:prSet/>
      <dgm:spPr/>
      <dgm:t>
        <a:bodyPr/>
        <a:lstStyle/>
        <a:p>
          <a:endParaRPr lang="es-ES"/>
        </a:p>
      </dgm:t>
    </dgm:pt>
    <dgm:pt modelId="{B9822016-04F7-47E3-99AF-E10ABA3CE136}">
      <dgm:prSet custT="1"/>
      <dgm:spPr>
        <a:solidFill>
          <a:schemeClr val="bg1"/>
        </a:solidFill>
      </dgm:spPr>
      <dgm:t>
        <a:bodyPr/>
        <a:lstStyle/>
        <a:p>
          <a:pPr rtl="0"/>
          <a:r>
            <a:rPr lang="es-MX" sz="1400" dirty="0"/>
            <a:t>Integrar información en nuevas fórmulas.</a:t>
          </a:r>
          <a:endParaRPr lang="en-US" sz="1400" dirty="0"/>
        </a:p>
      </dgm:t>
    </dgm:pt>
    <dgm:pt modelId="{98D14F8D-6E6C-4D09-B123-5570F3DA0AAC}" type="parTrans" cxnId="{75220103-0697-40BC-90D3-17829DFAEA4C}">
      <dgm:prSet/>
      <dgm:spPr/>
      <dgm:t>
        <a:bodyPr/>
        <a:lstStyle/>
        <a:p>
          <a:endParaRPr lang="es-ES"/>
        </a:p>
      </dgm:t>
    </dgm:pt>
    <dgm:pt modelId="{4368D0E3-6259-4990-8E7E-851F7EF0634A}" type="sibTrans" cxnId="{75220103-0697-40BC-90D3-17829DFAEA4C}">
      <dgm:prSet/>
      <dgm:spPr/>
      <dgm:t>
        <a:bodyPr/>
        <a:lstStyle/>
        <a:p>
          <a:endParaRPr lang="es-ES"/>
        </a:p>
      </dgm:t>
    </dgm:pt>
    <dgm:pt modelId="{EB139D15-0416-486C-923B-B52AFF6678AF}">
      <dgm:prSet custT="1"/>
      <dgm:spPr>
        <a:solidFill>
          <a:schemeClr val="bg1"/>
        </a:solidFill>
      </dgm:spPr>
      <dgm:t>
        <a:bodyPr/>
        <a:lstStyle/>
        <a:p>
          <a:pPr rtl="0"/>
          <a:r>
            <a:rPr lang="es-MX" sz="1400" dirty="0"/>
            <a:t>Relacionar elementos de diversa naturaleza y establecer conexiones para obtener conclusiones.</a:t>
          </a:r>
          <a:endParaRPr lang="en-US" sz="1400" dirty="0"/>
        </a:p>
      </dgm:t>
    </dgm:pt>
    <dgm:pt modelId="{06AA288B-A782-4C89-BB94-6DB3B57A8EF3}" type="parTrans" cxnId="{7CDA366F-DE98-4B5A-A77A-678B9F281209}">
      <dgm:prSet/>
      <dgm:spPr/>
      <dgm:t>
        <a:bodyPr/>
        <a:lstStyle/>
        <a:p>
          <a:endParaRPr lang="es-ES"/>
        </a:p>
      </dgm:t>
    </dgm:pt>
    <dgm:pt modelId="{6524E796-A71E-4354-AB66-05604B9D495D}" type="sibTrans" cxnId="{7CDA366F-DE98-4B5A-A77A-678B9F281209}">
      <dgm:prSet/>
      <dgm:spPr/>
      <dgm:t>
        <a:bodyPr/>
        <a:lstStyle/>
        <a:p>
          <a:endParaRPr lang="es-ES"/>
        </a:p>
      </dgm:t>
    </dgm:pt>
    <dgm:pt modelId="{9851B250-B156-433D-8672-956F925D7C08}" type="pres">
      <dgm:prSet presAssocID="{0B824E7C-61DD-4090-B983-9A18C08C468E}" presName="vert0" presStyleCnt="0">
        <dgm:presLayoutVars>
          <dgm:dir/>
          <dgm:animOne val="branch"/>
          <dgm:animLvl val="lvl"/>
        </dgm:presLayoutVars>
      </dgm:prSet>
      <dgm:spPr/>
    </dgm:pt>
    <dgm:pt modelId="{F0079047-35C2-44F9-B294-78A7D149B898}" type="pres">
      <dgm:prSet presAssocID="{264B177E-EF09-472E-9DA4-987852A34E82}" presName="thickLine" presStyleLbl="alignNode1" presStyleIdx="0" presStyleCnt="3"/>
      <dgm:spPr/>
    </dgm:pt>
    <dgm:pt modelId="{1F3018F5-B76B-4059-A7DF-1B6FE6B54FEC}" type="pres">
      <dgm:prSet presAssocID="{264B177E-EF09-472E-9DA4-987852A34E82}" presName="horz1" presStyleCnt="0"/>
      <dgm:spPr/>
    </dgm:pt>
    <dgm:pt modelId="{D7681946-DCEE-4EAE-A030-2E70A502B2E5}" type="pres">
      <dgm:prSet presAssocID="{264B177E-EF09-472E-9DA4-987852A34E82}" presName="tx1" presStyleLbl="revTx" presStyleIdx="0" presStyleCnt="11"/>
      <dgm:spPr/>
    </dgm:pt>
    <dgm:pt modelId="{5AE47E6C-1E40-48FB-9B1E-DC07ECA4E7FE}" type="pres">
      <dgm:prSet presAssocID="{264B177E-EF09-472E-9DA4-987852A34E82}" presName="vert1" presStyleCnt="0"/>
      <dgm:spPr/>
    </dgm:pt>
    <dgm:pt modelId="{24D1B82B-73ED-4C40-9993-65AE272220CD}" type="pres">
      <dgm:prSet presAssocID="{0F25ACFA-D75D-4D62-AB63-0A9433589DC9}" presName="vertSpace2a" presStyleCnt="0"/>
      <dgm:spPr/>
    </dgm:pt>
    <dgm:pt modelId="{B29A8838-4F9C-4EEA-B841-B2E65D8B7B71}" type="pres">
      <dgm:prSet presAssocID="{0F25ACFA-D75D-4D62-AB63-0A9433589DC9}" presName="horz2" presStyleCnt="0"/>
      <dgm:spPr/>
    </dgm:pt>
    <dgm:pt modelId="{1EE6391A-0AE3-4A2D-AD3B-0CFCEFA0DEED}" type="pres">
      <dgm:prSet presAssocID="{0F25ACFA-D75D-4D62-AB63-0A9433589DC9}" presName="horzSpace2" presStyleCnt="0"/>
      <dgm:spPr/>
    </dgm:pt>
    <dgm:pt modelId="{CD01324F-672C-4FAE-BE6B-F012C4329A80}" type="pres">
      <dgm:prSet presAssocID="{0F25ACFA-D75D-4D62-AB63-0A9433589DC9}" presName="tx2" presStyleLbl="revTx" presStyleIdx="1" presStyleCnt="11"/>
      <dgm:spPr/>
    </dgm:pt>
    <dgm:pt modelId="{312F4AFC-DF43-4D24-9CD5-B84734BC37A3}" type="pres">
      <dgm:prSet presAssocID="{0F25ACFA-D75D-4D62-AB63-0A9433589DC9}" presName="vert2" presStyleCnt="0"/>
      <dgm:spPr/>
    </dgm:pt>
    <dgm:pt modelId="{14F3D034-598A-479C-B642-5AF7FEADF102}" type="pres">
      <dgm:prSet presAssocID="{0F25ACFA-D75D-4D62-AB63-0A9433589DC9}" presName="thinLine2b" presStyleLbl="callout" presStyleIdx="0" presStyleCnt="8"/>
      <dgm:spPr/>
    </dgm:pt>
    <dgm:pt modelId="{901B3E12-3F3C-4B36-AF35-2F1F0C76D6F9}" type="pres">
      <dgm:prSet presAssocID="{0F25ACFA-D75D-4D62-AB63-0A9433589DC9}" presName="vertSpace2b" presStyleCnt="0"/>
      <dgm:spPr/>
    </dgm:pt>
    <dgm:pt modelId="{930F287B-DE03-4C8D-BD78-2BCB4B84AE8D}" type="pres">
      <dgm:prSet presAssocID="{723CEFF9-EBB5-4255-B58B-EB76BF7AA8D0}" presName="horz2" presStyleCnt="0"/>
      <dgm:spPr/>
    </dgm:pt>
    <dgm:pt modelId="{21E4EAE9-BAE7-4912-BDF8-364A312B5A8A}" type="pres">
      <dgm:prSet presAssocID="{723CEFF9-EBB5-4255-B58B-EB76BF7AA8D0}" presName="horzSpace2" presStyleCnt="0"/>
      <dgm:spPr/>
    </dgm:pt>
    <dgm:pt modelId="{BBEAE4E4-CC85-43B2-A45D-A2158A4D4F95}" type="pres">
      <dgm:prSet presAssocID="{723CEFF9-EBB5-4255-B58B-EB76BF7AA8D0}" presName="tx2" presStyleLbl="revTx" presStyleIdx="2" presStyleCnt="11"/>
      <dgm:spPr/>
    </dgm:pt>
    <dgm:pt modelId="{73A7BC58-A188-4D7F-8D3A-8F83DA26FFCE}" type="pres">
      <dgm:prSet presAssocID="{723CEFF9-EBB5-4255-B58B-EB76BF7AA8D0}" presName="vert2" presStyleCnt="0"/>
      <dgm:spPr/>
    </dgm:pt>
    <dgm:pt modelId="{9D315D48-1262-4B00-B998-770843C150A0}" type="pres">
      <dgm:prSet presAssocID="{723CEFF9-EBB5-4255-B58B-EB76BF7AA8D0}" presName="thinLine2b" presStyleLbl="callout" presStyleIdx="1" presStyleCnt="8"/>
      <dgm:spPr/>
    </dgm:pt>
    <dgm:pt modelId="{E3CDFED3-408C-471A-92A6-BC90A0D48595}" type="pres">
      <dgm:prSet presAssocID="{723CEFF9-EBB5-4255-B58B-EB76BF7AA8D0}" presName="vertSpace2b" presStyleCnt="0"/>
      <dgm:spPr/>
    </dgm:pt>
    <dgm:pt modelId="{444AD095-CE72-4D7B-A388-D48F89C263F1}" type="pres">
      <dgm:prSet presAssocID="{A5BE1A68-3899-497A-98E6-6D8FA5D7F1C6}" presName="horz2" presStyleCnt="0"/>
      <dgm:spPr/>
    </dgm:pt>
    <dgm:pt modelId="{11B6E02B-94C6-483C-AB35-D0C3154BE316}" type="pres">
      <dgm:prSet presAssocID="{A5BE1A68-3899-497A-98E6-6D8FA5D7F1C6}" presName="horzSpace2" presStyleCnt="0"/>
      <dgm:spPr/>
    </dgm:pt>
    <dgm:pt modelId="{13D1AE79-8B60-484D-9F6B-686EC0DBB7BE}" type="pres">
      <dgm:prSet presAssocID="{A5BE1A68-3899-497A-98E6-6D8FA5D7F1C6}" presName="tx2" presStyleLbl="revTx" presStyleIdx="3" presStyleCnt="11"/>
      <dgm:spPr/>
    </dgm:pt>
    <dgm:pt modelId="{2207A846-7E1F-43B3-9B7E-6A438C5EF993}" type="pres">
      <dgm:prSet presAssocID="{A5BE1A68-3899-497A-98E6-6D8FA5D7F1C6}" presName="vert2" presStyleCnt="0"/>
      <dgm:spPr/>
    </dgm:pt>
    <dgm:pt modelId="{B0076BAF-BAA9-4104-8D90-B308776CFEE6}" type="pres">
      <dgm:prSet presAssocID="{A5BE1A68-3899-497A-98E6-6D8FA5D7F1C6}" presName="thinLine2b" presStyleLbl="callout" presStyleIdx="2" presStyleCnt="8"/>
      <dgm:spPr/>
    </dgm:pt>
    <dgm:pt modelId="{7B59C04A-DA4D-44E5-BDC4-B3B5F6F03F59}" type="pres">
      <dgm:prSet presAssocID="{A5BE1A68-3899-497A-98E6-6D8FA5D7F1C6}" presName="vertSpace2b" presStyleCnt="0"/>
      <dgm:spPr/>
    </dgm:pt>
    <dgm:pt modelId="{BA53995D-E84E-45B3-A0D1-2CD6C8F119B2}" type="pres">
      <dgm:prSet presAssocID="{CC814E48-1FA7-4161-81F4-3260AEFAF3C4}" presName="thickLine" presStyleLbl="alignNode1" presStyleIdx="1" presStyleCnt="3"/>
      <dgm:spPr/>
    </dgm:pt>
    <dgm:pt modelId="{6CABCCE4-AED2-4ABE-B730-AC898A271BED}" type="pres">
      <dgm:prSet presAssocID="{CC814E48-1FA7-4161-81F4-3260AEFAF3C4}" presName="horz1" presStyleCnt="0"/>
      <dgm:spPr/>
    </dgm:pt>
    <dgm:pt modelId="{2DB5CF85-C203-4FF8-87E2-D805C45F239C}" type="pres">
      <dgm:prSet presAssocID="{CC814E48-1FA7-4161-81F4-3260AEFAF3C4}" presName="tx1" presStyleLbl="revTx" presStyleIdx="4" presStyleCnt="11"/>
      <dgm:spPr/>
    </dgm:pt>
    <dgm:pt modelId="{AC57B2C8-1621-4178-A421-02C5792FA52A}" type="pres">
      <dgm:prSet presAssocID="{CC814E48-1FA7-4161-81F4-3260AEFAF3C4}" presName="vert1" presStyleCnt="0"/>
      <dgm:spPr/>
    </dgm:pt>
    <dgm:pt modelId="{EECC4F3F-4AFD-4C84-A391-FFF4B18FC4E1}" type="pres">
      <dgm:prSet presAssocID="{21154A59-3C3F-4EA8-9A6F-32CBF83796DD}" presName="vertSpace2a" presStyleCnt="0"/>
      <dgm:spPr/>
    </dgm:pt>
    <dgm:pt modelId="{738CC975-D77F-4488-8A09-8C769F5DE5B0}" type="pres">
      <dgm:prSet presAssocID="{21154A59-3C3F-4EA8-9A6F-32CBF83796DD}" presName="horz2" presStyleCnt="0"/>
      <dgm:spPr/>
    </dgm:pt>
    <dgm:pt modelId="{C095C1CE-458A-4CC2-BAA5-7DE6A9EC068B}" type="pres">
      <dgm:prSet presAssocID="{21154A59-3C3F-4EA8-9A6F-32CBF83796DD}" presName="horzSpace2" presStyleCnt="0"/>
      <dgm:spPr/>
    </dgm:pt>
    <dgm:pt modelId="{60640EC9-5AC8-4109-A696-59568D56E621}" type="pres">
      <dgm:prSet presAssocID="{21154A59-3C3F-4EA8-9A6F-32CBF83796DD}" presName="tx2" presStyleLbl="revTx" presStyleIdx="5" presStyleCnt="11"/>
      <dgm:spPr/>
    </dgm:pt>
    <dgm:pt modelId="{66777624-18B6-40B8-A23F-771072995E22}" type="pres">
      <dgm:prSet presAssocID="{21154A59-3C3F-4EA8-9A6F-32CBF83796DD}" presName="vert2" presStyleCnt="0"/>
      <dgm:spPr/>
    </dgm:pt>
    <dgm:pt modelId="{3361A742-FD0C-4F71-825F-1A9619A767D4}" type="pres">
      <dgm:prSet presAssocID="{21154A59-3C3F-4EA8-9A6F-32CBF83796DD}" presName="thinLine2b" presStyleLbl="callout" presStyleIdx="3" presStyleCnt="8"/>
      <dgm:spPr/>
    </dgm:pt>
    <dgm:pt modelId="{0955B6BF-C58C-4F64-B486-62432BD3E144}" type="pres">
      <dgm:prSet presAssocID="{21154A59-3C3F-4EA8-9A6F-32CBF83796DD}" presName="vertSpace2b" presStyleCnt="0"/>
      <dgm:spPr/>
    </dgm:pt>
    <dgm:pt modelId="{F40DD41E-8792-4540-84D8-94AFAD70B550}" type="pres">
      <dgm:prSet presAssocID="{EDDE74B5-B1B8-4E81-AB11-1EF216210413}" presName="horz2" presStyleCnt="0"/>
      <dgm:spPr/>
    </dgm:pt>
    <dgm:pt modelId="{05171D4E-A8EC-4D33-B531-C979D769A458}" type="pres">
      <dgm:prSet presAssocID="{EDDE74B5-B1B8-4E81-AB11-1EF216210413}" presName="horzSpace2" presStyleCnt="0"/>
      <dgm:spPr/>
    </dgm:pt>
    <dgm:pt modelId="{4CBFC319-C635-456E-9DDE-EAB2D0656856}" type="pres">
      <dgm:prSet presAssocID="{EDDE74B5-B1B8-4E81-AB11-1EF216210413}" presName="tx2" presStyleLbl="revTx" presStyleIdx="6" presStyleCnt="11"/>
      <dgm:spPr/>
    </dgm:pt>
    <dgm:pt modelId="{56756346-3195-4015-8B5E-79B5C444F3E6}" type="pres">
      <dgm:prSet presAssocID="{EDDE74B5-B1B8-4E81-AB11-1EF216210413}" presName="vert2" presStyleCnt="0"/>
      <dgm:spPr/>
    </dgm:pt>
    <dgm:pt modelId="{62A2D5CE-22E6-4C04-9E3E-2846C7D7C0F1}" type="pres">
      <dgm:prSet presAssocID="{EDDE74B5-B1B8-4E81-AB11-1EF216210413}" presName="thinLine2b" presStyleLbl="callout" presStyleIdx="4" presStyleCnt="8"/>
      <dgm:spPr/>
    </dgm:pt>
    <dgm:pt modelId="{99B88C77-5AF5-4BC9-A701-0E84BA1D98D9}" type="pres">
      <dgm:prSet presAssocID="{EDDE74B5-B1B8-4E81-AB11-1EF216210413}" presName="vertSpace2b" presStyleCnt="0"/>
      <dgm:spPr/>
    </dgm:pt>
    <dgm:pt modelId="{28994567-3266-49FB-9FD2-2EF1461BF6E0}" type="pres">
      <dgm:prSet presAssocID="{2BA3BAA0-CEB4-4F9C-9EBB-D0428CEE87DE}" presName="horz2" presStyleCnt="0"/>
      <dgm:spPr/>
    </dgm:pt>
    <dgm:pt modelId="{30BB4E44-D720-47BF-8FD5-EC021FF99BC2}" type="pres">
      <dgm:prSet presAssocID="{2BA3BAA0-CEB4-4F9C-9EBB-D0428CEE87DE}" presName="horzSpace2" presStyleCnt="0"/>
      <dgm:spPr/>
    </dgm:pt>
    <dgm:pt modelId="{85ADE463-784E-402A-B3C4-4304E53461BA}" type="pres">
      <dgm:prSet presAssocID="{2BA3BAA0-CEB4-4F9C-9EBB-D0428CEE87DE}" presName="tx2" presStyleLbl="revTx" presStyleIdx="7" presStyleCnt="11"/>
      <dgm:spPr/>
    </dgm:pt>
    <dgm:pt modelId="{16557110-CF40-4255-BE0B-F77C3C6B49C1}" type="pres">
      <dgm:prSet presAssocID="{2BA3BAA0-CEB4-4F9C-9EBB-D0428CEE87DE}" presName="vert2" presStyleCnt="0"/>
      <dgm:spPr/>
    </dgm:pt>
    <dgm:pt modelId="{020F49AB-ECD1-4616-8260-1ECBAFB645CD}" type="pres">
      <dgm:prSet presAssocID="{2BA3BAA0-CEB4-4F9C-9EBB-D0428CEE87DE}" presName="thinLine2b" presStyleLbl="callout" presStyleIdx="5" presStyleCnt="8"/>
      <dgm:spPr/>
    </dgm:pt>
    <dgm:pt modelId="{C105DA8C-AF4E-4CDF-B709-B6C886A0C6E4}" type="pres">
      <dgm:prSet presAssocID="{2BA3BAA0-CEB4-4F9C-9EBB-D0428CEE87DE}" presName="vertSpace2b" presStyleCnt="0"/>
      <dgm:spPr/>
    </dgm:pt>
    <dgm:pt modelId="{CC42A710-127F-4C8C-A1D3-5E805FFB2E81}" type="pres">
      <dgm:prSet presAssocID="{D29741DF-EEB5-43BB-B996-E0AEBD48008E}" presName="thickLine" presStyleLbl="alignNode1" presStyleIdx="2" presStyleCnt="3"/>
      <dgm:spPr/>
    </dgm:pt>
    <dgm:pt modelId="{6E75795D-16D0-4109-928E-BA462C1F5B53}" type="pres">
      <dgm:prSet presAssocID="{D29741DF-EEB5-43BB-B996-E0AEBD48008E}" presName="horz1" presStyleCnt="0"/>
      <dgm:spPr/>
    </dgm:pt>
    <dgm:pt modelId="{7261BA01-98B4-4544-BEAB-A4CFDB0B1567}" type="pres">
      <dgm:prSet presAssocID="{D29741DF-EEB5-43BB-B996-E0AEBD48008E}" presName="tx1" presStyleLbl="revTx" presStyleIdx="8" presStyleCnt="11"/>
      <dgm:spPr/>
    </dgm:pt>
    <dgm:pt modelId="{9F72FA0E-885D-40FC-A3E6-5F31418D5BB4}" type="pres">
      <dgm:prSet presAssocID="{D29741DF-EEB5-43BB-B996-E0AEBD48008E}" presName="vert1" presStyleCnt="0"/>
      <dgm:spPr/>
    </dgm:pt>
    <dgm:pt modelId="{269C1FFD-1D17-47C0-94E8-D9EE86B9F189}" type="pres">
      <dgm:prSet presAssocID="{B9822016-04F7-47E3-99AF-E10ABA3CE136}" presName="vertSpace2a" presStyleCnt="0"/>
      <dgm:spPr/>
    </dgm:pt>
    <dgm:pt modelId="{67BB5B27-4EEA-4B25-A148-484F121FBDB5}" type="pres">
      <dgm:prSet presAssocID="{B9822016-04F7-47E3-99AF-E10ABA3CE136}" presName="horz2" presStyleCnt="0"/>
      <dgm:spPr/>
    </dgm:pt>
    <dgm:pt modelId="{47F79170-CAF0-4A6A-98E8-DB0B2603955D}" type="pres">
      <dgm:prSet presAssocID="{B9822016-04F7-47E3-99AF-E10ABA3CE136}" presName="horzSpace2" presStyleCnt="0"/>
      <dgm:spPr/>
    </dgm:pt>
    <dgm:pt modelId="{29213157-1B9F-4FA7-AC70-A0849CE3DFA1}" type="pres">
      <dgm:prSet presAssocID="{B9822016-04F7-47E3-99AF-E10ABA3CE136}" presName="tx2" presStyleLbl="revTx" presStyleIdx="9" presStyleCnt="11"/>
      <dgm:spPr/>
    </dgm:pt>
    <dgm:pt modelId="{4840D656-7AEF-46CC-A751-6D0A8484E7A4}" type="pres">
      <dgm:prSet presAssocID="{B9822016-04F7-47E3-99AF-E10ABA3CE136}" presName="vert2" presStyleCnt="0"/>
      <dgm:spPr/>
    </dgm:pt>
    <dgm:pt modelId="{E62674C3-DF02-459F-8C7C-AA1236BAC6E3}" type="pres">
      <dgm:prSet presAssocID="{B9822016-04F7-47E3-99AF-E10ABA3CE136}" presName="thinLine2b" presStyleLbl="callout" presStyleIdx="6" presStyleCnt="8"/>
      <dgm:spPr/>
    </dgm:pt>
    <dgm:pt modelId="{ADE9992F-D623-4E47-8860-57F047D9BD04}" type="pres">
      <dgm:prSet presAssocID="{B9822016-04F7-47E3-99AF-E10ABA3CE136}" presName="vertSpace2b" presStyleCnt="0"/>
      <dgm:spPr/>
    </dgm:pt>
    <dgm:pt modelId="{EBE0CFF0-249E-4D7F-BC90-28B3F2B3EDCB}" type="pres">
      <dgm:prSet presAssocID="{EB139D15-0416-486C-923B-B52AFF6678AF}" presName="horz2" presStyleCnt="0"/>
      <dgm:spPr/>
    </dgm:pt>
    <dgm:pt modelId="{7B3F600C-D397-4AB3-AD76-4785C32A282F}" type="pres">
      <dgm:prSet presAssocID="{EB139D15-0416-486C-923B-B52AFF6678AF}" presName="horzSpace2" presStyleCnt="0"/>
      <dgm:spPr/>
    </dgm:pt>
    <dgm:pt modelId="{41DA9A26-B0F0-43F8-B313-3E10BDBA5C28}" type="pres">
      <dgm:prSet presAssocID="{EB139D15-0416-486C-923B-B52AFF6678AF}" presName="tx2" presStyleLbl="revTx" presStyleIdx="10" presStyleCnt="11"/>
      <dgm:spPr/>
    </dgm:pt>
    <dgm:pt modelId="{8D98DDE1-D34E-4753-BE72-8601C2808DCC}" type="pres">
      <dgm:prSet presAssocID="{EB139D15-0416-486C-923B-B52AFF6678AF}" presName="vert2" presStyleCnt="0"/>
      <dgm:spPr/>
    </dgm:pt>
    <dgm:pt modelId="{E646147F-CB45-42DA-8CB5-04B2C2E7E01F}" type="pres">
      <dgm:prSet presAssocID="{EB139D15-0416-486C-923B-B52AFF6678AF}" presName="thinLine2b" presStyleLbl="callout" presStyleIdx="7" presStyleCnt="8"/>
      <dgm:spPr/>
    </dgm:pt>
    <dgm:pt modelId="{D96D3470-B7E9-4F54-843A-221E4DBE0C67}" type="pres">
      <dgm:prSet presAssocID="{EB139D15-0416-486C-923B-B52AFF6678AF}" presName="vertSpace2b" presStyleCnt="0"/>
      <dgm:spPr/>
    </dgm:pt>
  </dgm:ptLst>
  <dgm:cxnLst>
    <dgm:cxn modelId="{75220103-0697-40BC-90D3-17829DFAEA4C}" srcId="{D29741DF-EEB5-43BB-B996-E0AEBD48008E}" destId="{B9822016-04F7-47E3-99AF-E10ABA3CE136}" srcOrd="0" destOrd="0" parTransId="{98D14F8D-6E6C-4D09-B123-5570F3DA0AAC}" sibTransId="{4368D0E3-6259-4990-8E7E-851F7EF0634A}"/>
    <dgm:cxn modelId="{D6308E1F-AABF-4CE1-AE29-0EA14BA3154D}" type="presOf" srcId="{264B177E-EF09-472E-9DA4-987852A34E82}" destId="{D7681946-DCEE-4EAE-A030-2E70A502B2E5}" srcOrd="0" destOrd="0" presId="urn:microsoft.com/office/officeart/2008/layout/LinedList"/>
    <dgm:cxn modelId="{2A804121-11C1-4537-BBB2-44A0FF17500E}" srcId="{CC814E48-1FA7-4161-81F4-3260AEFAF3C4}" destId="{EDDE74B5-B1B8-4E81-AB11-1EF216210413}" srcOrd="1" destOrd="0" parTransId="{3FAF9F9C-AC0D-4860-B44F-04DC59D3D0D8}" sibTransId="{BFBCDA0F-5F6C-41EA-A977-9D72DAF62CD2}"/>
    <dgm:cxn modelId="{B87FF921-0E74-4FDA-ADF3-421C3A5AAAD9}" type="presOf" srcId="{2BA3BAA0-CEB4-4F9C-9EBB-D0428CEE87DE}" destId="{85ADE463-784E-402A-B3C4-4304E53461BA}" srcOrd="0" destOrd="0" presId="urn:microsoft.com/office/officeart/2008/layout/LinedList"/>
    <dgm:cxn modelId="{E8D20732-C0E8-4C94-B804-2B13E2C8DF46}" srcId="{0B824E7C-61DD-4090-B983-9A18C08C468E}" destId="{D29741DF-EEB5-43BB-B996-E0AEBD48008E}" srcOrd="2" destOrd="0" parTransId="{50417DB5-1613-4ACC-8992-1669C97C1496}" sibTransId="{8E257AD7-D47C-462A-B034-4AE5EF08BA64}"/>
    <dgm:cxn modelId="{D1095D3F-773C-4F35-BBD0-40435F0EE309}" srcId="{0B824E7C-61DD-4090-B983-9A18C08C468E}" destId="{264B177E-EF09-472E-9DA4-987852A34E82}" srcOrd="0" destOrd="0" parTransId="{0058858E-6DE8-4A9D-8C17-FA32CA45CF28}" sibTransId="{25891B31-2812-402F-944A-F06C4E8F7840}"/>
    <dgm:cxn modelId="{0A2FFF60-0316-49CB-9DC2-C15ACB39BB38}" srcId="{0B824E7C-61DD-4090-B983-9A18C08C468E}" destId="{CC814E48-1FA7-4161-81F4-3260AEFAF3C4}" srcOrd="1" destOrd="0" parTransId="{834FE4F5-1F63-412B-87D6-80037BF1CB23}" sibTransId="{85BEFE8D-EA72-47B8-80AE-FCE532394F8B}"/>
    <dgm:cxn modelId="{7CDA366F-DE98-4B5A-A77A-678B9F281209}" srcId="{D29741DF-EEB5-43BB-B996-E0AEBD48008E}" destId="{EB139D15-0416-486C-923B-B52AFF6678AF}" srcOrd="1" destOrd="0" parTransId="{06AA288B-A782-4C89-BB94-6DB3B57A8EF3}" sibTransId="{6524E796-A71E-4354-AB66-05604B9D495D}"/>
    <dgm:cxn modelId="{764A0A52-DBDB-493B-A74C-E2D31301D0D1}" type="presOf" srcId="{0B824E7C-61DD-4090-B983-9A18C08C468E}" destId="{9851B250-B156-433D-8672-956F925D7C08}" srcOrd="0" destOrd="0" presId="urn:microsoft.com/office/officeart/2008/layout/LinedList"/>
    <dgm:cxn modelId="{7E4EF581-714C-433E-9FF8-A5506F7C7745}" type="presOf" srcId="{21154A59-3C3F-4EA8-9A6F-32CBF83796DD}" destId="{60640EC9-5AC8-4109-A696-59568D56E621}" srcOrd="0" destOrd="0" presId="urn:microsoft.com/office/officeart/2008/layout/LinedList"/>
    <dgm:cxn modelId="{26DC7D97-5E4C-4746-A0BE-01023308EEA7}" srcId="{264B177E-EF09-472E-9DA4-987852A34E82}" destId="{A5BE1A68-3899-497A-98E6-6D8FA5D7F1C6}" srcOrd="2" destOrd="0" parTransId="{5D8662EC-FD76-40BE-99DD-1614C81821D6}" sibTransId="{5A6673D6-12EF-407D-A163-46766F7A8AEB}"/>
    <dgm:cxn modelId="{ABF672A0-E1E1-402E-B3A3-4D4943752257}" srcId="{264B177E-EF09-472E-9DA4-987852A34E82}" destId="{0F25ACFA-D75D-4D62-AB63-0A9433589DC9}" srcOrd="0" destOrd="0" parTransId="{1756C81F-1DE5-4590-8423-7CC3DD5600FF}" sibTransId="{87F64398-BAD2-4330-B526-955E2AF06EBD}"/>
    <dgm:cxn modelId="{C5A744A6-DA62-477A-B291-28E42ED5F9DF}" type="presOf" srcId="{B9822016-04F7-47E3-99AF-E10ABA3CE136}" destId="{29213157-1B9F-4FA7-AC70-A0849CE3DFA1}" srcOrd="0" destOrd="0" presId="urn:microsoft.com/office/officeart/2008/layout/LinedList"/>
    <dgm:cxn modelId="{86EF7BBC-8E4F-40E6-88BD-E1C0750C1044}" type="presOf" srcId="{0F25ACFA-D75D-4D62-AB63-0A9433589DC9}" destId="{CD01324F-672C-4FAE-BE6B-F012C4329A80}" srcOrd="0" destOrd="0" presId="urn:microsoft.com/office/officeart/2008/layout/LinedList"/>
    <dgm:cxn modelId="{21BB22BE-6A80-4B04-BEC0-5D3B9FE1B70F}" type="presOf" srcId="{EB139D15-0416-486C-923B-B52AFF6678AF}" destId="{41DA9A26-B0F0-43F8-B313-3E10BDBA5C28}" srcOrd="0" destOrd="0" presId="urn:microsoft.com/office/officeart/2008/layout/LinedList"/>
    <dgm:cxn modelId="{B4A779BE-CF19-422A-BCB2-6B02B60AFE7F}" type="presOf" srcId="{D29741DF-EEB5-43BB-B996-E0AEBD48008E}" destId="{7261BA01-98B4-4544-BEAB-A4CFDB0B1567}" srcOrd="0" destOrd="0" presId="urn:microsoft.com/office/officeart/2008/layout/LinedList"/>
    <dgm:cxn modelId="{5E6F97C7-FCBA-4648-9664-8CA9562763D3}" type="presOf" srcId="{723CEFF9-EBB5-4255-B58B-EB76BF7AA8D0}" destId="{BBEAE4E4-CC85-43B2-A45D-A2158A4D4F95}" srcOrd="0" destOrd="0" presId="urn:microsoft.com/office/officeart/2008/layout/LinedList"/>
    <dgm:cxn modelId="{FB1DAECF-19CF-45E1-A5D5-B658A44B5324}" type="presOf" srcId="{EDDE74B5-B1B8-4E81-AB11-1EF216210413}" destId="{4CBFC319-C635-456E-9DDE-EAB2D0656856}" srcOrd="0" destOrd="0" presId="urn:microsoft.com/office/officeart/2008/layout/LinedList"/>
    <dgm:cxn modelId="{95FBC0D3-242B-44C8-85EA-AB689A6192F6}" srcId="{CC814E48-1FA7-4161-81F4-3260AEFAF3C4}" destId="{21154A59-3C3F-4EA8-9A6F-32CBF83796DD}" srcOrd="0" destOrd="0" parTransId="{4264287E-48D8-4231-8415-362201DB39DD}" sibTransId="{CD4A4C20-BCED-4C45-A3D1-E2133819189D}"/>
    <dgm:cxn modelId="{FE40DDD4-9892-4A29-9A6F-D7BEC56C13F8}" type="presOf" srcId="{CC814E48-1FA7-4161-81F4-3260AEFAF3C4}" destId="{2DB5CF85-C203-4FF8-87E2-D805C45F239C}" srcOrd="0" destOrd="0" presId="urn:microsoft.com/office/officeart/2008/layout/LinedList"/>
    <dgm:cxn modelId="{722B6BE5-C288-4199-8ACC-713EBEBBB951}" srcId="{264B177E-EF09-472E-9DA4-987852A34E82}" destId="{723CEFF9-EBB5-4255-B58B-EB76BF7AA8D0}" srcOrd="1" destOrd="0" parTransId="{DDEF3A9F-E3E9-4025-B072-E2127549B4B6}" sibTransId="{AA3FC90E-0B67-4F27-887A-4C7E7F7E3750}"/>
    <dgm:cxn modelId="{752C61FC-D7B2-45A0-9FE8-176EAE9ADBB7}" srcId="{CC814E48-1FA7-4161-81F4-3260AEFAF3C4}" destId="{2BA3BAA0-CEB4-4F9C-9EBB-D0428CEE87DE}" srcOrd="2" destOrd="0" parTransId="{1C543939-366D-40B9-B954-38057F9E4127}" sibTransId="{FF1307BD-DAF0-47F4-93BF-D55B64D6DC3F}"/>
    <dgm:cxn modelId="{E5CEAFFC-02A7-4866-9835-20AFCF820826}" type="presOf" srcId="{A5BE1A68-3899-497A-98E6-6D8FA5D7F1C6}" destId="{13D1AE79-8B60-484D-9F6B-686EC0DBB7BE}" srcOrd="0" destOrd="0" presId="urn:microsoft.com/office/officeart/2008/layout/LinedList"/>
    <dgm:cxn modelId="{4A21792B-7819-451D-9144-51E59624E080}" type="presParOf" srcId="{9851B250-B156-433D-8672-956F925D7C08}" destId="{F0079047-35C2-44F9-B294-78A7D149B898}" srcOrd="0" destOrd="0" presId="urn:microsoft.com/office/officeart/2008/layout/LinedList"/>
    <dgm:cxn modelId="{481E8215-56CE-4AA9-9212-45DDE74D15B3}" type="presParOf" srcId="{9851B250-B156-433D-8672-956F925D7C08}" destId="{1F3018F5-B76B-4059-A7DF-1B6FE6B54FEC}" srcOrd="1" destOrd="0" presId="urn:microsoft.com/office/officeart/2008/layout/LinedList"/>
    <dgm:cxn modelId="{D1683D1D-8879-4FE6-812A-D6B8C1321D52}" type="presParOf" srcId="{1F3018F5-B76B-4059-A7DF-1B6FE6B54FEC}" destId="{D7681946-DCEE-4EAE-A030-2E70A502B2E5}" srcOrd="0" destOrd="0" presId="urn:microsoft.com/office/officeart/2008/layout/LinedList"/>
    <dgm:cxn modelId="{364D367A-37D5-425D-9B46-FE5B88FD2625}" type="presParOf" srcId="{1F3018F5-B76B-4059-A7DF-1B6FE6B54FEC}" destId="{5AE47E6C-1E40-48FB-9B1E-DC07ECA4E7FE}" srcOrd="1" destOrd="0" presId="urn:microsoft.com/office/officeart/2008/layout/LinedList"/>
    <dgm:cxn modelId="{94893EFF-A1AB-47F2-9BC8-E92ACB393879}" type="presParOf" srcId="{5AE47E6C-1E40-48FB-9B1E-DC07ECA4E7FE}" destId="{24D1B82B-73ED-4C40-9993-65AE272220CD}" srcOrd="0" destOrd="0" presId="urn:microsoft.com/office/officeart/2008/layout/LinedList"/>
    <dgm:cxn modelId="{AF005F72-A2C6-4DE5-B8A3-597724F1FE21}" type="presParOf" srcId="{5AE47E6C-1E40-48FB-9B1E-DC07ECA4E7FE}" destId="{B29A8838-4F9C-4EEA-B841-B2E65D8B7B71}" srcOrd="1" destOrd="0" presId="urn:microsoft.com/office/officeart/2008/layout/LinedList"/>
    <dgm:cxn modelId="{91A738A7-AA83-4839-9301-6706A5596630}" type="presParOf" srcId="{B29A8838-4F9C-4EEA-B841-B2E65D8B7B71}" destId="{1EE6391A-0AE3-4A2D-AD3B-0CFCEFA0DEED}" srcOrd="0" destOrd="0" presId="urn:microsoft.com/office/officeart/2008/layout/LinedList"/>
    <dgm:cxn modelId="{6CDDE474-307A-4365-AB5F-DB0BAF350840}" type="presParOf" srcId="{B29A8838-4F9C-4EEA-B841-B2E65D8B7B71}" destId="{CD01324F-672C-4FAE-BE6B-F012C4329A80}" srcOrd="1" destOrd="0" presId="urn:microsoft.com/office/officeart/2008/layout/LinedList"/>
    <dgm:cxn modelId="{DF4CC1F5-B4F7-432A-B2E0-8F3751C85A7E}" type="presParOf" srcId="{B29A8838-4F9C-4EEA-B841-B2E65D8B7B71}" destId="{312F4AFC-DF43-4D24-9CD5-B84734BC37A3}" srcOrd="2" destOrd="0" presId="urn:microsoft.com/office/officeart/2008/layout/LinedList"/>
    <dgm:cxn modelId="{37B6C222-9D59-4DF4-9EB0-791D155AC13E}" type="presParOf" srcId="{5AE47E6C-1E40-48FB-9B1E-DC07ECA4E7FE}" destId="{14F3D034-598A-479C-B642-5AF7FEADF102}" srcOrd="2" destOrd="0" presId="urn:microsoft.com/office/officeart/2008/layout/LinedList"/>
    <dgm:cxn modelId="{E9720A77-B873-438F-B0C9-5543DACB9F03}" type="presParOf" srcId="{5AE47E6C-1E40-48FB-9B1E-DC07ECA4E7FE}" destId="{901B3E12-3F3C-4B36-AF35-2F1F0C76D6F9}" srcOrd="3" destOrd="0" presId="urn:microsoft.com/office/officeart/2008/layout/LinedList"/>
    <dgm:cxn modelId="{005273AA-8B94-4A8D-9D83-74B2BAF66D24}" type="presParOf" srcId="{5AE47E6C-1E40-48FB-9B1E-DC07ECA4E7FE}" destId="{930F287B-DE03-4C8D-BD78-2BCB4B84AE8D}" srcOrd="4" destOrd="0" presId="urn:microsoft.com/office/officeart/2008/layout/LinedList"/>
    <dgm:cxn modelId="{8B76F142-0010-40E4-9813-BD1CBF298D76}" type="presParOf" srcId="{930F287B-DE03-4C8D-BD78-2BCB4B84AE8D}" destId="{21E4EAE9-BAE7-4912-BDF8-364A312B5A8A}" srcOrd="0" destOrd="0" presId="urn:microsoft.com/office/officeart/2008/layout/LinedList"/>
    <dgm:cxn modelId="{0EB67252-763B-4CAB-8961-F4A715DD45AF}" type="presParOf" srcId="{930F287B-DE03-4C8D-BD78-2BCB4B84AE8D}" destId="{BBEAE4E4-CC85-43B2-A45D-A2158A4D4F95}" srcOrd="1" destOrd="0" presId="urn:microsoft.com/office/officeart/2008/layout/LinedList"/>
    <dgm:cxn modelId="{82F8E7D2-5D9E-4A71-AEFD-53B0855AE27F}" type="presParOf" srcId="{930F287B-DE03-4C8D-BD78-2BCB4B84AE8D}" destId="{73A7BC58-A188-4D7F-8D3A-8F83DA26FFCE}" srcOrd="2" destOrd="0" presId="urn:microsoft.com/office/officeart/2008/layout/LinedList"/>
    <dgm:cxn modelId="{19EEBC8D-7292-4DFC-BC36-6DD25DABB271}" type="presParOf" srcId="{5AE47E6C-1E40-48FB-9B1E-DC07ECA4E7FE}" destId="{9D315D48-1262-4B00-B998-770843C150A0}" srcOrd="5" destOrd="0" presId="urn:microsoft.com/office/officeart/2008/layout/LinedList"/>
    <dgm:cxn modelId="{BFAADF7F-2F97-4F15-A5A5-23F2F3CD8C7D}" type="presParOf" srcId="{5AE47E6C-1E40-48FB-9B1E-DC07ECA4E7FE}" destId="{E3CDFED3-408C-471A-92A6-BC90A0D48595}" srcOrd="6" destOrd="0" presId="urn:microsoft.com/office/officeart/2008/layout/LinedList"/>
    <dgm:cxn modelId="{9D3C6ED5-4BDC-4A15-B418-50D38BB0BD3E}" type="presParOf" srcId="{5AE47E6C-1E40-48FB-9B1E-DC07ECA4E7FE}" destId="{444AD095-CE72-4D7B-A388-D48F89C263F1}" srcOrd="7" destOrd="0" presId="urn:microsoft.com/office/officeart/2008/layout/LinedList"/>
    <dgm:cxn modelId="{9F8C7DB0-75F1-4676-8BE7-C50C9C74CC12}" type="presParOf" srcId="{444AD095-CE72-4D7B-A388-D48F89C263F1}" destId="{11B6E02B-94C6-483C-AB35-D0C3154BE316}" srcOrd="0" destOrd="0" presId="urn:microsoft.com/office/officeart/2008/layout/LinedList"/>
    <dgm:cxn modelId="{4A723AF5-2108-46F5-9ED9-9C3F55BB2B05}" type="presParOf" srcId="{444AD095-CE72-4D7B-A388-D48F89C263F1}" destId="{13D1AE79-8B60-484D-9F6B-686EC0DBB7BE}" srcOrd="1" destOrd="0" presId="urn:microsoft.com/office/officeart/2008/layout/LinedList"/>
    <dgm:cxn modelId="{7A2B3EFD-C1ED-4D0C-B64C-43E1CF75BE35}" type="presParOf" srcId="{444AD095-CE72-4D7B-A388-D48F89C263F1}" destId="{2207A846-7E1F-43B3-9B7E-6A438C5EF993}" srcOrd="2" destOrd="0" presId="urn:microsoft.com/office/officeart/2008/layout/LinedList"/>
    <dgm:cxn modelId="{CF33EEE7-CDAF-4B44-A042-FE85B7AC23F6}" type="presParOf" srcId="{5AE47E6C-1E40-48FB-9B1E-DC07ECA4E7FE}" destId="{B0076BAF-BAA9-4104-8D90-B308776CFEE6}" srcOrd="8" destOrd="0" presId="urn:microsoft.com/office/officeart/2008/layout/LinedList"/>
    <dgm:cxn modelId="{2C9BC0D6-1CF0-4345-A993-F2E0E8AA3AD6}" type="presParOf" srcId="{5AE47E6C-1E40-48FB-9B1E-DC07ECA4E7FE}" destId="{7B59C04A-DA4D-44E5-BDC4-B3B5F6F03F59}" srcOrd="9" destOrd="0" presId="urn:microsoft.com/office/officeart/2008/layout/LinedList"/>
    <dgm:cxn modelId="{C7A41737-D37F-4BC3-8BF9-7B7C2046ACA2}" type="presParOf" srcId="{9851B250-B156-433D-8672-956F925D7C08}" destId="{BA53995D-E84E-45B3-A0D1-2CD6C8F119B2}" srcOrd="2" destOrd="0" presId="urn:microsoft.com/office/officeart/2008/layout/LinedList"/>
    <dgm:cxn modelId="{4E75BCE2-7D91-4AB9-9198-D43EAB88CC94}" type="presParOf" srcId="{9851B250-B156-433D-8672-956F925D7C08}" destId="{6CABCCE4-AED2-4ABE-B730-AC898A271BED}" srcOrd="3" destOrd="0" presId="urn:microsoft.com/office/officeart/2008/layout/LinedList"/>
    <dgm:cxn modelId="{49DC9021-ECF7-4706-B45A-DDA3EA903F3A}" type="presParOf" srcId="{6CABCCE4-AED2-4ABE-B730-AC898A271BED}" destId="{2DB5CF85-C203-4FF8-87E2-D805C45F239C}" srcOrd="0" destOrd="0" presId="urn:microsoft.com/office/officeart/2008/layout/LinedList"/>
    <dgm:cxn modelId="{086125D2-AAE2-4BE5-BB30-94384EF3EB10}" type="presParOf" srcId="{6CABCCE4-AED2-4ABE-B730-AC898A271BED}" destId="{AC57B2C8-1621-4178-A421-02C5792FA52A}" srcOrd="1" destOrd="0" presId="urn:microsoft.com/office/officeart/2008/layout/LinedList"/>
    <dgm:cxn modelId="{0BABB120-7803-41B7-B547-38D2FB993765}" type="presParOf" srcId="{AC57B2C8-1621-4178-A421-02C5792FA52A}" destId="{EECC4F3F-4AFD-4C84-A391-FFF4B18FC4E1}" srcOrd="0" destOrd="0" presId="urn:microsoft.com/office/officeart/2008/layout/LinedList"/>
    <dgm:cxn modelId="{9833E5B7-3CB1-49EF-B337-2583953F93FE}" type="presParOf" srcId="{AC57B2C8-1621-4178-A421-02C5792FA52A}" destId="{738CC975-D77F-4488-8A09-8C769F5DE5B0}" srcOrd="1" destOrd="0" presId="urn:microsoft.com/office/officeart/2008/layout/LinedList"/>
    <dgm:cxn modelId="{AD9A1D50-250C-47E1-BD01-5F26B53869EF}" type="presParOf" srcId="{738CC975-D77F-4488-8A09-8C769F5DE5B0}" destId="{C095C1CE-458A-4CC2-BAA5-7DE6A9EC068B}" srcOrd="0" destOrd="0" presId="urn:microsoft.com/office/officeart/2008/layout/LinedList"/>
    <dgm:cxn modelId="{196CF60B-9B6D-4871-A760-F5B3EC2BAE9E}" type="presParOf" srcId="{738CC975-D77F-4488-8A09-8C769F5DE5B0}" destId="{60640EC9-5AC8-4109-A696-59568D56E621}" srcOrd="1" destOrd="0" presId="urn:microsoft.com/office/officeart/2008/layout/LinedList"/>
    <dgm:cxn modelId="{0FE51512-B5C1-49B5-8EF0-2AC53E3B60C2}" type="presParOf" srcId="{738CC975-D77F-4488-8A09-8C769F5DE5B0}" destId="{66777624-18B6-40B8-A23F-771072995E22}" srcOrd="2" destOrd="0" presId="urn:microsoft.com/office/officeart/2008/layout/LinedList"/>
    <dgm:cxn modelId="{71ED5341-425D-469B-8B79-1B76F4014EFA}" type="presParOf" srcId="{AC57B2C8-1621-4178-A421-02C5792FA52A}" destId="{3361A742-FD0C-4F71-825F-1A9619A767D4}" srcOrd="2" destOrd="0" presId="urn:microsoft.com/office/officeart/2008/layout/LinedList"/>
    <dgm:cxn modelId="{DC75BDF3-E2BA-4725-B6FE-60B5E2269096}" type="presParOf" srcId="{AC57B2C8-1621-4178-A421-02C5792FA52A}" destId="{0955B6BF-C58C-4F64-B486-62432BD3E144}" srcOrd="3" destOrd="0" presId="urn:microsoft.com/office/officeart/2008/layout/LinedList"/>
    <dgm:cxn modelId="{C22ADA48-5A9B-4D57-8259-9C265518990A}" type="presParOf" srcId="{AC57B2C8-1621-4178-A421-02C5792FA52A}" destId="{F40DD41E-8792-4540-84D8-94AFAD70B550}" srcOrd="4" destOrd="0" presId="urn:microsoft.com/office/officeart/2008/layout/LinedList"/>
    <dgm:cxn modelId="{ECED4334-5479-4196-AEEB-8825653B6AD6}" type="presParOf" srcId="{F40DD41E-8792-4540-84D8-94AFAD70B550}" destId="{05171D4E-A8EC-4D33-B531-C979D769A458}" srcOrd="0" destOrd="0" presId="urn:microsoft.com/office/officeart/2008/layout/LinedList"/>
    <dgm:cxn modelId="{77E36837-181C-413D-ACC2-D7C9BCD8CF8F}" type="presParOf" srcId="{F40DD41E-8792-4540-84D8-94AFAD70B550}" destId="{4CBFC319-C635-456E-9DDE-EAB2D0656856}" srcOrd="1" destOrd="0" presId="urn:microsoft.com/office/officeart/2008/layout/LinedList"/>
    <dgm:cxn modelId="{CC757A6E-AC56-49E2-93D4-D416031F1582}" type="presParOf" srcId="{F40DD41E-8792-4540-84D8-94AFAD70B550}" destId="{56756346-3195-4015-8B5E-79B5C444F3E6}" srcOrd="2" destOrd="0" presId="urn:microsoft.com/office/officeart/2008/layout/LinedList"/>
    <dgm:cxn modelId="{030C9CA7-678D-4AB6-9DF9-156BDA3FBF06}" type="presParOf" srcId="{AC57B2C8-1621-4178-A421-02C5792FA52A}" destId="{62A2D5CE-22E6-4C04-9E3E-2846C7D7C0F1}" srcOrd="5" destOrd="0" presId="urn:microsoft.com/office/officeart/2008/layout/LinedList"/>
    <dgm:cxn modelId="{BBE1E9A1-F8A0-42C5-9C29-A354D8A51FA0}" type="presParOf" srcId="{AC57B2C8-1621-4178-A421-02C5792FA52A}" destId="{99B88C77-5AF5-4BC9-A701-0E84BA1D98D9}" srcOrd="6" destOrd="0" presId="urn:microsoft.com/office/officeart/2008/layout/LinedList"/>
    <dgm:cxn modelId="{120891C3-BC1F-4DB4-8700-9A4702B5726D}" type="presParOf" srcId="{AC57B2C8-1621-4178-A421-02C5792FA52A}" destId="{28994567-3266-49FB-9FD2-2EF1461BF6E0}" srcOrd="7" destOrd="0" presId="urn:microsoft.com/office/officeart/2008/layout/LinedList"/>
    <dgm:cxn modelId="{316453F2-0FFF-4853-8A9B-C00E106F4A1B}" type="presParOf" srcId="{28994567-3266-49FB-9FD2-2EF1461BF6E0}" destId="{30BB4E44-D720-47BF-8FD5-EC021FF99BC2}" srcOrd="0" destOrd="0" presId="urn:microsoft.com/office/officeart/2008/layout/LinedList"/>
    <dgm:cxn modelId="{F0C4E14C-B444-43F1-9682-9E4A0A9AD2FD}" type="presParOf" srcId="{28994567-3266-49FB-9FD2-2EF1461BF6E0}" destId="{85ADE463-784E-402A-B3C4-4304E53461BA}" srcOrd="1" destOrd="0" presId="urn:microsoft.com/office/officeart/2008/layout/LinedList"/>
    <dgm:cxn modelId="{9DF5090E-5310-42CA-84D6-AA59F39230E6}" type="presParOf" srcId="{28994567-3266-49FB-9FD2-2EF1461BF6E0}" destId="{16557110-CF40-4255-BE0B-F77C3C6B49C1}" srcOrd="2" destOrd="0" presId="urn:microsoft.com/office/officeart/2008/layout/LinedList"/>
    <dgm:cxn modelId="{E3C8C525-0FD2-42A6-AF23-681E94D2F8CC}" type="presParOf" srcId="{AC57B2C8-1621-4178-A421-02C5792FA52A}" destId="{020F49AB-ECD1-4616-8260-1ECBAFB645CD}" srcOrd="8" destOrd="0" presId="urn:microsoft.com/office/officeart/2008/layout/LinedList"/>
    <dgm:cxn modelId="{C88C6A93-DF1B-4146-B65B-24A210209FDB}" type="presParOf" srcId="{AC57B2C8-1621-4178-A421-02C5792FA52A}" destId="{C105DA8C-AF4E-4CDF-B709-B6C886A0C6E4}" srcOrd="9" destOrd="0" presId="urn:microsoft.com/office/officeart/2008/layout/LinedList"/>
    <dgm:cxn modelId="{601471F9-D83F-423A-B517-34F42DC914D2}" type="presParOf" srcId="{9851B250-B156-433D-8672-956F925D7C08}" destId="{CC42A710-127F-4C8C-A1D3-5E805FFB2E81}" srcOrd="4" destOrd="0" presId="urn:microsoft.com/office/officeart/2008/layout/LinedList"/>
    <dgm:cxn modelId="{BF4508C6-1160-4CB1-9E11-24E190FF2227}" type="presParOf" srcId="{9851B250-B156-433D-8672-956F925D7C08}" destId="{6E75795D-16D0-4109-928E-BA462C1F5B53}" srcOrd="5" destOrd="0" presId="urn:microsoft.com/office/officeart/2008/layout/LinedList"/>
    <dgm:cxn modelId="{C70FBF03-38EA-48CD-9360-2EAAA0E1BDE1}" type="presParOf" srcId="{6E75795D-16D0-4109-928E-BA462C1F5B53}" destId="{7261BA01-98B4-4544-BEAB-A4CFDB0B1567}" srcOrd="0" destOrd="0" presId="urn:microsoft.com/office/officeart/2008/layout/LinedList"/>
    <dgm:cxn modelId="{D0A7DB1F-7FD2-4066-8335-2414D3081112}" type="presParOf" srcId="{6E75795D-16D0-4109-928E-BA462C1F5B53}" destId="{9F72FA0E-885D-40FC-A3E6-5F31418D5BB4}" srcOrd="1" destOrd="0" presId="urn:microsoft.com/office/officeart/2008/layout/LinedList"/>
    <dgm:cxn modelId="{8253BC95-C679-440A-B194-F0FFE754F11E}" type="presParOf" srcId="{9F72FA0E-885D-40FC-A3E6-5F31418D5BB4}" destId="{269C1FFD-1D17-47C0-94E8-D9EE86B9F189}" srcOrd="0" destOrd="0" presId="urn:microsoft.com/office/officeart/2008/layout/LinedList"/>
    <dgm:cxn modelId="{CA2CB847-F79C-47C5-BA2C-89F3B5047464}" type="presParOf" srcId="{9F72FA0E-885D-40FC-A3E6-5F31418D5BB4}" destId="{67BB5B27-4EEA-4B25-A148-484F121FBDB5}" srcOrd="1" destOrd="0" presId="urn:microsoft.com/office/officeart/2008/layout/LinedList"/>
    <dgm:cxn modelId="{4F917D7D-E007-4035-AD6A-3A4A8AE0F41B}" type="presParOf" srcId="{67BB5B27-4EEA-4B25-A148-484F121FBDB5}" destId="{47F79170-CAF0-4A6A-98E8-DB0B2603955D}" srcOrd="0" destOrd="0" presId="urn:microsoft.com/office/officeart/2008/layout/LinedList"/>
    <dgm:cxn modelId="{7FB6F6A3-9398-4941-8C09-2D371CAA716D}" type="presParOf" srcId="{67BB5B27-4EEA-4B25-A148-484F121FBDB5}" destId="{29213157-1B9F-4FA7-AC70-A0849CE3DFA1}" srcOrd="1" destOrd="0" presId="urn:microsoft.com/office/officeart/2008/layout/LinedList"/>
    <dgm:cxn modelId="{05975EAA-92C7-49E7-A58F-0B820C2F77AA}" type="presParOf" srcId="{67BB5B27-4EEA-4B25-A148-484F121FBDB5}" destId="{4840D656-7AEF-46CC-A751-6D0A8484E7A4}" srcOrd="2" destOrd="0" presId="urn:microsoft.com/office/officeart/2008/layout/LinedList"/>
    <dgm:cxn modelId="{15A458A8-788E-4216-B281-290B4987812B}" type="presParOf" srcId="{9F72FA0E-885D-40FC-A3E6-5F31418D5BB4}" destId="{E62674C3-DF02-459F-8C7C-AA1236BAC6E3}" srcOrd="2" destOrd="0" presId="urn:microsoft.com/office/officeart/2008/layout/LinedList"/>
    <dgm:cxn modelId="{0A27CE1B-8911-48D9-9C41-ACFD75DC4625}" type="presParOf" srcId="{9F72FA0E-885D-40FC-A3E6-5F31418D5BB4}" destId="{ADE9992F-D623-4E47-8860-57F047D9BD04}" srcOrd="3" destOrd="0" presId="urn:microsoft.com/office/officeart/2008/layout/LinedList"/>
    <dgm:cxn modelId="{A9EAD855-8DDE-4978-A083-09F88A87118E}" type="presParOf" srcId="{9F72FA0E-885D-40FC-A3E6-5F31418D5BB4}" destId="{EBE0CFF0-249E-4D7F-BC90-28B3F2B3EDCB}" srcOrd="4" destOrd="0" presId="urn:microsoft.com/office/officeart/2008/layout/LinedList"/>
    <dgm:cxn modelId="{357EAFEC-03CD-45D2-B604-EEAEBD3C9BD7}" type="presParOf" srcId="{EBE0CFF0-249E-4D7F-BC90-28B3F2B3EDCB}" destId="{7B3F600C-D397-4AB3-AD76-4785C32A282F}" srcOrd="0" destOrd="0" presId="urn:microsoft.com/office/officeart/2008/layout/LinedList"/>
    <dgm:cxn modelId="{A62EEC1E-9A4B-42AF-980E-FE947B4FF140}" type="presParOf" srcId="{EBE0CFF0-249E-4D7F-BC90-28B3F2B3EDCB}" destId="{41DA9A26-B0F0-43F8-B313-3E10BDBA5C28}" srcOrd="1" destOrd="0" presId="urn:microsoft.com/office/officeart/2008/layout/LinedList"/>
    <dgm:cxn modelId="{651F94C9-C5F2-43A3-A82D-2EF1198531A6}" type="presParOf" srcId="{EBE0CFF0-249E-4D7F-BC90-28B3F2B3EDCB}" destId="{8D98DDE1-D34E-4753-BE72-8601C2808DCC}" srcOrd="2" destOrd="0" presId="urn:microsoft.com/office/officeart/2008/layout/LinedList"/>
    <dgm:cxn modelId="{2F80A9C1-A3EC-4C24-844F-C85BAB2B3F8A}" type="presParOf" srcId="{9F72FA0E-885D-40FC-A3E6-5F31418D5BB4}" destId="{E646147F-CB45-42DA-8CB5-04B2C2E7E01F}" srcOrd="5" destOrd="0" presId="urn:microsoft.com/office/officeart/2008/layout/LinedList"/>
    <dgm:cxn modelId="{57FE9C5E-6120-4A47-B6C4-14C2A81C0D52}" type="presParOf" srcId="{9F72FA0E-885D-40FC-A3E6-5F31418D5BB4}" destId="{D96D3470-B7E9-4F54-843A-221E4DBE0C67}"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91110D-EB68-4EBB-B97C-A6165334A0CB}"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s-ES"/>
        </a:p>
      </dgm:t>
    </dgm:pt>
    <dgm:pt modelId="{49DC8377-F748-46D4-A0E9-33C415FFB85D}">
      <dgm:prSet custT="1"/>
      <dgm:spPr/>
      <dgm:t>
        <a:bodyPr/>
        <a:lstStyle/>
        <a:p>
          <a:pPr rtl="0"/>
          <a:r>
            <a:rPr lang="es-MX" sz="2000" dirty="0"/>
            <a:t>Los niveles de dificultad de los reactivos pueden diferenciarse en función de dos dimensiones que componen el enfoque por competencias: </a:t>
          </a:r>
          <a:endParaRPr lang="en-US" sz="2000" dirty="0"/>
        </a:p>
      </dgm:t>
    </dgm:pt>
    <dgm:pt modelId="{2FCAE5B9-AB66-4733-99E0-A03C3B191654}" type="parTrans" cxnId="{80FB32A3-6F54-4455-8C93-5889968C2581}">
      <dgm:prSet/>
      <dgm:spPr/>
      <dgm:t>
        <a:bodyPr/>
        <a:lstStyle/>
        <a:p>
          <a:endParaRPr lang="es-ES"/>
        </a:p>
      </dgm:t>
    </dgm:pt>
    <dgm:pt modelId="{2C531774-C137-45ED-99AF-E6BB0B32A54E}" type="sibTrans" cxnId="{80FB32A3-6F54-4455-8C93-5889968C2581}">
      <dgm:prSet/>
      <dgm:spPr/>
      <dgm:t>
        <a:bodyPr/>
        <a:lstStyle/>
        <a:p>
          <a:endParaRPr lang="es-ES"/>
        </a:p>
      </dgm:t>
    </dgm:pt>
    <dgm:pt modelId="{75B2AF83-5A22-4A8E-90F3-E778AC21C254}">
      <dgm:prSet custT="1"/>
      <dgm:spPr/>
      <dgm:t>
        <a:bodyPr/>
        <a:lstStyle/>
        <a:p>
          <a:pPr rtl="0"/>
          <a:r>
            <a:rPr lang="es-MX" sz="2000" dirty="0"/>
            <a:t>conocimiento de contenidos temáticos de las asignaturas; y,</a:t>
          </a:r>
          <a:endParaRPr lang="en-US" sz="2000" dirty="0"/>
        </a:p>
      </dgm:t>
    </dgm:pt>
    <dgm:pt modelId="{76797532-B86B-487C-9BC0-03077453FAD2}" type="parTrans" cxnId="{12F95B8F-2DB6-493B-90BA-B156C9A423C5}">
      <dgm:prSet/>
      <dgm:spPr/>
      <dgm:t>
        <a:bodyPr/>
        <a:lstStyle/>
        <a:p>
          <a:endParaRPr lang="es-ES"/>
        </a:p>
      </dgm:t>
    </dgm:pt>
    <dgm:pt modelId="{4D0F0266-3FBD-4B17-AE4E-BD546414EE3E}" type="sibTrans" cxnId="{12F95B8F-2DB6-493B-90BA-B156C9A423C5}">
      <dgm:prSet/>
      <dgm:spPr/>
      <dgm:t>
        <a:bodyPr/>
        <a:lstStyle/>
        <a:p>
          <a:endParaRPr lang="es-ES"/>
        </a:p>
      </dgm:t>
    </dgm:pt>
    <dgm:pt modelId="{4294A0D2-93DC-45A7-B638-1763EA62C46B}">
      <dgm:prSet custT="1"/>
      <dgm:spPr/>
      <dgm:t>
        <a:bodyPr/>
        <a:lstStyle/>
        <a:p>
          <a:pPr rtl="0"/>
          <a:r>
            <a:rPr lang="es-MX" sz="2000" dirty="0"/>
            <a:t> ejercicio de destrezas cognitivas. </a:t>
          </a:r>
          <a:endParaRPr lang="en-US" sz="2000" dirty="0"/>
        </a:p>
      </dgm:t>
    </dgm:pt>
    <dgm:pt modelId="{5014C155-3D1D-45E2-A7B1-E06B1C08369F}" type="parTrans" cxnId="{91EB6BD3-AC69-40EC-9059-EBCBE7112CB3}">
      <dgm:prSet/>
      <dgm:spPr/>
      <dgm:t>
        <a:bodyPr/>
        <a:lstStyle/>
        <a:p>
          <a:endParaRPr lang="es-ES"/>
        </a:p>
      </dgm:t>
    </dgm:pt>
    <dgm:pt modelId="{6C96DCA8-6EFC-4530-B7CB-EE16F6FCDF02}" type="sibTrans" cxnId="{91EB6BD3-AC69-40EC-9059-EBCBE7112CB3}">
      <dgm:prSet/>
      <dgm:spPr/>
      <dgm:t>
        <a:bodyPr/>
        <a:lstStyle/>
        <a:p>
          <a:endParaRPr lang="es-ES"/>
        </a:p>
      </dgm:t>
    </dgm:pt>
    <dgm:pt modelId="{ABE27138-8B40-4B0D-BEA2-6303B8CFBFED}" type="pres">
      <dgm:prSet presAssocID="{7091110D-EB68-4EBB-B97C-A6165334A0CB}" presName="linear" presStyleCnt="0">
        <dgm:presLayoutVars>
          <dgm:animLvl val="lvl"/>
          <dgm:resizeHandles val="exact"/>
        </dgm:presLayoutVars>
      </dgm:prSet>
      <dgm:spPr/>
    </dgm:pt>
    <dgm:pt modelId="{B5C43C3B-F72A-4267-AFA4-FAD486120729}" type="pres">
      <dgm:prSet presAssocID="{49DC8377-F748-46D4-A0E9-33C415FFB85D}" presName="parentText" presStyleLbl="node1" presStyleIdx="0" presStyleCnt="1">
        <dgm:presLayoutVars>
          <dgm:chMax val="0"/>
          <dgm:bulletEnabled val="1"/>
        </dgm:presLayoutVars>
      </dgm:prSet>
      <dgm:spPr/>
    </dgm:pt>
    <dgm:pt modelId="{EE1E2E73-C707-4F93-9874-220B4E1A9219}" type="pres">
      <dgm:prSet presAssocID="{49DC8377-F748-46D4-A0E9-33C415FFB85D}" presName="childText" presStyleLbl="revTx" presStyleIdx="0" presStyleCnt="1">
        <dgm:presLayoutVars>
          <dgm:bulletEnabled val="1"/>
        </dgm:presLayoutVars>
      </dgm:prSet>
      <dgm:spPr/>
    </dgm:pt>
  </dgm:ptLst>
  <dgm:cxnLst>
    <dgm:cxn modelId="{62CE113F-0162-4146-BCB0-5AD9C579BE5F}" type="presOf" srcId="{7091110D-EB68-4EBB-B97C-A6165334A0CB}" destId="{ABE27138-8B40-4B0D-BEA2-6303B8CFBFED}" srcOrd="0" destOrd="0" presId="urn:microsoft.com/office/officeart/2005/8/layout/vList2"/>
    <dgm:cxn modelId="{73049988-6D9E-4860-BCAE-F2BBBF495654}" type="presOf" srcId="{75B2AF83-5A22-4A8E-90F3-E778AC21C254}" destId="{EE1E2E73-C707-4F93-9874-220B4E1A9219}" srcOrd="0" destOrd="0" presId="urn:microsoft.com/office/officeart/2005/8/layout/vList2"/>
    <dgm:cxn modelId="{58D1F68D-B003-4977-87C7-70FB19B2549C}" type="presOf" srcId="{49DC8377-F748-46D4-A0E9-33C415FFB85D}" destId="{B5C43C3B-F72A-4267-AFA4-FAD486120729}" srcOrd="0" destOrd="0" presId="urn:microsoft.com/office/officeart/2005/8/layout/vList2"/>
    <dgm:cxn modelId="{12F95B8F-2DB6-493B-90BA-B156C9A423C5}" srcId="{49DC8377-F748-46D4-A0E9-33C415FFB85D}" destId="{75B2AF83-5A22-4A8E-90F3-E778AC21C254}" srcOrd="0" destOrd="0" parTransId="{76797532-B86B-487C-9BC0-03077453FAD2}" sibTransId="{4D0F0266-3FBD-4B17-AE4E-BD546414EE3E}"/>
    <dgm:cxn modelId="{80FB32A3-6F54-4455-8C93-5889968C2581}" srcId="{7091110D-EB68-4EBB-B97C-A6165334A0CB}" destId="{49DC8377-F748-46D4-A0E9-33C415FFB85D}" srcOrd="0" destOrd="0" parTransId="{2FCAE5B9-AB66-4733-99E0-A03C3B191654}" sibTransId="{2C531774-C137-45ED-99AF-E6BB0B32A54E}"/>
    <dgm:cxn modelId="{91EB6BD3-AC69-40EC-9059-EBCBE7112CB3}" srcId="{49DC8377-F748-46D4-A0E9-33C415FFB85D}" destId="{4294A0D2-93DC-45A7-B638-1763EA62C46B}" srcOrd="1" destOrd="0" parTransId="{5014C155-3D1D-45E2-A7B1-E06B1C08369F}" sibTransId="{6C96DCA8-6EFC-4530-B7CB-EE16F6FCDF02}"/>
    <dgm:cxn modelId="{FCCED5E2-C0D1-4DC9-A1A5-9E32539F386F}" type="presOf" srcId="{4294A0D2-93DC-45A7-B638-1763EA62C46B}" destId="{EE1E2E73-C707-4F93-9874-220B4E1A9219}" srcOrd="0" destOrd="1" presId="urn:microsoft.com/office/officeart/2005/8/layout/vList2"/>
    <dgm:cxn modelId="{6CE53D9B-1A8F-4742-92F6-C5D4C7D0F363}" type="presParOf" srcId="{ABE27138-8B40-4B0D-BEA2-6303B8CFBFED}" destId="{B5C43C3B-F72A-4267-AFA4-FAD486120729}" srcOrd="0" destOrd="0" presId="urn:microsoft.com/office/officeart/2005/8/layout/vList2"/>
    <dgm:cxn modelId="{16BEF109-9026-4070-830E-DD7024147E68}" type="presParOf" srcId="{ABE27138-8B40-4B0D-BEA2-6303B8CFBFED}" destId="{EE1E2E73-C707-4F93-9874-220B4E1A9219}"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74E0597-EA7A-478D-BBA3-7D2BC85F42FA}"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s-ES"/>
        </a:p>
      </dgm:t>
    </dgm:pt>
    <dgm:pt modelId="{15ADDA32-BC39-466B-9812-B8233A35B9AB}">
      <dgm:prSet custT="1"/>
      <dgm:spPr/>
      <dgm:t>
        <a:bodyPr/>
        <a:lstStyle/>
        <a:p>
          <a:pPr rtl="0"/>
          <a:r>
            <a:rPr lang="es-MX" sz="2000" dirty="0"/>
            <a:t>La graduación del nivel de dificultad, considerando los contenidos temáticos de las asignaturas, se encuentra en función del grado de complejidad y/o cantidad de información y conocimientos que el ítem exige que el estudiante disponga.  </a:t>
          </a:r>
          <a:endParaRPr lang="en-US" sz="2000" dirty="0"/>
        </a:p>
      </dgm:t>
    </dgm:pt>
    <dgm:pt modelId="{9D1A638C-673A-4958-9766-30DDF41AD744}" type="parTrans" cxnId="{DA8841F6-A5BD-4A38-81CC-7BDD6B86F288}">
      <dgm:prSet/>
      <dgm:spPr/>
      <dgm:t>
        <a:bodyPr/>
        <a:lstStyle/>
        <a:p>
          <a:endParaRPr lang="es-ES"/>
        </a:p>
      </dgm:t>
    </dgm:pt>
    <dgm:pt modelId="{10894E71-1BAA-411C-88A4-4426D1360FCF}" type="sibTrans" cxnId="{DA8841F6-A5BD-4A38-81CC-7BDD6B86F288}">
      <dgm:prSet/>
      <dgm:spPr/>
      <dgm:t>
        <a:bodyPr/>
        <a:lstStyle/>
        <a:p>
          <a:endParaRPr lang="es-ES"/>
        </a:p>
      </dgm:t>
    </dgm:pt>
    <dgm:pt modelId="{B9ECDC57-C0F0-4DA9-9F4F-07DE006EADED}">
      <dgm:prSet custT="1"/>
      <dgm:spPr/>
      <dgm:t>
        <a:bodyPr/>
        <a:lstStyle/>
        <a:p>
          <a:pPr rtl="0"/>
          <a:r>
            <a:rPr lang="es-MX" sz="2000" dirty="0"/>
            <a:t>Estos contenidos son los ofrecidos durante el desarrollo de las asignaturas del currículo de Educación Básica Regular (EBR) y son considerados como parte del aprendizaje disciplinar en el transcurso de su formación. </a:t>
          </a:r>
          <a:endParaRPr lang="en-US" sz="2000" dirty="0"/>
        </a:p>
      </dgm:t>
    </dgm:pt>
    <dgm:pt modelId="{BC9A36E5-8BFF-427C-A7F9-3D3AF375B292}" type="parTrans" cxnId="{0994461E-7EB2-4C6E-9C65-B7EC5F3B5670}">
      <dgm:prSet/>
      <dgm:spPr/>
      <dgm:t>
        <a:bodyPr/>
        <a:lstStyle/>
        <a:p>
          <a:endParaRPr lang="es-ES"/>
        </a:p>
      </dgm:t>
    </dgm:pt>
    <dgm:pt modelId="{B9894111-0116-4F95-B43F-7D1F6ACC4609}" type="sibTrans" cxnId="{0994461E-7EB2-4C6E-9C65-B7EC5F3B5670}">
      <dgm:prSet/>
      <dgm:spPr/>
      <dgm:t>
        <a:bodyPr/>
        <a:lstStyle/>
        <a:p>
          <a:endParaRPr lang="es-ES"/>
        </a:p>
      </dgm:t>
    </dgm:pt>
    <dgm:pt modelId="{928F3E17-A338-4893-99BB-4FCB01DE291A}" type="pres">
      <dgm:prSet presAssocID="{E74E0597-EA7A-478D-BBA3-7D2BC85F42FA}" presName="linear" presStyleCnt="0">
        <dgm:presLayoutVars>
          <dgm:animLvl val="lvl"/>
          <dgm:resizeHandles val="exact"/>
        </dgm:presLayoutVars>
      </dgm:prSet>
      <dgm:spPr/>
    </dgm:pt>
    <dgm:pt modelId="{8BAB182B-81D7-41DE-BCEB-8D9CFD419912}" type="pres">
      <dgm:prSet presAssocID="{15ADDA32-BC39-466B-9812-B8233A35B9AB}" presName="parentText" presStyleLbl="node1" presStyleIdx="0" presStyleCnt="2">
        <dgm:presLayoutVars>
          <dgm:chMax val="0"/>
          <dgm:bulletEnabled val="1"/>
        </dgm:presLayoutVars>
      </dgm:prSet>
      <dgm:spPr/>
    </dgm:pt>
    <dgm:pt modelId="{5124FBF5-29FA-4DD7-89ED-93EDD1A81D52}" type="pres">
      <dgm:prSet presAssocID="{10894E71-1BAA-411C-88A4-4426D1360FCF}" presName="spacer" presStyleCnt="0"/>
      <dgm:spPr/>
    </dgm:pt>
    <dgm:pt modelId="{D8834102-CB62-4E7C-B2FA-D312BBE3BDDB}" type="pres">
      <dgm:prSet presAssocID="{B9ECDC57-C0F0-4DA9-9F4F-07DE006EADED}" presName="parentText" presStyleLbl="node1" presStyleIdx="1" presStyleCnt="2">
        <dgm:presLayoutVars>
          <dgm:chMax val="0"/>
          <dgm:bulletEnabled val="1"/>
        </dgm:presLayoutVars>
      </dgm:prSet>
      <dgm:spPr/>
    </dgm:pt>
  </dgm:ptLst>
  <dgm:cxnLst>
    <dgm:cxn modelId="{0994461E-7EB2-4C6E-9C65-B7EC5F3B5670}" srcId="{E74E0597-EA7A-478D-BBA3-7D2BC85F42FA}" destId="{B9ECDC57-C0F0-4DA9-9F4F-07DE006EADED}" srcOrd="1" destOrd="0" parTransId="{BC9A36E5-8BFF-427C-A7F9-3D3AF375B292}" sibTransId="{B9894111-0116-4F95-B43F-7D1F6ACC4609}"/>
    <dgm:cxn modelId="{F6574B28-5B8B-4C2E-A034-114ED93C8BF7}" type="presOf" srcId="{E74E0597-EA7A-478D-BBA3-7D2BC85F42FA}" destId="{928F3E17-A338-4893-99BB-4FCB01DE291A}" srcOrd="0" destOrd="0" presId="urn:microsoft.com/office/officeart/2005/8/layout/vList2"/>
    <dgm:cxn modelId="{F800243C-B6D2-45F5-AA07-E4C5EBF7DC04}" type="presOf" srcId="{B9ECDC57-C0F0-4DA9-9F4F-07DE006EADED}" destId="{D8834102-CB62-4E7C-B2FA-D312BBE3BDDB}" srcOrd="0" destOrd="0" presId="urn:microsoft.com/office/officeart/2005/8/layout/vList2"/>
    <dgm:cxn modelId="{08AF5FF3-8636-4914-A3EA-50D6BEAAD30B}" type="presOf" srcId="{15ADDA32-BC39-466B-9812-B8233A35B9AB}" destId="{8BAB182B-81D7-41DE-BCEB-8D9CFD419912}" srcOrd="0" destOrd="0" presId="urn:microsoft.com/office/officeart/2005/8/layout/vList2"/>
    <dgm:cxn modelId="{DA8841F6-A5BD-4A38-81CC-7BDD6B86F288}" srcId="{E74E0597-EA7A-478D-BBA3-7D2BC85F42FA}" destId="{15ADDA32-BC39-466B-9812-B8233A35B9AB}" srcOrd="0" destOrd="0" parTransId="{9D1A638C-673A-4958-9766-30DDF41AD744}" sibTransId="{10894E71-1BAA-411C-88A4-4426D1360FCF}"/>
    <dgm:cxn modelId="{441D7885-7FCF-4331-884A-5322C27688AF}" type="presParOf" srcId="{928F3E17-A338-4893-99BB-4FCB01DE291A}" destId="{8BAB182B-81D7-41DE-BCEB-8D9CFD419912}" srcOrd="0" destOrd="0" presId="urn:microsoft.com/office/officeart/2005/8/layout/vList2"/>
    <dgm:cxn modelId="{EC0ABF48-44BC-4DF6-9913-1103D0218072}" type="presParOf" srcId="{928F3E17-A338-4893-99BB-4FCB01DE291A}" destId="{5124FBF5-29FA-4DD7-89ED-93EDD1A81D52}" srcOrd="1" destOrd="0" presId="urn:microsoft.com/office/officeart/2005/8/layout/vList2"/>
    <dgm:cxn modelId="{C179AEC5-0530-4F86-9A4D-D60D6DA310AB}" type="presParOf" srcId="{928F3E17-A338-4893-99BB-4FCB01DE291A}" destId="{D8834102-CB62-4E7C-B2FA-D312BBE3BDD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B62CD1E-663A-4953-A72B-8BB03E8512D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s-ES"/>
        </a:p>
      </dgm:t>
    </dgm:pt>
    <dgm:pt modelId="{FB4ED37E-7C9B-4A2A-8030-1E1CDBA0BB0C}">
      <dgm:prSet custT="1">
        <dgm:style>
          <a:lnRef idx="2">
            <a:schemeClr val="accent1"/>
          </a:lnRef>
          <a:fillRef idx="1">
            <a:schemeClr val="lt1"/>
          </a:fillRef>
          <a:effectRef idx="0">
            <a:schemeClr val="accent1"/>
          </a:effectRef>
          <a:fontRef idx="minor">
            <a:schemeClr val="dk1"/>
          </a:fontRef>
        </dgm:style>
      </dgm:prSet>
      <dgm:spPr/>
      <dgm:t>
        <a:bodyPr/>
        <a:lstStyle/>
        <a:p>
          <a:pPr rtl="0"/>
          <a:r>
            <a:rPr lang="es-MX" sz="2000" dirty="0"/>
            <a:t>1. Información </a:t>
          </a:r>
          <a:endParaRPr lang="en-US" sz="2000" dirty="0"/>
        </a:p>
      </dgm:t>
    </dgm:pt>
    <dgm:pt modelId="{E7DE2709-E1AD-45A8-A52F-06A493070DF9}" type="parTrans" cxnId="{3A4A87FD-F6D5-48B2-8EEE-0FF42CB00BB1}">
      <dgm:prSet/>
      <dgm:spPr/>
      <dgm:t>
        <a:bodyPr/>
        <a:lstStyle/>
        <a:p>
          <a:endParaRPr lang="es-ES"/>
        </a:p>
      </dgm:t>
    </dgm:pt>
    <dgm:pt modelId="{D6BF9AD4-1EB2-4D87-9669-757B009F6D8D}" type="sibTrans" cxnId="{3A4A87FD-F6D5-48B2-8EEE-0FF42CB00BB1}">
      <dgm:prSet/>
      <dgm:spPr/>
      <dgm:t>
        <a:bodyPr/>
        <a:lstStyle/>
        <a:p>
          <a:endParaRPr lang="es-ES"/>
        </a:p>
      </dgm:t>
    </dgm:pt>
    <dgm:pt modelId="{81BB9459-35ED-45DF-99FA-43F154DAB59D}">
      <dgm:prSet>
        <dgm:style>
          <a:lnRef idx="2">
            <a:schemeClr val="accent1"/>
          </a:lnRef>
          <a:fillRef idx="1">
            <a:schemeClr val="lt1"/>
          </a:fillRef>
          <a:effectRef idx="0">
            <a:schemeClr val="accent1"/>
          </a:effectRef>
          <a:fontRef idx="minor">
            <a:schemeClr val="dk1"/>
          </a:fontRef>
        </dgm:style>
      </dgm:prSet>
      <dgm:spPr/>
      <dgm:t>
        <a:bodyPr/>
        <a:lstStyle/>
        <a:p>
          <a:pPr rtl="0"/>
          <a:r>
            <a:rPr lang="es-MX" dirty="0"/>
            <a:t>Sustantivos simples: nombres propios de componentes químicos, periodos históricos, obras literarias o filosóficas y sus autores, derechos ciudadanos y procedimientos legales. </a:t>
          </a:r>
        </a:p>
      </dgm:t>
    </dgm:pt>
    <dgm:pt modelId="{F5308497-AD87-4002-BA2A-977E9992C751}" type="parTrans" cxnId="{BB87D6B2-7DEA-46E1-9CF3-A46EF31804E2}">
      <dgm:prSet/>
      <dgm:spPr/>
      <dgm:t>
        <a:bodyPr/>
        <a:lstStyle/>
        <a:p>
          <a:endParaRPr lang="es-ES"/>
        </a:p>
      </dgm:t>
    </dgm:pt>
    <dgm:pt modelId="{88439EE6-D369-4FBC-9D10-0184086DFA60}" type="sibTrans" cxnId="{BB87D6B2-7DEA-46E1-9CF3-A46EF31804E2}">
      <dgm:prSet/>
      <dgm:spPr/>
      <dgm:t>
        <a:bodyPr/>
        <a:lstStyle/>
        <a:p>
          <a:endParaRPr lang="es-ES"/>
        </a:p>
      </dgm:t>
    </dgm:pt>
    <dgm:pt modelId="{481AB3F5-B8D6-4402-951F-FD10C33279AA}">
      <dgm:prSet>
        <dgm:style>
          <a:lnRef idx="2">
            <a:schemeClr val="accent4"/>
          </a:lnRef>
          <a:fillRef idx="1">
            <a:schemeClr val="lt1"/>
          </a:fillRef>
          <a:effectRef idx="0">
            <a:schemeClr val="accent4"/>
          </a:effectRef>
          <a:fontRef idx="minor">
            <a:schemeClr val="dk1"/>
          </a:fontRef>
        </dgm:style>
      </dgm:prSet>
      <dgm:spPr/>
      <dgm:t>
        <a:bodyPr/>
        <a:lstStyle/>
        <a:p>
          <a:pPr rtl="0"/>
          <a:r>
            <a:rPr lang="es-MX" dirty="0"/>
            <a:t>Fórmulas: expresiones o ecuaciones matemáticas, químicas o físicas. </a:t>
          </a:r>
          <a:endParaRPr lang="en-US" dirty="0"/>
        </a:p>
      </dgm:t>
    </dgm:pt>
    <dgm:pt modelId="{A7ADE899-D20A-416B-9970-68C9E0F233AC}" type="parTrans" cxnId="{CA3408BD-5171-4EA9-9C87-77EC77F37C12}">
      <dgm:prSet/>
      <dgm:spPr/>
      <dgm:t>
        <a:bodyPr/>
        <a:lstStyle/>
        <a:p>
          <a:endParaRPr lang="es-ES"/>
        </a:p>
      </dgm:t>
    </dgm:pt>
    <dgm:pt modelId="{049E172A-B3DE-4681-9B01-7824C5163F81}" type="sibTrans" cxnId="{CA3408BD-5171-4EA9-9C87-77EC77F37C12}">
      <dgm:prSet/>
      <dgm:spPr/>
      <dgm:t>
        <a:bodyPr/>
        <a:lstStyle/>
        <a:p>
          <a:endParaRPr lang="es-ES"/>
        </a:p>
      </dgm:t>
    </dgm:pt>
    <dgm:pt modelId="{A8F07FC0-E04B-4BED-9782-ED63A8F60081}">
      <dgm:prSet>
        <dgm:style>
          <a:lnRef idx="2">
            <a:schemeClr val="accent2"/>
          </a:lnRef>
          <a:fillRef idx="1">
            <a:schemeClr val="lt1"/>
          </a:fillRef>
          <a:effectRef idx="0">
            <a:schemeClr val="accent2"/>
          </a:effectRef>
          <a:fontRef idx="minor">
            <a:schemeClr val="dk1"/>
          </a:fontRef>
        </dgm:style>
      </dgm:prSet>
      <dgm:spPr/>
      <dgm:t>
        <a:bodyPr/>
        <a:lstStyle/>
        <a:p>
          <a:pPr rtl="0"/>
          <a:r>
            <a:rPr lang="es-MX" dirty="0"/>
            <a:t>Datos específicos: fechas, lugares, cantidades.</a:t>
          </a:r>
        </a:p>
      </dgm:t>
    </dgm:pt>
    <dgm:pt modelId="{94A3BA92-1F3D-4B17-BBC9-9BFF2CF751BE}" type="parTrans" cxnId="{BC06BE00-C75D-48DA-9616-F4A9F94AA50E}">
      <dgm:prSet/>
      <dgm:spPr/>
      <dgm:t>
        <a:bodyPr/>
        <a:lstStyle/>
        <a:p>
          <a:endParaRPr lang="es-ES"/>
        </a:p>
      </dgm:t>
    </dgm:pt>
    <dgm:pt modelId="{D2A5FE5C-0859-4B5F-8D04-02518F1E8DB1}" type="sibTrans" cxnId="{BC06BE00-C75D-48DA-9616-F4A9F94AA50E}">
      <dgm:prSet/>
      <dgm:spPr/>
      <dgm:t>
        <a:bodyPr/>
        <a:lstStyle/>
        <a:p>
          <a:endParaRPr lang="es-ES"/>
        </a:p>
      </dgm:t>
    </dgm:pt>
    <dgm:pt modelId="{007F1591-6224-4334-87FB-45679F1C8868}" type="pres">
      <dgm:prSet presAssocID="{7B62CD1E-663A-4953-A72B-8BB03E8512D4}" presName="vert0" presStyleCnt="0">
        <dgm:presLayoutVars>
          <dgm:dir/>
          <dgm:animOne val="branch"/>
          <dgm:animLvl val="lvl"/>
        </dgm:presLayoutVars>
      </dgm:prSet>
      <dgm:spPr/>
    </dgm:pt>
    <dgm:pt modelId="{5E6F52F2-D6C8-422A-83BA-8B9F5A99E98F}" type="pres">
      <dgm:prSet presAssocID="{FB4ED37E-7C9B-4A2A-8030-1E1CDBA0BB0C}" presName="thickLine" presStyleLbl="alignNode1" presStyleIdx="0" presStyleCnt="1"/>
      <dgm:spPr/>
    </dgm:pt>
    <dgm:pt modelId="{641D4649-B62B-448A-860A-FD086D3CCC31}" type="pres">
      <dgm:prSet presAssocID="{FB4ED37E-7C9B-4A2A-8030-1E1CDBA0BB0C}" presName="horz1" presStyleCnt="0"/>
      <dgm:spPr/>
    </dgm:pt>
    <dgm:pt modelId="{2FA152B2-E2AC-4285-9A97-7B457DD7C880}" type="pres">
      <dgm:prSet presAssocID="{FB4ED37E-7C9B-4A2A-8030-1E1CDBA0BB0C}" presName="tx1" presStyleLbl="revTx" presStyleIdx="0" presStyleCnt="4"/>
      <dgm:spPr/>
    </dgm:pt>
    <dgm:pt modelId="{EDED01B8-FC8C-4756-8B61-9A5FAB099DD2}" type="pres">
      <dgm:prSet presAssocID="{FB4ED37E-7C9B-4A2A-8030-1E1CDBA0BB0C}" presName="vert1" presStyleCnt="0"/>
      <dgm:spPr/>
    </dgm:pt>
    <dgm:pt modelId="{E0F83489-C07D-4D70-A02A-FB8A6E284D74}" type="pres">
      <dgm:prSet presAssocID="{81BB9459-35ED-45DF-99FA-43F154DAB59D}" presName="vertSpace2a" presStyleCnt="0"/>
      <dgm:spPr/>
    </dgm:pt>
    <dgm:pt modelId="{69923BF0-3260-45E5-8080-D0ED5CDDC42F}" type="pres">
      <dgm:prSet presAssocID="{81BB9459-35ED-45DF-99FA-43F154DAB59D}" presName="horz2" presStyleCnt="0"/>
      <dgm:spPr/>
    </dgm:pt>
    <dgm:pt modelId="{516CF7C2-A540-4D68-B526-38A9EB07ADE7}" type="pres">
      <dgm:prSet presAssocID="{81BB9459-35ED-45DF-99FA-43F154DAB59D}" presName="horzSpace2" presStyleCnt="0"/>
      <dgm:spPr/>
    </dgm:pt>
    <dgm:pt modelId="{0B563D6E-D70B-4861-A575-90FA13E09E76}" type="pres">
      <dgm:prSet presAssocID="{81BB9459-35ED-45DF-99FA-43F154DAB59D}" presName="tx2" presStyleLbl="revTx" presStyleIdx="1" presStyleCnt="4"/>
      <dgm:spPr/>
    </dgm:pt>
    <dgm:pt modelId="{BF05D42C-D3AB-4FE9-ACDD-CA3BB257C80E}" type="pres">
      <dgm:prSet presAssocID="{81BB9459-35ED-45DF-99FA-43F154DAB59D}" presName="vert2" presStyleCnt="0"/>
      <dgm:spPr/>
    </dgm:pt>
    <dgm:pt modelId="{6235BB94-2DB5-4AA2-9435-6E69290C53C4}" type="pres">
      <dgm:prSet presAssocID="{81BB9459-35ED-45DF-99FA-43F154DAB59D}" presName="thinLine2b" presStyleLbl="callout" presStyleIdx="0" presStyleCnt="3"/>
      <dgm:spPr/>
    </dgm:pt>
    <dgm:pt modelId="{A20B10A0-F6AC-4C68-BD41-16D406700EDE}" type="pres">
      <dgm:prSet presAssocID="{81BB9459-35ED-45DF-99FA-43F154DAB59D}" presName="vertSpace2b" presStyleCnt="0"/>
      <dgm:spPr/>
    </dgm:pt>
    <dgm:pt modelId="{82ED1829-9391-4E11-8748-CA508D0EC824}" type="pres">
      <dgm:prSet presAssocID="{A8F07FC0-E04B-4BED-9782-ED63A8F60081}" presName="horz2" presStyleCnt="0"/>
      <dgm:spPr/>
    </dgm:pt>
    <dgm:pt modelId="{180D5B9A-A0C7-4512-A997-A2B7F58EDEB5}" type="pres">
      <dgm:prSet presAssocID="{A8F07FC0-E04B-4BED-9782-ED63A8F60081}" presName="horzSpace2" presStyleCnt="0"/>
      <dgm:spPr/>
    </dgm:pt>
    <dgm:pt modelId="{74AFED96-498B-441D-8F14-DF63567298D2}" type="pres">
      <dgm:prSet presAssocID="{A8F07FC0-E04B-4BED-9782-ED63A8F60081}" presName="tx2" presStyleLbl="revTx" presStyleIdx="2" presStyleCnt="4"/>
      <dgm:spPr/>
    </dgm:pt>
    <dgm:pt modelId="{159ECE60-0FF4-404E-BA3F-AEB1D77CF6B8}" type="pres">
      <dgm:prSet presAssocID="{A8F07FC0-E04B-4BED-9782-ED63A8F60081}" presName="vert2" presStyleCnt="0"/>
      <dgm:spPr/>
    </dgm:pt>
    <dgm:pt modelId="{59002C32-63E8-443E-9C99-0E4EB5523740}" type="pres">
      <dgm:prSet presAssocID="{A8F07FC0-E04B-4BED-9782-ED63A8F60081}" presName="thinLine2b" presStyleLbl="callout" presStyleIdx="1" presStyleCnt="3"/>
      <dgm:spPr/>
    </dgm:pt>
    <dgm:pt modelId="{41249F0D-FFB8-4316-8457-49C0D57DE7E1}" type="pres">
      <dgm:prSet presAssocID="{A8F07FC0-E04B-4BED-9782-ED63A8F60081}" presName="vertSpace2b" presStyleCnt="0"/>
      <dgm:spPr/>
    </dgm:pt>
    <dgm:pt modelId="{CF077F31-FB41-46CE-9B3C-0FCB0C85BDC7}" type="pres">
      <dgm:prSet presAssocID="{481AB3F5-B8D6-4402-951F-FD10C33279AA}" presName="horz2" presStyleCnt="0"/>
      <dgm:spPr/>
    </dgm:pt>
    <dgm:pt modelId="{0F21B057-3780-4D10-82A3-658B1D82C155}" type="pres">
      <dgm:prSet presAssocID="{481AB3F5-B8D6-4402-951F-FD10C33279AA}" presName="horzSpace2" presStyleCnt="0"/>
      <dgm:spPr/>
    </dgm:pt>
    <dgm:pt modelId="{ED772862-26AC-48FE-97B2-A95AC8062375}" type="pres">
      <dgm:prSet presAssocID="{481AB3F5-B8D6-4402-951F-FD10C33279AA}" presName="tx2" presStyleLbl="revTx" presStyleIdx="3" presStyleCnt="4"/>
      <dgm:spPr/>
    </dgm:pt>
    <dgm:pt modelId="{CDCB9DEE-4BA8-4E2B-8173-D482F5F7C2C0}" type="pres">
      <dgm:prSet presAssocID="{481AB3F5-B8D6-4402-951F-FD10C33279AA}" presName="vert2" presStyleCnt="0"/>
      <dgm:spPr/>
    </dgm:pt>
    <dgm:pt modelId="{115964A1-30F2-4881-86CD-00B6D28F6894}" type="pres">
      <dgm:prSet presAssocID="{481AB3F5-B8D6-4402-951F-FD10C33279AA}" presName="thinLine2b" presStyleLbl="callout" presStyleIdx="2" presStyleCnt="3"/>
      <dgm:spPr/>
    </dgm:pt>
    <dgm:pt modelId="{39CC0632-AD5C-4769-BF48-D421E599A518}" type="pres">
      <dgm:prSet presAssocID="{481AB3F5-B8D6-4402-951F-FD10C33279AA}" presName="vertSpace2b" presStyleCnt="0"/>
      <dgm:spPr/>
    </dgm:pt>
  </dgm:ptLst>
  <dgm:cxnLst>
    <dgm:cxn modelId="{BC06BE00-C75D-48DA-9616-F4A9F94AA50E}" srcId="{FB4ED37E-7C9B-4A2A-8030-1E1CDBA0BB0C}" destId="{A8F07FC0-E04B-4BED-9782-ED63A8F60081}" srcOrd="1" destOrd="0" parTransId="{94A3BA92-1F3D-4B17-BBC9-9BFF2CF751BE}" sibTransId="{D2A5FE5C-0859-4B5F-8D04-02518F1E8DB1}"/>
    <dgm:cxn modelId="{79B54A19-231C-40D8-8709-575DA5EA8204}" type="presOf" srcId="{7B62CD1E-663A-4953-A72B-8BB03E8512D4}" destId="{007F1591-6224-4334-87FB-45679F1C8868}" srcOrd="0" destOrd="0" presId="urn:microsoft.com/office/officeart/2008/layout/LinedList"/>
    <dgm:cxn modelId="{81259B39-CE46-42DB-9C37-30A72A319CD8}" type="presOf" srcId="{81BB9459-35ED-45DF-99FA-43F154DAB59D}" destId="{0B563D6E-D70B-4861-A575-90FA13E09E76}" srcOrd="0" destOrd="0" presId="urn:microsoft.com/office/officeart/2008/layout/LinedList"/>
    <dgm:cxn modelId="{E6C6774B-536B-4F50-AF3D-AC11F27C3388}" type="presOf" srcId="{A8F07FC0-E04B-4BED-9782-ED63A8F60081}" destId="{74AFED96-498B-441D-8F14-DF63567298D2}" srcOrd="0" destOrd="0" presId="urn:microsoft.com/office/officeart/2008/layout/LinedList"/>
    <dgm:cxn modelId="{9D0C7353-7F54-4D5B-A159-8C34AAEEF19B}" type="presOf" srcId="{481AB3F5-B8D6-4402-951F-FD10C33279AA}" destId="{ED772862-26AC-48FE-97B2-A95AC8062375}" srcOrd="0" destOrd="0" presId="urn:microsoft.com/office/officeart/2008/layout/LinedList"/>
    <dgm:cxn modelId="{BB87D6B2-7DEA-46E1-9CF3-A46EF31804E2}" srcId="{FB4ED37E-7C9B-4A2A-8030-1E1CDBA0BB0C}" destId="{81BB9459-35ED-45DF-99FA-43F154DAB59D}" srcOrd="0" destOrd="0" parTransId="{F5308497-AD87-4002-BA2A-977E9992C751}" sibTransId="{88439EE6-D369-4FBC-9D10-0184086DFA60}"/>
    <dgm:cxn modelId="{A3F8C1BC-FDCE-4163-895E-A7E6A77104AF}" type="presOf" srcId="{FB4ED37E-7C9B-4A2A-8030-1E1CDBA0BB0C}" destId="{2FA152B2-E2AC-4285-9A97-7B457DD7C880}" srcOrd="0" destOrd="0" presId="urn:microsoft.com/office/officeart/2008/layout/LinedList"/>
    <dgm:cxn modelId="{CA3408BD-5171-4EA9-9C87-77EC77F37C12}" srcId="{FB4ED37E-7C9B-4A2A-8030-1E1CDBA0BB0C}" destId="{481AB3F5-B8D6-4402-951F-FD10C33279AA}" srcOrd="2" destOrd="0" parTransId="{A7ADE899-D20A-416B-9970-68C9E0F233AC}" sibTransId="{049E172A-B3DE-4681-9B01-7824C5163F81}"/>
    <dgm:cxn modelId="{3A4A87FD-F6D5-48B2-8EEE-0FF42CB00BB1}" srcId="{7B62CD1E-663A-4953-A72B-8BB03E8512D4}" destId="{FB4ED37E-7C9B-4A2A-8030-1E1CDBA0BB0C}" srcOrd="0" destOrd="0" parTransId="{E7DE2709-E1AD-45A8-A52F-06A493070DF9}" sibTransId="{D6BF9AD4-1EB2-4D87-9669-757B009F6D8D}"/>
    <dgm:cxn modelId="{392D9B2D-C46E-4725-AA72-4B4FD387D006}" type="presParOf" srcId="{007F1591-6224-4334-87FB-45679F1C8868}" destId="{5E6F52F2-D6C8-422A-83BA-8B9F5A99E98F}" srcOrd="0" destOrd="0" presId="urn:microsoft.com/office/officeart/2008/layout/LinedList"/>
    <dgm:cxn modelId="{82BA20AF-B261-4BF7-86E1-802AD8E6FC72}" type="presParOf" srcId="{007F1591-6224-4334-87FB-45679F1C8868}" destId="{641D4649-B62B-448A-860A-FD086D3CCC31}" srcOrd="1" destOrd="0" presId="urn:microsoft.com/office/officeart/2008/layout/LinedList"/>
    <dgm:cxn modelId="{E22737FA-B529-4B1C-8D38-EACB7D589190}" type="presParOf" srcId="{641D4649-B62B-448A-860A-FD086D3CCC31}" destId="{2FA152B2-E2AC-4285-9A97-7B457DD7C880}" srcOrd="0" destOrd="0" presId="urn:microsoft.com/office/officeart/2008/layout/LinedList"/>
    <dgm:cxn modelId="{EDE50799-4804-49F8-B6BA-8A29C41BB34C}" type="presParOf" srcId="{641D4649-B62B-448A-860A-FD086D3CCC31}" destId="{EDED01B8-FC8C-4756-8B61-9A5FAB099DD2}" srcOrd="1" destOrd="0" presId="urn:microsoft.com/office/officeart/2008/layout/LinedList"/>
    <dgm:cxn modelId="{F84924B8-7CE3-4D3F-AC32-D0F2A213E2CF}" type="presParOf" srcId="{EDED01B8-FC8C-4756-8B61-9A5FAB099DD2}" destId="{E0F83489-C07D-4D70-A02A-FB8A6E284D74}" srcOrd="0" destOrd="0" presId="urn:microsoft.com/office/officeart/2008/layout/LinedList"/>
    <dgm:cxn modelId="{46EC793E-B76B-4C12-AD1E-7C60D918A2FA}" type="presParOf" srcId="{EDED01B8-FC8C-4756-8B61-9A5FAB099DD2}" destId="{69923BF0-3260-45E5-8080-D0ED5CDDC42F}" srcOrd="1" destOrd="0" presId="urn:microsoft.com/office/officeart/2008/layout/LinedList"/>
    <dgm:cxn modelId="{4A4DF32E-0207-45AF-A8EE-C2D057DE77CF}" type="presParOf" srcId="{69923BF0-3260-45E5-8080-D0ED5CDDC42F}" destId="{516CF7C2-A540-4D68-B526-38A9EB07ADE7}" srcOrd="0" destOrd="0" presId="urn:microsoft.com/office/officeart/2008/layout/LinedList"/>
    <dgm:cxn modelId="{6F9C4283-8580-436A-BE06-FB9B61AADCB4}" type="presParOf" srcId="{69923BF0-3260-45E5-8080-D0ED5CDDC42F}" destId="{0B563D6E-D70B-4861-A575-90FA13E09E76}" srcOrd="1" destOrd="0" presId="urn:microsoft.com/office/officeart/2008/layout/LinedList"/>
    <dgm:cxn modelId="{EE03B269-177C-43B7-B885-08D589F31BF5}" type="presParOf" srcId="{69923BF0-3260-45E5-8080-D0ED5CDDC42F}" destId="{BF05D42C-D3AB-4FE9-ACDD-CA3BB257C80E}" srcOrd="2" destOrd="0" presId="urn:microsoft.com/office/officeart/2008/layout/LinedList"/>
    <dgm:cxn modelId="{72BC89AA-BEFE-416A-A73F-8F267DEE520C}" type="presParOf" srcId="{EDED01B8-FC8C-4756-8B61-9A5FAB099DD2}" destId="{6235BB94-2DB5-4AA2-9435-6E69290C53C4}" srcOrd="2" destOrd="0" presId="urn:microsoft.com/office/officeart/2008/layout/LinedList"/>
    <dgm:cxn modelId="{FBABBA9C-F8A7-4C57-8EC6-8DE980F07062}" type="presParOf" srcId="{EDED01B8-FC8C-4756-8B61-9A5FAB099DD2}" destId="{A20B10A0-F6AC-4C68-BD41-16D406700EDE}" srcOrd="3" destOrd="0" presId="urn:microsoft.com/office/officeart/2008/layout/LinedList"/>
    <dgm:cxn modelId="{86EAC5CD-D1A4-4833-86E2-54815893083B}" type="presParOf" srcId="{EDED01B8-FC8C-4756-8B61-9A5FAB099DD2}" destId="{82ED1829-9391-4E11-8748-CA508D0EC824}" srcOrd="4" destOrd="0" presId="urn:microsoft.com/office/officeart/2008/layout/LinedList"/>
    <dgm:cxn modelId="{A96C2C2B-7E06-4C18-8292-95D6EF008BC1}" type="presParOf" srcId="{82ED1829-9391-4E11-8748-CA508D0EC824}" destId="{180D5B9A-A0C7-4512-A997-A2B7F58EDEB5}" srcOrd="0" destOrd="0" presId="urn:microsoft.com/office/officeart/2008/layout/LinedList"/>
    <dgm:cxn modelId="{1C247871-5FA5-4122-8D6D-76E05ED60EA9}" type="presParOf" srcId="{82ED1829-9391-4E11-8748-CA508D0EC824}" destId="{74AFED96-498B-441D-8F14-DF63567298D2}" srcOrd="1" destOrd="0" presId="urn:microsoft.com/office/officeart/2008/layout/LinedList"/>
    <dgm:cxn modelId="{085A4365-16B7-499F-8473-5173EC569650}" type="presParOf" srcId="{82ED1829-9391-4E11-8748-CA508D0EC824}" destId="{159ECE60-0FF4-404E-BA3F-AEB1D77CF6B8}" srcOrd="2" destOrd="0" presId="urn:microsoft.com/office/officeart/2008/layout/LinedList"/>
    <dgm:cxn modelId="{5A8FBF8C-C245-4A2A-BA70-18239DE330AD}" type="presParOf" srcId="{EDED01B8-FC8C-4756-8B61-9A5FAB099DD2}" destId="{59002C32-63E8-443E-9C99-0E4EB5523740}" srcOrd="5" destOrd="0" presId="urn:microsoft.com/office/officeart/2008/layout/LinedList"/>
    <dgm:cxn modelId="{64A0ABF3-B1DE-4102-B7EB-649FA56F17B9}" type="presParOf" srcId="{EDED01B8-FC8C-4756-8B61-9A5FAB099DD2}" destId="{41249F0D-FFB8-4316-8457-49C0D57DE7E1}" srcOrd="6" destOrd="0" presId="urn:microsoft.com/office/officeart/2008/layout/LinedList"/>
    <dgm:cxn modelId="{F8DC2E21-EF61-49B4-8896-E0B058D28817}" type="presParOf" srcId="{EDED01B8-FC8C-4756-8B61-9A5FAB099DD2}" destId="{CF077F31-FB41-46CE-9B3C-0FCB0C85BDC7}" srcOrd="7" destOrd="0" presId="urn:microsoft.com/office/officeart/2008/layout/LinedList"/>
    <dgm:cxn modelId="{69F8E577-E07A-4F33-9277-8FCD19E4BAAC}" type="presParOf" srcId="{CF077F31-FB41-46CE-9B3C-0FCB0C85BDC7}" destId="{0F21B057-3780-4D10-82A3-658B1D82C155}" srcOrd="0" destOrd="0" presId="urn:microsoft.com/office/officeart/2008/layout/LinedList"/>
    <dgm:cxn modelId="{C34B00B2-B989-4984-B865-33D18584706E}" type="presParOf" srcId="{CF077F31-FB41-46CE-9B3C-0FCB0C85BDC7}" destId="{ED772862-26AC-48FE-97B2-A95AC8062375}" srcOrd="1" destOrd="0" presId="urn:microsoft.com/office/officeart/2008/layout/LinedList"/>
    <dgm:cxn modelId="{D61F2ED5-261E-49CB-9710-3C197E5B7824}" type="presParOf" srcId="{CF077F31-FB41-46CE-9B3C-0FCB0C85BDC7}" destId="{CDCB9DEE-4BA8-4E2B-8173-D482F5F7C2C0}" srcOrd="2" destOrd="0" presId="urn:microsoft.com/office/officeart/2008/layout/LinedList"/>
    <dgm:cxn modelId="{DA492CFB-D670-4773-B62C-1ABDA3EA0009}" type="presParOf" srcId="{EDED01B8-FC8C-4756-8B61-9A5FAB099DD2}" destId="{115964A1-30F2-4881-86CD-00B6D28F6894}" srcOrd="8" destOrd="0" presId="urn:microsoft.com/office/officeart/2008/layout/LinedList"/>
    <dgm:cxn modelId="{A7EBFCAA-AB32-4499-960B-0260B981DB9E}" type="presParOf" srcId="{EDED01B8-FC8C-4756-8B61-9A5FAB099DD2}" destId="{39CC0632-AD5C-4769-BF48-D421E599A518}"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55AC26C-3452-4849-9C56-C7F69A60D6EF}"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s-ES"/>
        </a:p>
      </dgm:t>
    </dgm:pt>
    <dgm:pt modelId="{4296A4A5-4315-45E5-BA55-8181F2987256}">
      <dgm:prSet custT="1">
        <dgm:style>
          <a:lnRef idx="2">
            <a:schemeClr val="accent6"/>
          </a:lnRef>
          <a:fillRef idx="1">
            <a:schemeClr val="lt1"/>
          </a:fillRef>
          <a:effectRef idx="0">
            <a:schemeClr val="accent6"/>
          </a:effectRef>
          <a:fontRef idx="minor">
            <a:schemeClr val="dk1"/>
          </a:fontRef>
        </dgm:style>
      </dgm:prSet>
      <dgm:spPr/>
      <dgm:t>
        <a:bodyPr/>
        <a:lstStyle/>
        <a:p>
          <a:pPr rtl="0"/>
          <a:r>
            <a:rPr lang="es-MX" sz="1800" dirty="0"/>
            <a:t>2. Conocimientos  disciplinares</a:t>
          </a:r>
          <a:endParaRPr lang="en-US" sz="1800" dirty="0"/>
        </a:p>
      </dgm:t>
    </dgm:pt>
    <dgm:pt modelId="{EF5B84D0-9F97-4E32-B5BB-3C61CCB896ED}" type="parTrans" cxnId="{02885329-3517-44CB-B007-8AF83501466A}">
      <dgm:prSet/>
      <dgm:spPr/>
      <dgm:t>
        <a:bodyPr/>
        <a:lstStyle/>
        <a:p>
          <a:endParaRPr lang="es-ES"/>
        </a:p>
      </dgm:t>
    </dgm:pt>
    <dgm:pt modelId="{D23CCF58-2A07-49D4-809F-996CC6ED1E5D}" type="sibTrans" cxnId="{02885329-3517-44CB-B007-8AF83501466A}">
      <dgm:prSet/>
      <dgm:spPr/>
      <dgm:t>
        <a:bodyPr/>
        <a:lstStyle/>
        <a:p>
          <a:endParaRPr lang="es-ES"/>
        </a:p>
      </dgm:t>
    </dgm:pt>
    <dgm:pt modelId="{46B184CE-AAD2-4851-BBD0-DA4BDA55F27D}">
      <dgm:prSet custT="1">
        <dgm:style>
          <a:lnRef idx="2">
            <a:schemeClr val="accent1"/>
          </a:lnRef>
          <a:fillRef idx="1">
            <a:schemeClr val="lt1"/>
          </a:fillRef>
          <a:effectRef idx="0">
            <a:schemeClr val="accent1"/>
          </a:effectRef>
          <a:fontRef idx="minor">
            <a:schemeClr val="dk1"/>
          </a:fontRef>
        </dgm:style>
      </dgm:prSet>
      <dgm:spPr/>
      <dgm:t>
        <a:bodyPr/>
        <a:lstStyle/>
        <a:p>
          <a:pPr rtl="0"/>
          <a:r>
            <a:rPr lang="es-MX" sz="1600" dirty="0"/>
            <a:t>• </a:t>
          </a:r>
          <a:r>
            <a:rPr lang="es-MX" sz="1600" b="1" dirty="0"/>
            <a:t>Conceptos disciplinares o científicos: </a:t>
          </a:r>
          <a:r>
            <a:rPr lang="es-MX" sz="1600" dirty="0"/>
            <a:t>definiciones que poseen diversos niveles de complejidad. </a:t>
          </a:r>
          <a:endParaRPr lang="en-US" sz="1600" dirty="0"/>
        </a:p>
      </dgm:t>
    </dgm:pt>
    <dgm:pt modelId="{ECE74BAD-5A66-46DF-8397-1F59FAD5FB67}" type="parTrans" cxnId="{A3F41A2E-3D9F-4D91-8CA0-ACDB1EE9597D}">
      <dgm:prSet/>
      <dgm:spPr/>
      <dgm:t>
        <a:bodyPr/>
        <a:lstStyle/>
        <a:p>
          <a:endParaRPr lang="es-ES"/>
        </a:p>
      </dgm:t>
    </dgm:pt>
    <dgm:pt modelId="{7DC9944C-7358-40E9-9352-8E3CDF7FD7A8}" type="sibTrans" cxnId="{A3F41A2E-3D9F-4D91-8CA0-ACDB1EE9597D}">
      <dgm:prSet/>
      <dgm:spPr/>
      <dgm:t>
        <a:bodyPr/>
        <a:lstStyle/>
        <a:p>
          <a:endParaRPr lang="es-ES"/>
        </a:p>
      </dgm:t>
    </dgm:pt>
    <dgm:pt modelId="{0DEF7BC7-9A81-4500-AE52-A1796F922AF3}">
      <dgm:prSet custT="1">
        <dgm:style>
          <a:lnRef idx="2">
            <a:schemeClr val="accent1"/>
          </a:lnRef>
          <a:fillRef idx="1">
            <a:schemeClr val="lt1"/>
          </a:fillRef>
          <a:effectRef idx="0">
            <a:schemeClr val="accent1"/>
          </a:effectRef>
          <a:fontRef idx="minor">
            <a:schemeClr val="dk1"/>
          </a:fontRef>
        </dgm:style>
      </dgm:prSet>
      <dgm:spPr/>
      <dgm:t>
        <a:bodyPr/>
        <a:lstStyle/>
        <a:p>
          <a:pPr rtl="0"/>
          <a:r>
            <a:rPr lang="es-MX" sz="1600" dirty="0"/>
            <a:t>• </a:t>
          </a:r>
          <a:r>
            <a:rPr lang="es-MX" sz="1600" b="1" dirty="0"/>
            <a:t>Enunciados </a:t>
          </a:r>
          <a:r>
            <a:rPr lang="es-MX" sz="1600" b="1" dirty="0" err="1"/>
            <a:t>legaciformes</a:t>
          </a:r>
          <a:r>
            <a:rPr lang="es-MX" sz="1600" b="1" dirty="0"/>
            <a:t> </a:t>
          </a:r>
          <a:r>
            <a:rPr lang="es-MX" sz="1600" dirty="0"/>
            <a:t>con funciones descriptivas y prescriptivas: leyes, principios, axiomas, reglas y normas legales.  </a:t>
          </a:r>
          <a:endParaRPr lang="en-US" sz="1600" dirty="0"/>
        </a:p>
      </dgm:t>
    </dgm:pt>
    <dgm:pt modelId="{C4ADE27E-1E42-45FE-B030-9A346555FF78}" type="parTrans" cxnId="{9C59E99D-6DD6-4D55-83AB-81DD1E0814AD}">
      <dgm:prSet/>
      <dgm:spPr/>
      <dgm:t>
        <a:bodyPr/>
        <a:lstStyle/>
        <a:p>
          <a:endParaRPr lang="es-ES"/>
        </a:p>
      </dgm:t>
    </dgm:pt>
    <dgm:pt modelId="{0CACAFE6-6000-4449-B634-A4B542A1CE75}" type="sibTrans" cxnId="{9C59E99D-6DD6-4D55-83AB-81DD1E0814AD}">
      <dgm:prSet/>
      <dgm:spPr/>
      <dgm:t>
        <a:bodyPr/>
        <a:lstStyle/>
        <a:p>
          <a:endParaRPr lang="es-ES"/>
        </a:p>
      </dgm:t>
    </dgm:pt>
    <dgm:pt modelId="{6CD5DC57-E908-4CE4-9845-A65E353E908D}">
      <dgm:prSet custT="1">
        <dgm:style>
          <a:lnRef idx="2">
            <a:schemeClr val="accent1"/>
          </a:lnRef>
          <a:fillRef idx="1">
            <a:schemeClr val="lt1"/>
          </a:fillRef>
          <a:effectRef idx="0">
            <a:schemeClr val="accent1"/>
          </a:effectRef>
          <a:fontRef idx="minor">
            <a:schemeClr val="dk1"/>
          </a:fontRef>
        </dgm:style>
      </dgm:prSet>
      <dgm:spPr/>
      <dgm:t>
        <a:bodyPr/>
        <a:lstStyle/>
        <a:p>
          <a:pPr rtl="0"/>
          <a:r>
            <a:rPr lang="es-MX" sz="1600" dirty="0"/>
            <a:t>I. Conceptos que describen clasificaciones o taxonomías. </a:t>
          </a:r>
        </a:p>
      </dgm:t>
    </dgm:pt>
    <dgm:pt modelId="{E8ACF150-632A-4448-B3E1-967D739F8695}" type="parTrans" cxnId="{008FC8AC-C9B7-4B2E-832C-35AF96C4062B}">
      <dgm:prSet/>
      <dgm:spPr/>
      <dgm:t>
        <a:bodyPr/>
        <a:lstStyle/>
        <a:p>
          <a:endParaRPr lang="es-ES"/>
        </a:p>
      </dgm:t>
    </dgm:pt>
    <dgm:pt modelId="{D62EB644-BB1C-4AA2-B4ED-B3EA59A2B05D}" type="sibTrans" cxnId="{008FC8AC-C9B7-4B2E-832C-35AF96C4062B}">
      <dgm:prSet/>
      <dgm:spPr/>
      <dgm:t>
        <a:bodyPr/>
        <a:lstStyle/>
        <a:p>
          <a:endParaRPr lang="es-ES"/>
        </a:p>
      </dgm:t>
    </dgm:pt>
    <dgm:pt modelId="{FD7F2524-1E0D-47CC-BAA5-A5C5D3DAD40A}">
      <dgm:prSet custT="1">
        <dgm:style>
          <a:lnRef idx="2">
            <a:schemeClr val="accent1"/>
          </a:lnRef>
          <a:fillRef idx="1">
            <a:schemeClr val="lt1"/>
          </a:fillRef>
          <a:effectRef idx="0">
            <a:schemeClr val="accent1"/>
          </a:effectRef>
          <a:fontRef idx="minor">
            <a:schemeClr val="dk1"/>
          </a:fontRef>
        </dgm:style>
      </dgm:prSet>
      <dgm:spPr/>
      <dgm:t>
        <a:bodyPr/>
        <a:lstStyle/>
        <a:p>
          <a:pPr rtl="0"/>
          <a:r>
            <a:rPr lang="es-MX" sz="1200" dirty="0"/>
            <a:t>III. Conceptos que describen fenómenos complejos y/o entidades abstractas; construcciones que forman un campo fenoménico delimitado por operaciones semánticas que restringen su amplitud y sus fronteras, al mismo tiempo que describen las unidades / dimensiones que lo componen, además de las relaciones y conexiones que existen entre estas. Procesos y fenómenos naturales y/o socioculturales. </a:t>
          </a:r>
          <a:endParaRPr lang="en-US" sz="1200" dirty="0"/>
        </a:p>
      </dgm:t>
    </dgm:pt>
    <dgm:pt modelId="{450C5750-D252-4687-885C-EE5FC3D008F0}" type="parTrans" cxnId="{488BC70A-DB56-4B7A-9926-880411E741C2}">
      <dgm:prSet/>
      <dgm:spPr/>
      <dgm:t>
        <a:bodyPr/>
        <a:lstStyle/>
        <a:p>
          <a:endParaRPr lang="es-ES"/>
        </a:p>
      </dgm:t>
    </dgm:pt>
    <dgm:pt modelId="{589D3B09-AFB6-4E1B-BAE8-9B5A09A6D33A}" type="sibTrans" cxnId="{488BC70A-DB56-4B7A-9926-880411E741C2}">
      <dgm:prSet/>
      <dgm:spPr/>
      <dgm:t>
        <a:bodyPr/>
        <a:lstStyle/>
        <a:p>
          <a:endParaRPr lang="es-ES"/>
        </a:p>
      </dgm:t>
    </dgm:pt>
    <dgm:pt modelId="{5CCF4142-212B-4C95-8AB7-71A60D519581}">
      <dgm:prSet custT="1">
        <dgm:style>
          <a:lnRef idx="2">
            <a:schemeClr val="accent1"/>
          </a:lnRef>
          <a:fillRef idx="1">
            <a:schemeClr val="lt1"/>
          </a:fillRef>
          <a:effectRef idx="0">
            <a:schemeClr val="accent1"/>
          </a:effectRef>
          <a:fontRef idx="minor">
            <a:schemeClr val="dk1"/>
          </a:fontRef>
        </dgm:style>
      </dgm:prSet>
      <dgm:spPr/>
      <dgm:t>
        <a:bodyPr/>
        <a:lstStyle/>
        <a:p>
          <a:pPr rtl="0"/>
          <a:r>
            <a:rPr lang="es-MX" sz="1600" dirty="0"/>
            <a:t>II. Conceptos métricos, como velocidad, aceleración, presión, oxidación, etc.</a:t>
          </a:r>
          <a:endParaRPr lang="en-US" sz="1600" dirty="0"/>
        </a:p>
      </dgm:t>
    </dgm:pt>
    <dgm:pt modelId="{D6149CF3-317F-4C44-B9DD-EB268EA4FF4B}" type="parTrans" cxnId="{0A83D3C5-C21E-4898-9E98-AA24F9C9E735}">
      <dgm:prSet/>
      <dgm:spPr/>
      <dgm:t>
        <a:bodyPr/>
        <a:lstStyle/>
        <a:p>
          <a:endParaRPr lang="es-ES"/>
        </a:p>
      </dgm:t>
    </dgm:pt>
    <dgm:pt modelId="{C3F9F880-DE15-4339-AACF-F5B03ED3E4E3}" type="sibTrans" cxnId="{0A83D3C5-C21E-4898-9E98-AA24F9C9E735}">
      <dgm:prSet/>
      <dgm:spPr/>
      <dgm:t>
        <a:bodyPr/>
        <a:lstStyle/>
        <a:p>
          <a:endParaRPr lang="es-ES"/>
        </a:p>
      </dgm:t>
    </dgm:pt>
    <dgm:pt modelId="{EB9AA18D-0FF1-4E2F-941C-846D78D5C663}" type="pres">
      <dgm:prSet presAssocID="{655AC26C-3452-4849-9C56-C7F69A60D6EF}" presName="vert0" presStyleCnt="0">
        <dgm:presLayoutVars>
          <dgm:dir/>
          <dgm:animOne val="branch"/>
          <dgm:animLvl val="lvl"/>
        </dgm:presLayoutVars>
      </dgm:prSet>
      <dgm:spPr/>
    </dgm:pt>
    <dgm:pt modelId="{39FEB8C4-7A0C-4227-B58E-15356B8ED083}" type="pres">
      <dgm:prSet presAssocID="{4296A4A5-4315-45E5-BA55-8181F2987256}" presName="thickLine" presStyleLbl="alignNode1" presStyleIdx="0" presStyleCnt="1"/>
      <dgm:spPr/>
    </dgm:pt>
    <dgm:pt modelId="{A529FC49-EAC1-413D-98B8-ED189D456F33}" type="pres">
      <dgm:prSet presAssocID="{4296A4A5-4315-45E5-BA55-8181F2987256}" presName="horz1" presStyleCnt="0"/>
      <dgm:spPr/>
    </dgm:pt>
    <dgm:pt modelId="{18BDCCE9-E2E2-4E3C-BF85-EBE2A3859AAE}" type="pres">
      <dgm:prSet presAssocID="{4296A4A5-4315-45E5-BA55-8181F2987256}" presName="tx1" presStyleLbl="revTx" presStyleIdx="0" presStyleCnt="6"/>
      <dgm:spPr/>
    </dgm:pt>
    <dgm:pt modelId="{FB724E4F-F6A7-43EC-B564-9B52047BAFF9}" type="pres">
      <dgm:prSet presAssocID="{4296A4A5-4315-45E5-BA55-8181F2987256}" presName="vert1" presStyleCnt="0"/>
      <dgm:spPr/>
    </dgm:pt>
    <dgm:pt modelId="{E19843C0-EAE6-46DF-A7C3-43F97AFC33A4}" type="pres">
      <dgm:prSet presAssocID="{46B184CE-AAD2-4851-BBD0-DA4BDA55F27D}" presName="vertSpace2a" presStyleCnt="0"/>
      <dgm:spPr/>
    </dgm:pt>
    <dgm:pt modelId="{4EDD23C6-4B9C-4EEA-86E2-FF531F966FA0}" type="pres">
      <dgm:prSet presAssocID="{46B184CE-AAD2-4851-BBD0-DA4BDA55F27D}" presName="horz2" presStyleCnt="0"/>
      <dgm:spPr/>
    </dgm:pt>
    <dgm:pt modelId="{FAAB9D9A-06AC-48A8-903F-A11B8EF4F777}" type="pres">
      <dgm:prSet presAssocID="{46B184CE-AAD2-4851-BBD0-DA4BDA55F27D}" presName="horzSpace2" presStyleCnt="0"/>
      <dgm:spPr/>
    </dgm:pt>
    <dgm:pt modelId="{7BD56897-526D-4E74-9B58-1B1FDF15F466}" type="pres">
      <dgm:prSet presAssocID="{46B184CE-AAD2-4851-BBD0-DA4BDA55F27D}" presName="tx2" presStyleLbl="revTx" presStyleIdx="1" presStyleCnt="6" custScaleY="65486"/>
      <dgm:spPr/>
    </dgm:pt>
    <dgm:pt modelId="{AAF448F2-EAD5-48BD-9B0B-0A2D73E3B8C9}" type="pres">
      <dgm:prSet presAssocID="{46B184CE-AAD2-4851-BBD0-DA4BDA55F27D}" presName="vert2" presStyleCnt="0"/>
      <dgm:spPr/>
    </dgm:pt>
    <dgm:pt modelId="{4F97EC3B-EE29-494F-99AE-97511C906EE7}" type="pres">
      <dgm:prSet presAssocID="{46B184CE-AAD2-4851-BBD0-DA4BDA55F27D}" presName="thinLine2b" presStyleLbl="callout" presStyleIdx="0" presStyleCnt="5"/>
      <dgm:spPr/>
    </dgm:pt>
    <dgm:pt modelId="{291F2642-FF19-4D5D-AEAB-5680D0E1AB0C}" type="pres">
      <dgm:prSet presAssocID="{46B184CE-AAD2-4851-BBD0-DA4BDA55F27D}" presName="vertSpace2b" presStyleCnt="0"/>
      <dgm:spPr/>
    </dgm:pt>
    <dgm:pt modelId="{7251929D-B1DE-4081-B877-1628FA6A02CA}" type="pres">
      <dgm:prSet presAssocID="{6CD5DC57-E908-4CE4-9845-A65E353E908D}" presName="horz2" presStyleCnt="0"/>
      <dgm:spPr/>
    </dgm:pt>
    <dgm:pt modelId="{B8FCCA90-7E59-4FB0-A88E-CFA4EFD0F98A}" type="pres">
      <dgm:prSet presAssocID="{6CD5DC57-E908-4CE4-9845-A65E353E908D}" presName="horzSpace2" presStyleCnt="0"/>
      <dgm:spPr/>
    </dgm:pt>
    <dgm:pt modelId="{7556CDB3-F29B-492E-8A63-DBA71630CC59}" type="pres">
      <dgm:prSet presAssocID="{6CD5DC57-E908-4CE4-9845-A65E353E908D}" presName="tx2" presStyleLbl="revTx" presStyleIdx="2" presStyleCnt="6" custScaleY="63167"/>
      <dgm:spPr/>
    </dgm:pt>
    <dgm:pt modelId="{0CF17B74-EC5A-4113-A921-68C793CB9CFC}" type="pres">
      <dgm:prSet presAssocID="{6CD5DC57-E908-4CE4-9845-A65E353E908D}" presName="vert2" presStyleCnt="0"/>
      <dgm:spPr/>
    </dgm:pt>
    <dgm:pt modelId="{B4FD93FA-42E6-4A7A-8CFF-937983AB5A83}" type="pres">
      <dgm:prSet presAssocID="{6CD5DC57-E908-4CE4-9845-A65E353E908D}" presName="thinLine2b" presStyleLbl="callout" presStyleIdx="1" presStyleCnt="5"/>
      <dgm:spPr/>
    </dgm:pt>
    <dgm:pt modelId="{ECE1F30D-F0DE-4026-9E3B-3624B5DEE3FA}" type="pres">
      <dgm:prSet presAssocID="{6CD5DC57-E908-4CE4-9845-A65E353E908D}" presName="vertSpace2b" presStyleCnt="0"/>
      <dgm:spPr/>
    </dgm:pt>
    <dgm:pt modelId="{90685C84-2C1B-43B2-A224-E90DC80F6039}" type="pres">
      <dgm:prSet presAssocID="{5CCF4142-212B-4C95-8AB7-71A60D519581}" presName="horz2" presStyleCnt="0"/>
      <dgm:spPr/>
    </dgm:pt>
    <dgm:pt modelId="{63C2D7ED-C0C4-4387-9458-B1A9E1EB5217}" type="pres">
      <dgm:prSet presAssocID="{5CCF4142-212B-4C95-8AB7-71A60D519581}" presName="horzSpace2" presStyleCnt="0"/>
      <dgm:spPr/>
    </dgm:pt>
    <dgm:pt modelId="{D7D058E9-3020-44DB-BA38-E5440C0AC786}" type="pres">
      <dgm:prSet presAssocID="{5CCF4142-212B-4C95-8AB7-71A60D519581}" presName="tx2" presStyleLbl="revTx" presStyleIdx="3" presStyleCnt="6" custScaleY="69178"/>
      <dgm:spPr/>
    </dgm:pt>
    <dgm:pt modelId="{02739DF8-7066-4360-8AF9-98817A7F77D1}" type="pres">
      <dgm:prSet presAssocID="{5CCF4142-212B-4C95-8AB7-71A60D519581}" presName="vert2" presStyleCnt="0"/>
      <dgm:spPr/>
    </dgm:pt>
    <dgm:pt modelId="{3AB08666-89AF-47EC-896F-057D55A924E7}" type="pres">
      <dgm:prSet presAssocID="{5CCF4142-212B-4C95-8AB7-71A60D519581}" presName="thinLine2b" presStyleLbl="callout" presStyleIdx="2" presStyleCnt="5"/>
      <dgm:spPr/>
    </dgm:pt>
    <dgm:pt modelId="{7A6B4D88-E0BB-4E8D-BC0C-AA40F6EB3FFC}" type="pres">
      <dgm:prSet presAssocID="{5CCF4142-212B-4C95-8AB7-71A60D519581}" presName="vertSpace2b" presStyleCnt="0"/>
      <dgm:spPr/>
    </dgm:pt>
    <dgm:pt modelId="{A39E604E-4ACB-43B6-9A76-300D32D79783}" type="pres">
      <dgm:prSet presAssocID="{FD7F2524-1E0D-47CC-BAA5-A5C5D3DAD40A}" presName="horz2" presStyleCnt="0"/>
      <dgm:spPr/>
    </dgm:pt>
    <dgm:pt modelId="{E7CAEE24-686C-477B-9399-A2B3C48F917B}" type="pres">
      <dgm:prSet presAssocID="{FD7F2524-1E0D-47CC-BAA5-A5C5D3DAD40A}" presName="horzSpace2" presStyleCnt="0"/>
      <dgm:spPr/>
    </dgm:pt>
    <dgm:pt modelId="{803D6E4F-FF1E-4F7A-A5E0-D0ADED91E8BE}" type="pres">
      <dgm:prSet presAssocID="{FD7F2524-1E0D-47CC-BAA5-A5C5D3DAD40A}" presName="tx2" presStyleLbl="revTx" presStyleIdx="4" presStyleCnt="6"/>
      <dgm:spPr/>
    </dgm:pt>
    <dgm:pt modelId="{1406FEF6-652C-42D7-AA85-16BCEB56EE1F}" type="pres">
      <dgm:prSet presAssocID="{FD7F2524-1E0D-47CC-BAA5-A5C5D3DAD40A}" presName="vert2" presStyleCnt="0"/>
      <dgm:spPr/>
    </dgm:pt>
    <dgm:pt modelId="{4F018E68-8183-4360-9ED9-E72C625D9CB9}" type="pres">
      <dgm:prSet presAssocID="{FD7F2524-1E0D-47CC-BAA5-A5C5D3DAD40A}" presName="thinLine2b" presStyleLbl="callout" presStyleIdx="3" presStyleCnt="5"/>
      <dgm:spPr/>
    </dgm:pt>
    <dgm:pt modelId="{1DCD9E67-B655-4443-A251-51E048779C17}" type="pres">
      <dgm:prSet presAssocID="{FD7F2524-1E0D-47CC-BAA5-A5C5D3DAD40A}" presName="vertSpace2b" presStyleCnt="0"/>
      <dgm:spPr/>
    </dgm:pt>
    <dgm:pt modelId="{0102F06D-FBA3-4723-ACC2-65E1042FF0CA}" type="pres">
      <dgm:prSet presAssocID="{0DEF7BC7-9A81-4500-AE52-A1796F922AF3}" presName="horz2" presStyleCnt="0"/>
      <dgm:spPr/>
    </dgm:pt>
    <dgm:pt modelId="{0299E742-B264-4F8F-8676-13EBBA91EDE5}" type="pres">
      <dgm:prSet presAssocID="{0DEF7BC7-9A81-4500-AE52-A1796F922AF3}" presName="horzSpace2" presStyleCnt="0"/>
      <dgm:spPr/>
    </dgm:pt>
    <dgm:pt modelId="{1A1CCD57-0E8F-4239-BCA4-4BEB60B61AA3}" type="pres">
      <dgm:prSet presAssocID="{0DEF7BC7-9A81-4500-AE52-A1796F922AF3}" presName="tx2" presStyleLbl="revTx" presStyleIdx="5" presStyleCnt="6"/>
      <dgm:spPr/>
    </dgm:pt>
    <dgm:pt modelId="{989395ED-F3AD-4281-9453-7917275113F0}" type="pres">
      <dgm:prSet presAssocID="{0DEF7BC7-9A81-4500-AE52-A1796F922AF3}" presName="vert2" presStyleCnt="0"/>
      <dgm:spPr/>
    </dgm:pt>
    <dgm:pt modelId="{3AC24EA5-DB32-4D43-8B4C-24C167601747}" type="pres">
      <dgm:prSet presAssocID="{0DEF7BC7-9A81-4500-AE52-A1796F922AF3}" presName="thinLine2b" presStyleLbl="callout" presStyleIdx="4" presStyleCnt="5"/>
      <dgm:spPr/>
    </dgm:pt>
    <dgm:pt modelId="{D0C7C6E8-4A4B-411D-AF8D-FA9962011170}" type="pres">
      <dgm:prSet presAssocID="{0DEF7BC7-9A81-4500-AE52-A1796F922AF3}" presName="vertSpace2b" presStyleCnt="0"/>
      <dgm:spPr/>
    </dgm:pt>
  </dgm:ptLst>
  <dgm:cxnLst>
    <dgm:cxn modelId="{488BC70A-DB56-4B7A-9926-880411E741C2}" srcId="{4296A4A5-4315-45E5-BA55-8181F2987256}" destId="{FD7F2524-1E0D-47CC-BAA5-A5C5D3DAD40A}" srcOrd="3" destOrd="0" parTransId="{450C5750-D252-4687-885C-EE5FC3D008F0}" sibTransId="{589D3B09-AFB6-4E1B-BAE8-9B5A09A6D33A}"/>
    <dgm:cxn modelId="{DCEA6921-EC28-4BAD-8DB9-1B2A94588545}" type="presOf" srcId="{4296A4A5-4315-45E5-BA55-8181F2987256}" destId="{18BDCCE9-E2E2-4E3C-BF85-EBE2A3859AAE}" srcOrd="0" destOrd="0" presId="urn:microsoft.com/office/officeart/2008/layout/LinedList"/>
    <dgm:cxn modelId="{02885329-3517-44CB-B007-8AF83501466A}" srcId="{655AC26C-3452-4849-9C56-C7F69A60D6EF}" destId="{4296A4A5-4315-45E5-BA55-8181F2987256}" srcOrd="0" destOrd="0" parTransId="{EF5B84D0-9F97-4E32-B5BB-3C61CCB896ED}" sibTransId="{D23CCF58-2A07-49D4-809F-996CC6ED1E5D}"/>
    <dgm:cxn modelId="{A3F41A2E-3D9F-4D91-8CA0-ACDB1EE9597D}" srcId="{4296A4A5-4315-45E5-BA55-8181F2987256}" destId="{46B184CE-AAD2-4851-BBD0-DA4BDA55F27D}" srcOrd="0" destOrd="0" parTransId="{ECE74BAD-5A66-46DF-8397-1F59FAD5FB67}" sibTransId="{7DC9944C-7358-40E9-9352-8E3CDF7FD7A8}"/>
    <dgm:cxn modelId="{4883946E-E836-49E8-BE76-3428477AC6B6}" type="presOf" srcId="{6CD5DC57-E908-4CE4-9845-A65E353E908D}" destId="{7556CDB3-F29B-492E-8A63-DBA71630CC59}" srcOrd="0" destOrd="0" presId="urn:microsoft.com/office/officeart/2008/layout/LinedList"/>
    <dgm:cxn modelId="{A84F5D91-E301-4325-B34D-58BA956DBB73}" type="presOf" srcId="{46B184CE-AAD2-4851-BBD0-DA4BDA55F27D}" destId="{7BD56897-526D-4E74-9B58-1B1FDF15F466}" srcOrd="0" destOrd="0" presId="urn:microsoft.com/office/officeart/2008/layout/LinedList"/>
    <dgm:cxn modelId="{9C59E99D-6DD6-4D55-83AB-81DD1E0814AD}" srcId="{4296A4A5-4315-45E5-BA55-8181F2987256}" destId="{0DEF7BC7-9A81-4500-AE52-A1796F922AF3}" srcOrd="4" destOrd="0" parTransId="{C4ADE27E-1E42-45FE-B030-9A346555FF78}" sibTransId="{0CACAFE6-6000-4449-B634-A4B542A1CE75}"/>
    <dgm:cxn modelId="{F05992A8-CFD7-4B9D-AC0B-5F07374A43F9}" type="presOf" srcId="{655AC26C-3452-4849-9C56-C7F69A60D6EF}" destId="{EB9AA18D-0FF1-4E2F-941C-846D78D5C663}" srcOrd="0" destOrd="0" presId="urn:microsoft.com/office/officeart/2008/layout/LinedList"/>
    <dgm:cxn modelId="{008FC8AC-C9B7-4B2E-832C-35AF96C4062B}" srcId="{4296A4A5-4315-45E5-BA55-8181F2987256}" destId="{6CD5DC57-E908-4CE4-9845-A65E353E908D}" srcOrd="1" destOrd="0" parTransId="{E8ACF150-632A-4448-B3E1-967D739F8695}" sibTransId="{D62EB644-BB1C-4AA2-B4ED-B3EA59A2B05D}"/>
    <dgm:cxn modelId="{0A83D3C5-C21E-4898-9E98-AA24F9C9E735}" srcId="{4296A4A5-4315-45E5-BA55-8181F2987256}" destId="{5CCF4142-212B-4C95-8AB7-71A60D519581}" srcOrd="2" destOrd="0" parTransId="{D6149CF3-317F-4C44-B9DD-EB268EA4FF4B}" sibTransId="{C3F9F880-DE15-4339-AACF-F5B03ED3E4E3}"/>
    <dgm:cxn modelId="{F9E1E1D7-CA32-44DE-B2C1-4231D352A72E}" type="presOf" srcId="{FD7F2524-1E0D-47CC-BAA5-A5C5D3DAD40A}" destId="{803D6E4F-FF1E-4F7A-A5E0-D0ADED91E8BE}" srcOrd="0" destOrd="0" presId="urn:microsoft.com/office/officeart/2008/layout/LinedList"/>
    <dgm:cxn modelId="{36A70FDE-D3F9-4C5D-A5C2-DF7D7CC58668}" type="presOf" srcId="{5CCF4142-212B-4C95-8AB7-71A60D519581}" destId="{D7D058E9-3020-44DB-BA38-E5440C0AC786}" srcOrd="0" destOrd="0" presId="urn:microsoft.com/office/officeart/2008/layout/LinedList"/>
    <dgm:cxn modelId="{22405FF6-38F8-4EB3-AA6B-833043073FA8}" type="presOf" srcId="{0DEF7BC7-9A81-4500-AE52-A1796F922AF3}" destId="{1A1CCD57-0E8F-4239-BCA4-4BEB60B61AA3}" srcOrd="0" destOrd="0" presId="urn:microsoft.com/office/officeart/2008/layout/LinedList"/>
    <dgm:cxn modelId="{E861AD11-049E-4D0C-B523-751FEFA41200}" type="presParOf" srcId="{EB9AA18D-0FF1-4E2F-941C-846D78D5C663}" destId="{39FEB8C4-7A0C-4227-B58E-15356B8ED083}" srcOrd="0" destOrd="0" presId="urn:microsoft.com/office/officeart/2008/layout/LinedList"/>
    <dgm:cxn modelId="{8C51F5A9-E4B9-4B53-8F52-427341A727F1}" type="presParOf" srcId="{EB9AA18D-0FF1-4E2F-941C-846D78D5C663}" destId="{A529FC49-EAC1-413D-98B8-ED189D456F33}" srcOrd="1" destOrd="0" presId="urn:microsoft.com/office/officeart/2008/layout/LinedList"/>
    <dgm:cxn modelId="{4695D759-EA20-4FC3-8C65-81E8DF578958}" type="presParOf" srcId="{A529FC49-EAC1-413D-98B8-ED189D456F33}" destId="{18BDCCE9-E2E2-4E3C-BF85-EBE2A3859AAE}" srcOrd="0" destOrd="0" presId="urn:microsoft.com/office/officeart/2008/layout/LinedList"/>
    <dgm:cxn modelId="{C024DFD1-0D9A-407B-B79B-A5B378ADAB91}" type="presParOf" srcId="{A529FC49-EAC1-413D-98B8-ED189D456F33}" destId="{FB724E4F-F6A7-43EC-B564-9B52047BAFF9}" srcOrd="1" destOrd="0" presId="urn:microsoft.com/office/officeart/2008/layout/LinedList"/>
    <dgm:cxn modelId="{B7E7FDAC-4EDC-4668-9270-6D121215224C}" type="presParOf" srcId="{FB724E4F-F6A7-43EC-B564-9B52047BAFF9}" destId="{E19843C0-EAE6-46DF-A7C3-43F97AFC33A4}" srcOrd="0" destOrd="0" presId="urn:microsoft.com/office/officeart/2008/layout/LinedList"/>
    <dgm:cxn modelId="{D6FD2519-269E-494B-BB61-C066C50B8578}" type="presParOf" srcId="{FB724E4F-F6A7-43EC-B564-9B52047BAFF9}" destId="{4EDD23C6-4B9C-4EEA-86E2-FF531F966FA0}" srcOrd="1" destOrd="0" presId="urn:microsoft.com/office/officeart/2008/layout/LinedList"/>
    <dgm:cxn modelId="{AE66A0EE-F110-4575-83B6-551777028E45}" type="presParOf" srcId="{4EDD23C6-4B9C-4EEA-86E2-FF531F966FA0}" destId="{FAAB9D9A-06AC-48A8-903F-A11B8EF4F777}" srcOrd="0" destOrd="0" presId="urn:microsoft.com/office/officeart/2008/layout/LinedList"/>
    <dgm:cxn modelId="{4646DA47-BAF3-4DCE-BC2E-1109DCBBCAD4}" type="presParOf" srcId="{4EDD23C6-4B9C-4EEA-86E2-FF531F966FA0}" destId="{7BD56897-526D-4E74-9B58-1B1FDF15F466}" srcOrd="1" destOrd="0" presId="urn:microsoft.com/office/officeart/2008/layout/LinedList"/>
    <dgm:cxn modelId="{74B7B98D-39CA-424E-9C09-AC8114AC0CCA}" type="presParOf" srcId="{4EDD23C6-4B9C-4EEA-86E2-FF531F966FA0}" destId="{AAF448F2-EAD5-48BD-9B0B-0A2D73E3B8C9}" srcOrd="2" destOrd="0" presId="urn:microsoft.com/office/officeart/2008/layout/LinedList"/>
    <dgm:cxn modelId="{FE25843B-6060-40B8-8FCA-79154F018D70}" type="presParOf" srcId="{FB724E4F-F6A7-43EC-B564-9B52047BAFF9}" destId="{4F97EC3B-EE29-494F-99AE-97511C906EE7}" srcOrd="2" destOrd="0" presId="urn:microsoft.com/office/officeart/2008/layout/LinedList"/>
    <dgm:cxn modelId="{11101F84-6311-4B5E-BC90-18666072624F}" type="presParOf" srcId="{FB724E4F-F6A7-43EC-B564-9B52047BAFF9}" destId="{291F2642-FF19-4D5D-AEAB-5680D0E1AB0C}" srcOrd="3" destOrd="0" presId="urn:microsoft.com/office/officeart/2008/layout/LinedList"/>
    <dgm:cxn modelId="{C086D508-9C68-440C-B8F0-8A6C241E00C4}" type="presParOf" srcId="{FB724E4F-F6A7-43EC-B564-9B52047BAFF9}" destId="{7251929D-B1DE-4081-B877-1628FA6A02CA}" srcOrd="4" destOrd="0" presId="urn:microsoft.com/office/officeart/2008/layout/LinedList"/>
    <dgm:cxn modelId="{372F68A5-569E-4EB3-B685-08CD3941B83A}" type="presParOf" srcId="{7251929D-B1DE-4081-B877-1628FA6A02CA}" destId="{B8FCCA90-7E59-4FB0-A88E-CFA4EFD0F98A}" srcOrd="0" destOrd="0" presId="urn:microsoft.com/office/officeart/2008/layout/LinedList"/>
    <dgm:cxn modelId="{5CE734E4-797C-4B16-BEE0-DA1F9EFAF8A2}" type="presParOf" srcId="{7251929D-B1DE-4081-B877-1628FA6A02CA}" destId="{7556CDB3-F29B-492E-8A63-DBA71630CC59}" srcOrd="1" destOrd="0" presId="urn:microsoft.com/office/officeart/2008/layout/LinedList"/>
    <dgm:cxn modelId="{57331F54-7464-461D-B46A-9A3B285D14C2}" type="presParOf" srcId="{7251929D-B1DE-4081-B877-1628FA6A02CA}" destId="{0CF17B74-EC5A-4113-A921-68C793CB9CFC}" srcOrd="2" destOrd="0" presId="urn:microsoft.com/office/officeart/2008/layout/LinedList"/>
    <dgm:cxn modelId="{128101DC-D958-495A-A4CE-9CDBD21D37A7}" type="presParOf" srcId="{FB724E4F-F6A7-43EC-B564-9B52047BAFF9}" destId="{B4FD93FA-42E6-4A7A-8CFF-937983AB5A83}" srcOrd="5" destOrd="0" presId="urn:microsoft.com/office/officeart/2008/layout/LinedList"/>
    <dgm:cxn modelId="{A20C78B5-B1F9-422B-A063-3D15ED09882A}" type="presParOf" srcId="{FB724E4F-F6A7-43EC-B564-9B52047BAFF9}" destId="{ECE1F30D-F0DE-4026-9E3B-3624B5DEE3FA}" srcOrd="6" destOrd="0" presId="urn:microsoft.com/office/officeart/2008/layout/LinedList"/>
    <dgm:cxn modelId="{A602C1AA-33C6-4777-A5F3-9D4555943B95}" type="presParOf" srcId="{FB724E4F-F6A7-43EC-B564-9B52047BAFF9}" destId="{90685C84-2C1B-43B2-A224-E90DC80F6039}" srcOrd="7" destOrd="0" presId="urn:microsoft.com/office/officeart/2008/layout/LinedList"/>
    <dgm:cxn modelId="{B91EBCF4-8F1E-474C-A7DF-EFEBBFB698FE}" type="presParOf" srcId="{90685C84-2C1B-43B2-A224-E90DC80F6039}" destId="{63C2D7ED-C0C4-4387-9458-B1A9E1EB5217}" srcOrd="0" destOrd="0" presId="urn:microsoft.com/office/officeart/2008/layout/LinedList"/>
    <dgm:cxn modelId="{AEC99F3F-AAC1-4E68-89A8-B366E2FA4D4D}" type="presParOf" srcId="{90685C84-2C1B-43B2-A224-E90DC80F6039}" destId="{D7D058E9-3020-44DB-BA38-E5440C0AC786}" srcOrd="1" destOrd="0" presId="urn:microsoft.com/office/officeart/2008/layout/LinedList"/>
    <dgm:cxn modelId="{43765F05-D0A9-46B6-90E3-0DA4CA52E36E}" type="presParOf" srcId="{90685C84-2C1B-43B2-A224-E90DC80F6039}" destId="{02739DF8-7066-4360-8AF9-98817A7F77D1}" srcOrd="2" destOrd="0" presId="urn:microsoft.com/office/officeart/2008/layout/LinedList"/>
    <dgm:cxn modelId="{DE21C2CF-DED9-43CA-97FD-872C3081C1C3}" type="presParOf" srcId="{FB724E4F-F6A7-43EC-B564-9B52047BAFF9}" destId="{3AB08666-89AF-47EC-896F-057D55A924E7}" srcOrd="8" destOrd="0" presId="urn:microsoft.com/office/officeart/2008/layout/LinedList"/>
    <dgm:cxn modelId="{47C62198-B1FA-463E-89D0-4BD91C0B48FA}" type="presParOf" srcId="{FB724E4F-F6A7-43EC-B564-9B52047BAFF9}" destId="{7A6B4D88-E0BB-4E8D-BC0C-AA40F6EB3FFC}" srcOrd="9" destOrd="0" presId="urn:microsoft.com/office/officeart/2008/layout/LinedList"/>
    <dgm:cxn modelId="{FB04CD0D-70FC-4513-B268-4BCF0379EF7A}" type="presParOf" srcId="{FB724E4F-F6A7-43EC-B564-9B52047BAFF9}" destId="{A39E604E-4ACB-43B6-9A76-300D32D79783}" srcOrd="10" destOrd="0" presId="urn:microsoft.com/office/officeart/2008/layout/LinedList"/>
    <dgm:cxn modelId="{A18ADD58-461C-4A3A-9EAB-EF97291BF458}" type="presParOf" srcId="{A39E604E-4ACB-43B6-9A76-300D32D79783}" destId="{E7CAEE24-686C-477B-9399-A2B3C48F917B}" srcOrd="0" destOrd="0" presId="urn:microsoft.com/office/officeart/2008/layout/LinedList"/>
    <dgm:cxn modelId="{FDF1BF90-6EE3-417B-8FDE-BDE1A1A7C020}" type="presParOf" srcId="{A39E604E-4ACB-43B6-9A76-300D32D79783}" destId="{803D6E4F-FF1E-4F7A-A5E0-D0ADED91E8BE}" srcOrd="1" destOrd="0" presId="urn:microsoft.com/office/officeart/2008/layout/LinedList"/>
    <dgm:cxn modelId="{A8787299-CF0A-43AB-9ABD-ECFFE8A0DA03}" type="presParOf" srcId="{A39E604E-4ACB-43B6-9A76-300D32D79783}" destId="{1406FEF6-652C-42D7-AA85-16BCEB56EE1F}" srcOrd="2" destOrd="0" presId="urn:microsoft.com/office/officeart/2008/layout/LinedList"/>
    <dgm:cxn modelId="{1EC64702-E925-4933-9A86-A458A97E5753}" type="presParOf" srcId="{FB724E4F-F6A7-43EC-B564-9B52047BAFF9}" destId="{4F018E68-8183-4360-9ED9-E72C625D9CB9}" srcOrd="11" destOrd="0" presId="urn:microsoft.com/office/officeart/2008/layout/LinedList"/>
    <dgm:cxn modelId="{63BE1C7E-EB65-4CCB-9CD3-C9A01617FE00}" type="presParOf" srcId="{FB724E4F-F6A7-43EC-B564-9B52047BAFF9}" destId="{1DCD9E67-B655-4443-A251-51E048779C17}" srcOrd="12" destOrd="0" presId="urn:microsoft.com/office/officeart/2008/layout/LinedList"/>
    <dgm:cxn modelId="{5D9369B7-F30D-4D10-9508-548556D016E3}" type="presParOf" srcId="{FB724E4F-F6A7-43EC-B564-9B52047BAFF9}" destId="{0102F06D-FBA3-4723-ACC2-65E1042FF0CA}" srcOrd="13" destOrd="0" presId="urn:microsoft.com/office/officeart/2008/layout/LinedList"/>
    <dgm:cxn modelId="{89B6BF51-2D60-4149-8C87-75AD3B3FA722}" type="presParOf" srcId="{0102F06D-FBA3-4723-ACC2-65E1042FF0CA}" destId="{0299E742-B264-4F8F-8676-13EBBA91EDE5}" srcOrd="0" destOrd="0" presId="urn:microsoft.com/office/officeart/2008/layout/LinedList"/>
    <dgm:cxn modelId="{1CA61743-1DC1-471F-ABA3-A125098D2CAA}" type="presParOf" srcId="{0102F06D-FBA3-4723-ACC2-65E1042FF0CA}" destId="{1A1CCD57-0E8F-4239-BCA4-4BEB60B61AA3}" srcOrd="1" destOrd="0" presId="urn:microsoft.com/office/officeart/2008/layout/LinedList"/>
    <dgm:cxn modelId="{876638CD-B2E2-46CD-8136-EDDBECD9A43D}" type="presParOf" srcId="{0102F06D-FBA3-4723-ACC2-65E1042FF0CA}" destId="{989395ED-F3AD-4281-9453-7917275113F0}" srcOrd="2" destOrd="0" presId="urn:microsoft.com/office/officeart/2008/layout/LinedList"/>
    <dgm:cxn modelId="{82FE0948-ADCB-472C-81D0-8B160C2DAF89}" type="presParOf" srcId="{FB724E4F-F6A7-43EC-B564-9B52047BAFF9}" destId="{3AC24EA5-DB32-4D43-8B4C-24C167601747}" srcOrd="14" destOrd="0" presId="urn:microsoft.com/office/officeart/2008/layout/LinedList"/>
    <dgm:cxn modelId="{B8A81230-21DC-43CC-91DD-C48A56E9E6EA}" type="presParOf" srcId="{FB724E4F-F6A7-43EC-B564-9B52047BAFF9}" destId="{D0C7C6E8-4A4B-411D-AF8D-FA9962011170}" srcOrd="15"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DF024E0-E807-4DF7-8A6C-AA9E1928B588}" type="doc">
      <dgm:prSet loTypeId="urn:microsoft.com/office/officeart/2005/8/layout/vList5" loCatId="list" qsTypeId="urn:microsoft.com/office/officeart/2005/8/quickstyle/simple1" qsCatId="simple" csTypeId="urn:microsoft.com/office/officeart/2005/8/colors/accent6_1" csCatId="accent6" phldr="1"/>
      <dgm:spPr/>
      <dgm:t>
        <a:bodyPr/>
        <a:lstStyle/>
        <a:p>
          <a:endParaRPr lang="es-ES"/>
        </a:p>
      </dgm:t>
    </dgm:pt>
    <dgm:pt modelId="{D76BEDED-8787-461D-A336-99C00177F3CF}">
      <dgm:prSet custT="1"/>
      <dgm:spPr/>
      <dgm:t>
        <a:bodyPr/>
        <a:lstStyle/>
        <a:p>
          <a:pPr rtl="0"/>
          <a:r>
            <a:rPr lang="es-MX" sz="1200" dirty="0"/>
            <a:t>la información es necesaria, pero </a:t>
          </a:r>
          <a:r>
            <a:rPr lang="es-MX" sz="1200" b="1" dirty="0"/>
            <a:t>insuficiente</a:t>
          </a:r>
          <a:r>
            <a:rPr lang="es-MX" sz="1200" dirty="0"/>
            <a:t> para resolver los ítems (reactivos). </a:t>
          </a:r>
          <a:endParaRPr lang="en-US" sz="1200" dirty="0"/>
        </a:p>
      </dgm:t>
    </dgm:pt>
    <dgm:pt modelId="{4B6C3E4B-9217-41D1-9B58-4DFE6A4517BB}" type="parTrans" cxnId="{EDCAB886-3341-4356-A9F2-1CA2F449DE21}">
      <dgm:prSet/>
      <dgm:spPr/>
      <dgm:t>
        <a:bodyPr/>
        <a:lstStyle/>
        <a:p>
          <a:endParaRPr lang="es-ES"/>
        </a:p>
      </dgm:t>
    </dgm:pt>
    <dgm:pt modelId="{DA326DBB-D95C-45A1-A996-0539F4C9887D}" type="sibTrans" cxnId="{EDCAB886-3341-4356-A9F2-1CA2F449DE21}">
      <dgm:prSet/>
      <dgm:spPr/>
      <dgm:t>
        <a:bodyPr/>
        <a:lstStyle/>
        <a:p>
          <a:endParaRPr lang="es-ES"/>
        </a:p>
      </dgm:t>
    </dgm:pt>
    <dgm:pt modelId="{3F11A7E6-3221-4D42-BC75-B003B8CFCC9F}">
      <dgm:prSet custT="1"/>
      <dgm:spPr/>
      <dgm:t>
        <a:bodyPr/>
        <a:lstStyle/>
        <a:p>
          <a:pPr rtl="0"/>
          <a:r>
            <a:rPr lang="es-MX" sz="1200" dirty="0"/>
            <a:t>los sustantivos simples o datos no pueden ser la materia sobre la que se evalúa, sino insumos que permiten plantear preguntas.</a:t>
          </a:r>
          <a:r>
            <a:rPr lang="es-MX" sz="900" dirty="0"/>
            <a:t>  </a:t>
          </a:r>
          <a:endParaRPr lang="en-US" sz="900" dirty="0"/>
        </a:p>
      </dgm:t>
    </dgm:pt>
    <dgm:pt modelId="{F265E17B-F65A-4725-BE98-389704355D6F}" type="parTrans" cxnId="{294305BD-C3DD-433B-B08F-B45EAF661F72}">
      <dgm:prSet/>
      <dgm:spPr/>
      <dgm:t>
        <a:bodyPr/>
        <a:lstStyle/>
        <a:p>
          <a:endParaRPr lang="es-ES"/>
        </a:p>
      </dgm:t>
    </dgm:pt>
    <dgm:pt modelId="{B69E38FE-E4A2-4DDD-B54D-1DDA8080DE37}" type="sibTrans" cxnId="{294305BD-C3DD-433B-B08F-B45EAF661F72}">
      <dgm:prSet/>
      <dgm:spPr/>
      <dgm:t>
        <a:bodyPr/>
        <a:lstStyle/>
        <a:p>
          <a:endParaRPr lang="es-ES"/>
        </a:p>
      </dgm:t>
    </dgm:pt>
    <dgm:pt modelId="{7346362F-2246-47E1-AAE8-196BAFA1CE41}">
      <dgm:prSet custT="1"/>
      <dgm:spPr/>
      <dgm:t>
        <a:bodyPr/>
        <a:lstStyle/>
        <a:p>
          <a:pPr rtl="0"/>
          <a:r>
            <a:rPr lang="es-MX" sz="1600" dirty="0"/>
            <a:t>En función del conocimiento disciplinar se puede graduar el nivel de dificultad de los ítems por medio de </a:t>
          </a:r>
          <a:endParaRPr lang="en-US" sz="1600" dirty="0"/>
        </a:p>
      </dgm:t>
    </dgm:pt>
    <dgm:pt modelId="{8883DC17-8E65-4335-9EB9-9F4060DA8105}" type="parTrans" cxnId="{E3469058-6C24-45C2-A0EB-40A35373FFF6}">
      <dgm:prSet/>
      <dgm:spPr/>
      <dgm:t>
        <a:bodyPr/>
        <a:lstStyle/>
        <a:p>
          <a:endParaRPr lang="es-ES"/>
        </a:p>
      </dgm:t>
    </dgm:pt>
    <dgm:pt modelId="{DEF2E03C-7CEB-445D-BBD5-086ADCDDDB36}" type="sibTrans" cxnId="{E3469058-6C24-45C2-A0EB-40A35373FFF6}">
      <dgm:prSet/>
      <dgm:spPr/>
      <dgm:t>
        <a:bodyPr/>
        <a:lstStyle/>
        <a:p>
          <a:endParaRPr lang="es-ES"/>
        </a:p>
      </dgm:t>
    </dgm:pt>
    <dgm:pt modelId="{FFC4FE6D-846A-4980-8D11-045C6B5DE3B6}">
      <dgm:prSet custT="1"/>
      <dgm:spPr/>
      <dgm:t>
        <a:bodyPr/>
        <a:lstStyle/>
        <a:p>
          <a:pPr rtl="0"/>
          <a:r>
            <a:rPr lang="es-MX" sz="1000" dirty="0"/>
            <a:t> </a:t>
          </a:r>
          <a:r>
            <a:rPr lang="es-MX" sz="1200" dirty="0"/>
            <a:t>Uso de </a:t>
          </a:r>
          <a:r>
            <a:rPr lang="es-MX" sz="1200" b="1" dirty="0"/>
            <a:t>vocabulario disciplinar </a:t>
          </a:r>
          <a:r>
            <a:rPr lang="es-MX" sz="1200" dirty="0"/>
            <a:t>que remite a un campo específico de la asignatura evaluada, tanto </a:t>
          </a:r>
          <a:r>
            <a:rPr lang="es-MX" sz="1200" b="1" dirty="0"/>
            <a:t>taxonómico</a:t>
          </a:r>
          <a:r>
            <a:rPr lang="es-MX" sz="1200" dirty="0"/>
            <a:t> como </a:t>
          </a:r>
          <a:r>
            <a:rPr lang="es-MX" sz="1200" b="1" dirty="0"/>
            <a:t>métrico</a:t>
          </a:r>
          <a:r>
            <a:rPr lang="es-MX" sz="1200" dirty="0"/>
            <a:t>. </a:t>
          </a:r>
          <a:endParaRPr lang="en-US" sz="1200" dirty="0"/>
        </a:p>
      </dgm:t>
    </dgm:pt>
    <dgm:pt modelId="{49860667-638B-47A7-A2D4-72517DA083C4}" type="parTrans" cxnId="{DB281C3B-5ED2-4BF9-8E26-018B11EE78D9}">
      <dgm:prSet/>
      <dgm:spPr/>
      <dgm:t>
        <a:bodyPr/>
        <a:lstStyle/>
        <a:p>
          <a:endParaRPr lang="es-ES"/>
        </a:p>
      </dgm:t>
    </dgm:pt>
    <dgm:pt modelId="{C2AF3339-F0D8-4E1C-9F3E-DF2949156EB2}" type="sibTrans" cxnId="{DB281C3B-5ED2-4BF9-8E26-018B11EE78D9}">
      <dgm:prSet/>
      <dgm:spPr/>
      <dgm:t>
        <a:bodyPr/>
        <a:lstStyle/>
        <a:p>
          <a:endParaRPr lang="es-ES"/>
        </a:p>
      </dgm:t>
    </dgm:pt>
    <dgm:pt modelId="{DBEDD4FE-9A4D-4E57-B8C6-FC5DC26A51EF}">
      <dgm:prSet custT="1"/>
      <dgm:spPr/>
      <dgm:t>
        <a:bodyPr/>
        <a:lstStyle/>
        <a:p>
          <a:pPr rtl="0"/>
          <a:r>
            <a:rPr lang="es-MX" sz="1200" dirty="0"/>
            <a:t>Los niveles de dificultad pueden estar en función de </a:t>
          </a:r>
          <a:endParaRPr lang="en-US" sz="1200" dirty="0"/>
        </a:p>
      </dgm:t>
    </dgm:pt>
    <dgm:pt modelId="{1611E8E0-692F-4601-884A-2788CEA2C582}" type="parTrans" cxnId="{66862AEE-B141-4A19-9482-A589D4B04A00}">
      <dgm:prSet/>
      <dgm:spPr/>
      <dgm:t>
        <a:bodyPr/>
        <a:lstStyle/>
        <a:p>
          <a:endParaRPr lang="es-ES"/>
        </a:p>
      </dgm:t>
    </dgm:pt>
    <dgm:pt modelId="{F733E078-5AD1-4A7E-8BE4-41EE1A42847E}" type="sibTrans" cxnId="{66862AEE-B141-4A19-9482-A589D4B04A00}">
      <dgm:prSet/>
      <dgm:spPr/>
      <dgm:t>
        <a:bodyPr/>
        <a:lstStyle/>
        <a:p>
          <a:endParaRPr lang="es-ES"/>
        </a:p>
      </dgm:t>
    </dgm:pt>
    <dgm:pt modelId="{3F41F3CB-42BE-464F-B4A9-4826CC4E03AC}">
      <dgm:prSet custT="1"/>
      <dgm:spPr/>
      <dgm:t>
        <a:bodyPr/>
        <a:lstStyle/>
        <a:p>
          <a:pPr rtl="0"/>
          <a:r>
            <a:rPr lang="es-MX" sz="1200" dirty="0"/>
            <a:t>el </a:t>
          </a:r>
          <a:r>
            <a:rPr lang="es-MX" sz="1200" b="1" dirty="0"/>
            <a:t>número</a:t>
          </a:r>
          <a:r>
            <a:rPr lang="es-MX" sz="1200" dirty="0"/>
            <a:t> de formulaciones implícitas. </a:t>
          </a:r>
          <a:endParaRPr lang="en-US" sz="1200" dirty="0"/>
        </a:p>
      </dgm:t>
    </dgm:pt>
    <dgm:pt modelId="{AD7ED3BC-0D25-41A8-AFF2-2D574634DB3B}" type="parTrans" cxnId="{CB034818-BDE0-4002-A124-5D6D03013EC7}">
      <dgm:prSet/>
      <dgm:spPr/>
      <dgm:t>
        <a:bodyPr/>
        <a:lstStyle/>
        <a:p>
          <a:endParaRPr lang="es-ES"/>
        </a:p>
      </dgm:t>
    </dgm:pt>
    <dgm:pt modelId="{F6B1BD05-6FB4-4007-BC6E-7C6379CB1C23}" type="sibTrans" cxnId="{CB034818-BDE0-4002-A124-5D6D03013EC7}">
      <dgm:prSet/>
      <dgm:spPr/>
      <dgm:t>
        <a:bodyPr/>
        <a:lstStyle/>
        <a:p>
          <a:endParaRPr lang="es-ES"/>
        </a:p>
      </dgm:t>
    </dgm:pt>
    <dgm:pt modelId="{1761C56B-A0D4-4BD3-9FEE-0A06EC902114}">
      <dgm:prSet custT="1"/>
      <dgm:spPr/>
      <dgm:t>
        <a:bodyPr/>
        <a:lstStyle/>
        <a:p>
          <a:pPr rtl="0"/>
          <a:r>
            <a:rPr lang="es-MX" sz="1200" dirty="0"/>
            <a:t>la </a:t>
          </a:r>
          <a:r>
            <a:rPr lang="es-MX" sz="1200" b="1" dirty="0"/>
            <a:t>complejidad</a:t>
          </a:r>
          <a:r>
            <a:rPr lang="es-MX" sz="1200" dirty="0"/>
            <a:t> de los conceptos y/o enunciados </a:t>
          </a:r>
          <a:r>
            <a:rPr lang="es-MX" sz="1200" dirty="0" err="1"/>
            <a:t>legaciformes</a:t>
          </a:r>
          <a:r>
            <a:rPr lang="es-MX" sz="1200" dirty="0"/>
            <a:t>. </a:t>
          </a:r>
          <a:endParaRPr lang="en-US" sz="1200" dirty="0"/>
        </a:p>
      </dgm:t>
    </dgm:pt>
    <dgm:pt modelId="{D841D197-2CFC-4171-A3F2-E9784260C865}" type="parTrans" cxnId="{395DB073-2845-4A58-9596-D41272AC9FFE}">
      <dgm:prSet/>
      <dgm:spPr/>
      <dgm:t>
        <a:bodyPr/>
        <a:lstStyle/>
        <a:p>
          <a:endParaRPr lang="es-ES"/>
        </a:p>
      </dgm:t>
    </dgm:pt>
    <dgm:pt modelId="{EB7CEBFB-A9BA-4232-8B41-B07C0DAEF797}" type="sibTrans" cxnId="{395DB073-2845-4A58-9596-D41272AC9FFE}">
      <dgm:prSet/>
      <dgm:spPr/>
      <dgm:t>
        <a:bodyPr/>
        <a:lstStyle/>
        <a:p>
          <a:endParaRPr lang="es-ES"/>
        </a:p>
      </dgm:t>
    </dgm:pt>
    <dgm:pt modelId="{928E6FD9-48FE-4BF0-8166-EA4140D53C51}">
      <dgm:prSet custT="1"/>
      <dgm:spPr/>
      <dgm:t>
        <a:bodyPr/>
        <a:lstStyle/>
        <a:p>
          <a:pPr rtl="0"/>
          <a:r>
            <a:rPr lang="es-MX" sz="1600" dirty="0"/>
            <a:t>Los contenidos temáticos que componen el ítem están presentes tanto en el enunciado como en las alternativas.</a:t>
          </a:r>
          <a:endParaRPr lang="en-US" sz="1600" dirty="0"/>
        </a:p>
      </dgm:t>
    </dgm:pt>
    <dgm:pt modelId="{B0452F1F-42E6-4CF8-92D9-92FAC06E8ED5}" type="parTrans" cxnId="{4DE082E6-D8EE-4B24-ACE8-2EE1413213A6}">
      <dgm:prSet/>
      <dgm:spPr/>
      <dgm:t>
        <a:bodyPr/>
        <a:lstStyle/>
        <a:p>
          <a:endParaRPr lang="es-ES"/>
        </a:p>
      </dgm:t>
    </dgm:pt>
    <dgm:pt modelId="{5388978D-8E34-480B-926A-1D70BA04C39D}" type="sibTrans" cxnId="{4DE082E6-D8EE-4B24-ACE8-2EE1413213A6}">
      <dgm:prSet/>
      <dgm:spPr/>
      <dgm:t>
        <a:bodyPr/>
        <a:lstStyle/>
        <a:p>
          <a:endParaRPr lang="es-ES"/>
        </a:p>
      </dgm:t>
    </dgm:pt>
    <dgm:pt modelId="{F37F94B2-8C22-473D-8A10-B548AAB728EE}">
      <dgm:prSet custT="1"/>
      <dgm:spPr/>
      <dgm:t>
        <a:bodyPr/>
        <a:lstStyle/>
        <a:p>
          <a:pPr rtl="0"/>
          <a:r>
            <a:rPr lang="es-MX" sz="1600" dirty="0"/>
            <a:t>La información es insuficiente en el </a:t>
          </a:r>
          <a:r>
            <a:rPr lang="es-MX" sz="1600" i="1" dirty="0"/>
            <a:t>enfoque por competencias</a:t>
          </a:r>
          <a:endParaRPr lang="en-US" sz="1600" i="1" dirty="0"/>
        </a:p>
      </dgm:t>
    </dgm:pt>
    <dgm:pt modelId="{A0D9D147-EB94-4238-BE12-A538D5BE3DC8}" type="parTrans" cxnId="{499A7FA5-820E-4198-BFC5-0E240DDB0FBD}">
      <dgm:prSet/>
      <dgm:spPr/>
      <dgm:t>
        <a:bodyPr/>
        <a:lstStyle/>
        <a:p>
          <a:endParaRPr lang="es-ES"/>
        </a:p>
      </dgm:t>
    </dgm:pt>
    <dgm:pt modelId="{8B348B69-BA1F-4051-B112-E02D29089262}" type="sibTrans" cxnId="{499A7FA5-820E-4198-BFC5-0E240DDB0FBD}">
      <dgm:prSet/>
      <dgm:spPr/>
      <dgm:t>
        <a:bodyPr/>
        <a:lstStyle/>
        <a:p>
          <a:endParaRPr lang="es-ES"/>
        </a:p>
      </dgm:t>
    </dgm:pt>
    <dgm:pt modelId="{0E5273F5-8D60-4804-B7FA-FFB638197357}">
      <dgm:prSet custT="1"/>
      <dgm:spPr/>
      <dgm:t>
        <a:bodyPr/>
        <a:lstStyle/>
        <a:p>
          <a:pPr rtl="0"/>
          <a:r>
            <a:rPr lang="es-MX" sz="1200" dirty="0"/>
            <a:t> Incorporación de contextos (</a:t>
          </a:r>
          <a:r>
            <a:rPr lang="es-MX" sz="1200" dirty="0" err="1"/>
            <a:t>cotextos</a:t>
          </a:r>
          <a:r>
            <a:rPr lang="es-MX" sz="1200" dirty="0"/>
            <a:t>) que exijan el uso de fórmulas matemáticas, químicas o físicas.  </a:t>
          </a:r>
          <a:endParaRPr lang="en-US" sz="1200" dirty="0"/>
        </a:p>
      </dgm:t>
    </dgm:pt>
    <dgm:pt modelId="{A481B7C4-E22E-4B1F-9D65-B40315AF91D6}" type="parTrans" cxnId="{CD4C747E-4D3E-41A3-B650-21300A412E53}">
      <dgm:prSet/>
      <dgm:spPr/>
      <dgm:t>
        <a:bodyPr/>
        <a:lstStyle/>
        <a:p>
          <a:endParaRPr lang="es-ES"/>
        </a:p>
      </dgm:t>
    </dgm:pt>
    <dgm:pt modelId="{7EA88546-6CA3-4171-A3E8-2F6CF729D206}" type="sibTrans" cxnId="{CD4C747E-4D3E-41A3-B650-21300A412E53}">
      <dgm:prSet/>
      <dgm:spPr/>
      <dgm:t>
        <a:bodyPr/>
        <a:lstStyle/>
        <a:p>
          <a:endParaRPr lang="es-ES"/>
        </a:p>
      </dgm:t>
    </dgm:pt>
    <dgm:pt modelId="{84F3519B-B679-452F-82E4-2DC36C451AD3}">
      <dgm:prSet custT="1"/>
      <dgm:spPr/>
      <dgm:t>
        <a:bodyPr/>
        <a:lstStyle/>
        <a:p>
          <a:pPr rtl="0"/>
          <a:r>
            <a:rPr lang="es-MX" sz="1200" b="1" dirty="0"/>
            <a:t>Formulaciones implícitas </a:t>
          </a:r>
          <a:r>
            <a:rPr lang="es-MX" sz="1200" dirty="0"/>
            <a:t>que adquieren sentido con el conocimiento de </a:t>
          </a:r>
          <a:r>
            <a:rPr lang="es-MX" sz="1200" b="1" dirty="0"/>
            <a:t>vocabulario conceptual </a:t>
          </a:r>
          <a:r>
            <a:rPr lang="es-MX" sz="1200" dirty="0"/>
            <a:t>complejo y/o </a:t>
          </a:r>
          <a:r>
            <a:rPr lang="es-MX" sz="1200" b="1" dirty="0"/>
            <a:t>enunciados </a:t>
          </a:r>
          <a:r>
            <a:rPr lang="es-MX" sz="1200" b="1" dirty="0" err="1"/>
            <a:t>legaciformes</a:t>
          </a:r>
          <a:r>
            <a:rPr lang="es-MX" sz="1200" dirty="0"/>
            <a:t>.  </a:t>
          </a:r>
          <a:endParaRPr lang="en-US" sz="1200" dirty="0"/>
        </a:p>
      </dgm:t>
    </dgm:pt>
    <dgm:pt modelId="{C3D41276-A264-4AEE-8468-4A6CB31FDBA9}" type="parTrans" cxnId="{42ADD6A6-F47D-429A-9A6C-39FCEC718303}">
      <dgm:prSet/>
      <dgm:spPr/>
      <dgm:t>
        <a:bodyPr/>
        <a:lstStyle/>
        <a:p>
          <a:endParaRPr lang="es-ES"/>
        </a:p>
      </dgm:t>
    </dgm:pt>
    <dgm:pt modelId="{5FD81558-A549-4341-8276-43A30894A949}" type="sibTrans" cxnId="{42ADD6A6-F47D-429A-9A6C-39FCEC718303}">
      <dgm:prSet/>
      <dgm:spPr/>
      <dgm:t>
        <a:bodyPr/>
        <a:lstStyle/>
        <a:p>
          <a:endParaRPr lang="es-ES"/>
        </a:p>
      </dgm:t>
    </dgm:pt>
    <dgm:pt modelId="{93DA7DD1-59CA-4FA7-9011-655960C58EF5}">
      <dgm:prSet custT="1"/>
      <dgm:spPr/>
      <dgm:t>
        <a:bodyPr/>
        <a:lstStyle/>
        <a:p>
          <a:pPr rtl="0"/>
          <a:r>
            <a:rPr lang="es-MX" sz="1400" dirty="0"/>
            <a:t>El estudiante para comprender la información planteada en ambas partes (enunciado y alternativas) debe tener conocimientos disciplinares.</a:t>
          </a:r>
          <a:endParaRPr lang="en-US" sz="1400" dirty="0"/>
        </a:p>
      </dgm:t>
    </dgm:pt>
    <dgm:pt modelId="{4F9262B8-8BEB-4C84-8C69-55CAE5C160BB}" type="parTrans" cxnId="{3E92DAD1-F137-4913-A9DA-2D7157BE3BD3}">
      <dgm:prSet/>
      <dgm:spPr/>
      <dgm:t>
        <a:bodyPr/>
        <a:lstStyle/>
        <a:p>
          <a:endParaRPr lang="es-ES"/>
        </a:p>
      </dgm:t>
    </dgm:pt>
    <dgm:pt modelId="{73BC6AA8-22F4-41DB-B916-9FAEAE49A667}" type="sibTrans" cxnId="{3E92DAD1-F137-4913-A9DA-2D7157BE3BD3}">
      <dgm:prSet/>
      <dgm:spPr/>
      <dgm:t>
        <a:bodyPr/>
        <a:lstStyle/>
        <a:p>
          <a:endParaRPr lang="es-ES"/>
        </a:p>
      </dgm:t>
    </dgm:pt>
    <dgm:pt modelId="{9E2B5811-5044-4DD9-BEC8-A02311033B24}" type="pres">
      <dgm:prSet presAssocID="{DDF024E0-E807-4DF7-8A6C-AA9E1928B588}" presName="Name0" presStyleCnt="0">
        <dgm:presLayoutVars>
          <dgm:dir/>
          <dgm:animLvl val="lvl"/>
          <dgm:resizeHandles val="exact"/>
        </dgm:presLayoutVars>
      </dgm:prSet>
      <dgm:spPr/>
    </dgm:pt>
    <dgm:pt modelId="{A35F92E4-20F7-4D33-95B3-B9B25B119411}" type="pres">
      <dgm:prSet presAssocID="{F37F94B2-8C22-473D-8A10-B548AAB728EE}" presName="linNode" presStyleCnt="0"/>
      <dgm:spPr/>
    </dgm:pt>
    <dgm:pt modelId="{42135CD7-59A9-48A6-B09F-3A6A66F3C8F9}" type="pres">
      <dgm:prSet presAssocID="{F37F94B2-8C22-473D-8A10-B548AAB728EE}" presName="parentText" presStyleLbl="node1" presStyleIdx="0" presStyleCnt="3">
        <dgm:presLayoutVars>
          <dgm:chMax val="1"/>
          <dgm:bulletEnabled val="1"/>
        </dgm:presLayoutVars>
      </dgm:prSet>
      <dgm:spPr/>
    </dgm:pt>
    <dgm:pt modelId="{FB0A5F0C-0379-4C50-B7D5-83150F5DE44C}" type="pres">
      <dgm:prSet presAssocID="{F37F94B2-8C22-473D-8A10-B548AAB728EE}" presName="descendantText" presStyleLbl="alignAccFollowNode1" presStyleIdx="0" presStyleCnt="3">
        <dgm:presLayoutVars>
          <dgm:bulletEnabled val="1"/>
        </dgm:presLayoutVars>
      </dgm:prSet>
      <dgm:spPr/>
    </dgm:pt>
    <dgm:pt modelId="{8747272A-5CD7-46C0-943E-13B330AD34BF}" type="pres">
      <dgm:prSet presAssocID="{8B348B69-BA1F-4051-B112-E02D29089262}" presName="sp" presStyleCnt="0"/>
      <dgm:spPr/>
    </dgm:pt>
    <dgm:pt modelId="{7D001DD1-A671-4DE1-9FD4-3D1BB7ED92A7}" type="pres">
      <dgm:prSet presAssocID="{7346362F-2246-47E1-AAE8-196BAFA1CE41}" presName="linNode" presStyleCnt="0"/>
      <dgm:spPr/>
    </dgm:pt>
    <dgm:pt modelId="{8DFE5EC8-2B52-4F06-A090-495E18A30596}" type="pres">
      <dgm:prSet presAssocID="{7346362F-2246-47E1-AAE8-196BAFA1CE41}" presName="parentText" presStyleLbl="node1" presStyleIdx="1" presStyleCnt="3">
        <dgm:presLayoutVars>
          <dgm:chMax val="1"/>
          <dgm:bulletEnabled val="1"/>
        </dgm:presLayoutVars>
      </dgm:prSet>
      <dgm:spPr/>
    </dgm:pt>
    <dgm:pt modelId="{68359240-AB09-4FFF-8B8F-34FBF26F2646}" type="pres">
      <dgm:prSet presAssocID="{7346362F-2246-47E1-AAE8-196BAFA1CE41}" presName="descendantText" presStyleLbl="alignAccFollowNode1" presStyleIdx="1" presStyleCnt="3" custScaleY="179330">
        <dgm:presLayoutVars>
          <dgm:bulletEnabled val="1"/>
        </dgm:presLayoutVars>
      </dgm:prSet>
      <dgm:spPr/>
    </dgm:pt>
    <dgm:pt modelId="{A84AFAF3-B3DE-4566-A305-199909874EFF}" type="pres">
      <dgm:prSet presAssocID="{DEF2E03C-7CEB-445D-BBD5-086ADCDDDB36}" presName="sp" presStyleCnt="0"/>
      <dgm:spPr/>
    </dgm:pt>
    <dgm:pt modelId="{EFFA25C1-BD2D-401F-A7B4-F5F47D07E6DE}" type="pres">
      <dgm:prSet presAssocID="{928E6FD9-48FE-4BF0-8166-EA4140D53C51}" presName="linNode" presStyleCnt="0"/>
      <dgm:spPr/>
    </dgm:pt>
    <dgm:pt modelId="{DC622115-7187-47A1-9238-A309D148C208}" type="pres">
      <dgm:prSet presAssocID="{928E6FD9-48FE-4BF0-8166-EA4140D53C51}" presName="parentText" presStyleLbl="node1" presStyleIdx="2" presStyleCnt="3">
        <dgm:presLayoutVars>
          <dgm:chMax val="1"/>
          <dgm:bulletEnabled val="1"/>
        </dgm:presLayoutVars>
      </dgm:prSet>
      <dgm:spPr/>
    </dgm:pt>
    <dgm:pt modelId="{6FF9C153-A6DF-48DA-AB42-1984E090D679}" type="pres">
      <dgm:prSet presAssocID="{928E6FD9-48FE-4BF0-8166-EA4140D53C51}" presName="descendantText" presStyleLbl="alignAccFollowNode1" presStyleIdx="2" presStyleCnt="3">
        <dgm:presLayoutVars>
          <dgm:bulletEnabled val="1"/>
        </dgm:presLayoutVars>
      </dgm:prSet>
      <dgm:spPr/>
    </dgm:pt>
  </dgm:ptLst>
  <dgm:cxnLst>
    <dgm:cxn modelId="{52975C02-D6BA-4A16-BF0A-C169E12840F1}" type="presOf" srcId="{D76BEDED-8787-461D-A336-99C00177F3CF}" destId="{FB0A5F0C-0379-4C50-B7D5-83150F5DE44C}" srcOrd="0" destOrd="0" presId="urn:microsoft.com/office/officeart/2005/8/layout/vList5"/>
    <dgm:cxn modelId="{CB034818-BDE0-4002-A124-5D6D03013EC7}" srcId="{DBEDD4FE-9A4D-4E57-B8C6-FC5DC26A51EF}" destId="{3F41F3CB-42BE-464F-B4A9-4826CC4E03AC}" srcOrd="0" destOrd="0" parTransId="{AD7ED3BC-0D25-41A8-AFF2-2D574634DB3B}" sibTransId="{F6B1BD05-6FB4-4007-BC6E-7C6379CB1C23}"/>
    <dgm:cxn modelId="{268C3D2E-7B00-421A-9275-F7BA38E6EA75}" type="presOf" srcId="{0E5273F5-8D60-4804-B7FA-FFB638197357}" destId="{68359240-AB09-4FFF-8B8F-34FBF26F2646}" srcOrd="0" destOrd="1" presId="urn:microsoft.com/office/officeart/2005/8/layout/vList5"/>
    <dgm:cxn modelId="{DB281C3B-5ED2-4BF9-8E26-018B11EE78D9}" srcId="{7346362F-2246-47E1-AAE8-196BAFA1CE41}" destId="{FFC4FE6D-846A-4980-8D11-045C6B5DE3B6}" srcOrd="0" destOrd="0" parTransId="{49860667-638B-47A7-A2D4-72517DA083C4}" sibTransId="{C2AF3339-F0D8-4E1C-9F3E-DF2949156EB2}"/>
    <dgm:cxn modelId="{355E315B-3A16-47DF-BBF0-A8CF9C9D2A90}" type="presOf" srcId="{928E6FD9-48FE-4BF0-8166-EA4140D53C51}" destId="{DC622115-7187-47A1-9238-A309D148C208}" srcOrd="0" destOrd="0" presId="urn:microsoft.com/office/officeart/2005/8/layout/vList5"/>
    <dgm:cxn modelId="{393B0D60-A2CB-4C19-8C69-1BC47E2160E5}" type="presOf" srcId="{F37F94B2-8C22-473D-8A10-B548AAB728EE}" destId="{42135CD7-59A9-48A6-B09F-3A6A66F3C8F9}" srcOrd="0" destOrd="0" presId="urn:microsoft.com/office/officeart/2005/8/layout/vList5"/>
    <dgm:cxn modelId="{B9D53060-A851-4666-9B82-DF1F5B2C983D}" type="presOf" srcId="{3F11A7E6-3221-4D42-BC75-B003B8CFCC9F}" destId="{FB0A5F0C-0379-4C50-B7D5-83150F5DE44C}" srcOrd="0" destOrd="1" presId="urn:microsoft.com/office/officeart/2005/8/layout/vList5"/>
    <dgm:cxn modelId="{E44C4942-834E-4A94-ABB5-800ADED8BEB7}" type="presOf" srcId="{1761C56B-A0D4-4BD3-9FEE-0A06EC902114}" destId="{68359240-AB09-4FFF-8B8F-34FBF26F2646}" srcOrd="0" destOrd="5" presId="urn:microsoft.com/office/officeart/2005/8/layout/vList5"/>
    <dgm:cxn modelId="{3486B94F-4CBF-4D98-9F89-E2AED60DC8A4}" type="presOf" srcId="{93DA7DD1-59CA-4FA7-9011-655960C58EF5}" destId="{6FF9C153-A6DF-48DA-AB42-1984E090D679}" srcOrd="0" destOrd="0" presId="urn:microsoft.com/office/officeart/2005/8/layout/vList5"/>
    <dgm:cxn modelId="{395DB073-2845-4A58-9596-D41272AC9FFE}" srcId="{DBEDD4FE-9A4D-4E57-B8C6-FC5DC26A51EF}" destId="{1761C56B-A0D4-4BD3-9FEE-0A06EC902114}" srcOrd="1" destOrd="0" parTransId="{D841D197-2CFC-4171-A3F2-E9784260C865}" sibTransId="{EB7CEBFB-A9BA-4232-8B41-B07C0DAEF797}"/>
    <dgm:cxn modelId="{E3469058-6C24-45C2-A0EB-40A35373FFF6}" srcId="{DDF024E0-E807-4DF7-8A6C-AA9E1928B588}" destId="{7346362F-2246-47E1-AAE8-196BAFA1CE41}" srcOrd="1" destOrd="0" parTransId="{8883DC17-8E65-4335-9EB9-9F4060DA8105}" sibTransId="{DEF2E03C-7CEB-445D-BBD5-086ADCDDDB36}"/>
    <dgm:cxn modelId="{CD4C747E-4D3E-41A3-B650-21300A412E53}" srcId="{7346362F-2246-47E1-AAE8-196BAFA1CE41}" destId="{0E5273F5-8D60-4804-B7FA-FFB638197357}" srcOrd="1" destOrd="0" parTransId="{A481B7C4-E22E-4B1F-9D65-B40315AF91D6}" sibTransId="{7EA88546-6CA3-4171-A3E8-2F6CF729D206}"/>
    <dgm:cxn modelId="{EDCAB886-3341-4356-A9F2-1CA2F449DE21}" srcId="{F37F94B2-8C22-473D-8A10-B548AAB728EE}" destId="{D76BEDED-8787-461D-A336-99C00177F3CF}" srcOrd="0" destOrd="0" parTransId="{4B6C3E4B-9217-41D1-9B58-4DFE6A4517BB}" sibTransId="{DA326DBB-D95C-45A1-A996-0539F4C9887D}"/>
    <dgm:cxn modelId="{2E8C929A-A556-4EB4-8A43-0DD3416B4861}" type="presOf" srcId="{DDF024E0-E807-4DF7-8A6C-AA9E1928B588}" destId="{9E2B5811-5044-4DD9-BEC8-A02311033B24}" srcOrd="0" destOrd="0" presId="urn:microsoft.com/office/officeart/2005/8/layout/vList5"/>
    <dgm:cxn modelId="{499A7FA5-820E-4198-BFC5-0E240DDB0FBD}" srcId="{DDF024E0-E807-4DF7-8A6C-AA9E1928B588}" destId="{F37F94B2-8C22-473D-8A10-B548AAB728EE}" srcOrd="0" destOrd="0" parTransId="{A0D9D147-EB94-4238-BE12-A538D5BE3DC8}" sibTransId="{8B348B69-BA1F-4051-B112-E02D29089262}"/>
    <dgm:cxn modelId="{42ADD6A6-F47D-429A-9A6C-39FCEC718303}" srcId="{7346362F-2246-47E1-AAE8-196BAFA1CE41}" destId="{84F3519B-B679-452F-82E4-2DC36C451AD3}" srcOrd="2" destOrd="0" parTransId="{C3D41276-A264-4AEE-8468-4A6CB31FDBA9}" sibTransId="{5FD81558-A549-4341-8276-43A30894A949}"/>
    <dgm:cxn modelId="{294305BD-C3DD-433B-B08F-B45EAF661F72}" srcId="{F37F94B2-8C22-473D-8A10-B548AAB728EE}" destId="{3F11A7E6-3221-4D42-BC75-B003B8CFCC9F}" srcOrd="1" destOrd="0" parTransId="{F265E17B-F65A-4725-BE98-389704355D6F}" sibTransId="{B69E38FE-E4A2-4DDD-B54D-1DDA8080DE37}"/>
    <dgm:cxn modelId="{B05B6CC0-F756-45B8-B4D2-E90799586446}" type="presOf" srcId="{3F41F3CB-42BE-464F-B4A9-4826CC4E03AC}" destId="{68359240-AB09-4FFF-8B8F-34FBF26F2646}" srcOrd="0" destOrd="4" presId="urn:microsoft.com/office/officeart/2005/8/layout/vList5"/>
    <dgm:cxn modelId="{3E92DAD1-F137-4913-A9DA-2D7157BE3BD3}" srcId="{928E6FD9-48FE-4BF0-8166-EA4140D53C51}" destId="{93DA7DD1-59CA-4FA7-9011-655960C58EF5}" srcOrd="0" destOrd="0" parTransId="{4F9262B8-8BEB-4C84-8C69-55CAE5C160BB}" sibTransId="{73BC6AA8-22F4-41DB-B916-9FAEAE49A667}"/>
    <dgm:cxn modelId="{BB7E0DE5-5992-4C4A-8232-6B105893FC83}" type="presOf" srcId="{7346362F-2246-47E1-AAE8-196BAFA1CE41}" destId="{8DFE5EC8-2B52-4F06-A090-495E18A30596}" srcOrd="0" destOrd="0" presId="urn:microsoft.com/office/officeart/2005/8/layout/vList5"/>
    <dgm:cxn modelId="{4DE082E6-D8EE-4B24-ACE8-2EE1413213A6}" srcId="{DDF024E0-E807-4DF7-8A6C-AA9E1928B588}" destId="{928E6FD9-48FE-4BF0-8166-EA4140D53C51}" srcOrd="2" destOrd="0" parTransId="{B0452F1F-42E6-4CF8-92D9-92FAC06E8ED5}" sibTransId="{5388978D-8E34-480B-926A-1D70BA04C39D}"/>
    <dgm:cxn modelId="{C42D42ED-5CC6-4368-9996-67AB1BF9FC3B}" type="presOf" srcId="{84F3519B-B679-452F-82E4-2DC36C451AD3}" destId="{68359240-AB09-4FFF-8B8F-34FBF26F2646}" srcOrd="0" destOrd="2" presId="urn:microsoft.com/office/officeart/2005/8/layout/vList5"/>
    <dgm:cxn modelId="{66862AEE-B141-4A19-9482-A589D4B04A00}" srcId="{7346362F-2246-47E1-AAE8-196BAFA1CE41}" destId="{DBEDD4FE-9A4D-4E57-B8C6-FC5DC26A51EF}" srcOrd="3" destOrd="0" parTransId="{1611E8E0-692F-4601-884A-2788CEA2C582}" sibTransId="{F733E078-5AD1-4A7E-8BE4-41EE1A42847E}"/>
    <dgm:cxn modelId="{8EDBB2EF-3FDB-4028-BCE8-0FC0E26793BD}" type="presOf" srcId="{DBEDD4FE-9A4D-4E57-B8C6-FC5DC26A51EF}" destId="{68359240-AB09-4FFF-8B8F-34FBF26F2646}" srcOrd="0" destOrd="3" presId="urn:microsoft.com/office/officeart/2005/8/layout/vList5"/>
    <dgm:cxn modelId="{ECB750FB-325A-47A4-9F5D-5A3A299828FC}" type="presOf" srcId="{FFC4FE6D-846A-4980-8D11-045C6B5DE3B6}" destId="{68359240-AB09-4FFF-8B8F-34FBF26F2646}" srcOrd="0" destOrd="0" presId="urn:microsoft.com/office/officeart/2005/8/layout/vList5"/>
    <dgm:cxn modelId="{F50E75FD-6790-4689-874D-0E3EF94C0857}" type="presParOf" srcId="{9E2B5811-5044-4DD9-BEC8-A02311033B24}" destId="{A35F92E4-20F7-4D33-95B3-B9B25B119411}" srcOrd="0" destOrd="0" presId="urn:microsoft.com/office/officeart/2005/8/layout/vList5"/>
    <dgm:cxn modelId="{AD17640E-9FE3-419E-AF8A-EF6AA7F73E23}" type="presParOf" srcId="{A35F92E4-20F7-4D33-95B3-B9B25B119411}" destId="{42135CD7-59A9-48A6-B09F-3A6A66F3C8F9}" srcOrd="0" destOrd="0" presId="urn:microsoft.com/office/officeart/2005/8/layout/vList5"/>
    <dgm:cxn modelId="{F5B93FFA-315B-4EE0-A68C-417BEAFEE275}" type="presParOf" srcId="{A35F92E4-20F7-4D33-95B3-B9B25B119411}" destId="{FB0A5F0C-0379-4C50-B7D5-83150F5DE44C}" srcOrd="1" destOrd="0" presId="urn:microsoft.com/office/officeart/2005/8/layout/vList5"/>
    <dgm:cxn modelId="{B10E2253-CEC0-472E-91BB-6F37039AF481}" type="presParOf" srcId="{9E2B5811-5044-4DD9-BEC8-A02311033B24}" destId="{8747272A-5CD7-46C0-943E-13B330AD34BF}" srcOrd="1" destOrd="0" presId="urn:microsoft.com/office/officeart/2005/8/layout/vList5"/>
    <dgm:cxn modelId="{277E7128-1D6B-489A-991D-EEE88F5DD363}" type="presParOf" srcId="{9E2B5811-5044-4DD9-BEC8-A02311033B24}" destId="{7D001DD1-A671-4DE1-9FD4-3D1BB7ED92A7}" srcOrd="2" destOrd="0" presId="urn:microsoft.com/office/officeart/2005/8/layout/vList5"/>
    <dgm:cxn modelId="{DC572486-A9CF-4907-852B-265600EB6850}" type="presParOf" srcId="{7D001DD1-A671-4DE1-9FD4-3D1BB7ED92A7}" destId="{8DFE5EC8-2B52-4F06-A090-495E18A30596}" srcOrd="0" destOrd="0" presId="urn:microsoft.com/office/officeart/2005/8/layout/vList5"/>
    <dgm:cxn modelId="{218B6930-0F53-42C7-94F5-759001B5E82D}" type="presParOf" srcId="{7D001DD1-A671-4DE1-9FD4-3D1BB7ED92A7}" destId="{68359240-AB09-4FFF-8B8F-34FBF26F2646}" srcOrd="1" destOrd="0" presId="urn:microsoft.com/office/officeart/2005/8/layout/vList5"/>
    <dgm:cxn modelId="{F471E82F-B269-4E0A-A9E4-27014C914D88}" type="presParOf" srcId="{9E2B5811-5044-4DD9-BEC8-A02311033B24}" destId="{A84AFAF3-B3DE-4566-A305-199909874EFF}" srcOrd="3" destOrd="0" presId="urn:microsoft.com/office/officeart/2005/8/layout/vList5"/>
    <dgm:cxn modelId="{1187A1E7-C03F-4928-8974-602F3923AB1F}" type="presParOf" srcId="{9E2B5811-5044-4DD9-BEC8-A02311033B24}" destId="{EFFA25C1-BD2D-401F-A7B4-F5F47D07E6DE}" srcOrd="4" destOrd="0" presId="urn:microsoft.com/office/officeart/2005/8/layout/vList5"/>
    <dgm:cxn modelId="{FC02997D-27B2-4DB8-931B-4D633C81A6B8}" type="presParOf" srcId="{EFFA25C1-BD2D-401F-A7B4-F5F47D07E6DE}" destId="{DC622115-7187-47A1-9238-A309D148C208}" srcOrd="0" destOrd="0" presId="urn:microsoft.com/office/officeart/2005/8/layout/vList5"/>
    <dgm:cxn modelId="{C4244539-792B-4E86-807D-99BD825DC31A}" type="presParOf" srcId="{EFFA25C1-BD2D-401F-A7B4-F5F47D07E6DE}" destId="{6FF9C153-A6DF-48DA-AB42-1984E090D67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77E7C05-5D79-467F-BFB1-6E4054275E64}" type="doc">
      <dgm:prSet loTypeId="urn:microsoft.com/office/officeart/2005/8/layout/vList2" loCatId="list" qsTypeId="urn:microsoft.com/office/officeart/2005/8/quickstyle/simple1" qsCatId="simple" csTypeId="urn:microsoft.com/office/officeart/2005/8/colors/accent4_1" csCatId="accent4" phldr="1"/>
      <dgm:spPr/>
      <dgm:t>
        <a:bodyPr/>
        <a:lstStyle/>
        <a:p>
          <a:endParaRPr lang="es-ES"/>
        </a:p>
      </dgm:t>
    </dgm:pt>
    <dgm:pt modelId="{605893AB-DFE1-459E-80FF-0A1189877111}">
      <dgm:prSet/>
      <dgm:spPr/>
      <dgm:t>
        <a:bodyPr/>
        <a:lstStyle/>
        <a:p>
          <a:pPr rtl="0"/>
          <a:r>
            <a:rPr lang="es-MX" dirty="0"/>
            <a:t>La propuesta basada en </a:t>
          </a:r>
          <a:r>
            <a:rPr lang="es-MX" i="1" dirty="0"/>
            <a:t>el enfoque por competencias </a:t>
          </a:r>
          <a:r>
            <a:rPr lang="es-MX" dirty="0"/>
            <a:t>incorpora en la formulación de un ítem que el estudiante debe ser capaz de ejercitar una destreza cognitiva que relacione la información planteada en el enunciado y la clave que encierra la respuesta. </a:t>
          </a:r>
          <a:endParaRPr lang="en-US" dirty="0"/>
        </a:p>
      </dgm:t>
    </dgm:pt>
    <dgm:pt modelId="{7173C7D2-F738-41FE-B0ED-AAB063706B78}" type="parTrans" cxnId="{9A48EA7D-B9FC-438E-883B-684FB7AA42AB}">
      <dgm:prSet/>
      <dgm:spPr/>
      <dgm:t>
        <a:bodyPr/>
        <a:lstStyle/>
        <a:p>
          <a:endParaRPr lang="es-ES"/>
        </a:p>
      </dgm:t>
    </dgm:pt>
    <dgm:pt modelId="{FEF9B303-3C43-4216-A55F-CAB50630FD02}" type="sibTrans" cxnId="{9A48EA7D-B9FC-438E-883B-684FB7AA42AB}">
      <dgm:prSet/>
      <dgm:spPr/>
      <dgm:t>
        <a:bodyPr/>
        <a:lstStyle/>
        <a:p>
          <a:endParaRPr lang="es-ES"/>
        </a:p>
      </dgm:t>
    </dgm:pt>
    <dgm:pt modelId="{D5B593EE-9A06-41D7-B287-FF86C661DFB0}">
      <dgm:prSet/>
      <dgm:spPr/>
      <dgm:t>
        <a:bodyPr/>
        <a:lstStyle/>
        <a:p>
          <a:pPr rtl="0"/>
          <a:r>
            <a:rPr lang="es-MX" dirty="0"/>
            <a:t>La dificultad de un ítem se puede graduar en función de la complejidad de la operación mental o destreza cognitiva que debe realizar el postulante para alcanzar la respuesta. </a:t>
          </a:r>
          <a:endParaRPr lang="en-US" dirty="0"/>
        </a:p>
      </dgm:t>
    </dgm:pt>
    <dgm:pt modelId="{321D1E5F-FE0D-407D-BB9A-3123474D84F7}" type="parTrans" cxnId="{E7A6EEA6-3DF4-493C-A855-1F2B64473348}">
      <dgm:prSet/>
      <dgm:spPr/>
      <dgm:t>
        <a:bodyPr/>
        <a:lstStyle/>
        <a:p>
          <a:endParaRPr lang="es-ES"/>
        </a:p>
      </dgm:t>
    </dgm:pt>
    <dgm:pt modelId="{9DBDA4BD-050C-4015-9BEC-84E5F5C957DF}" type="sibTrans" cxnId="{E7A6EEA6-3DF4-493C-A855-1F2B64473348}">
      <dgm:prSet/>
      <dgm:spPr/>
      <dgm:t>
        <a:bodyPr/>
        <a:lstStyle/>
        <a:p>
          <a:endParaRPr lang="es-ES"/>
        </a:p>
      </dgm:t>
    </dgm:pt>
    <dgm:pt modelId="{908FC160-987B-4709-80D5-D6BCF9590EC0}">
      <dgm:prSet/>
      <dgm:spPr/>
      <dgm:t>
        <a:bodyPr/>
        <a:lstStyle/>
        <a:p>
          <a:pPr rtl="0"/>
          <a:r>
            <a:rPr lang="es-MX" dirty="0"/>
            <a:t>En virtud de ello, cada destreza cognitiva tiene sus propios niveles de dificultad. </a:t>
          </a:r>
          <a:endParaRPr lang="en-US" dirty="0"/>
        </a:p>
      </dgm:t>
    </dgm:pt>
    <dgm:pt modelId="{AC08A872-BD40-4CB2-B283-365CE7DBF716}" type="parTrans" cxnId="{6F0ED354-253D-43DB-83CA-9BFAA659BBD4}">
      <dgm:prSet/>
      <dgm:spPr/>
      <dgm:t>
        <a:bodyPr/>
        <a:lstStyle/>
        <a:p>
          <a:endParaRPr lang="es-ES"/>
        </a:p>
      </dgm:t>
    </dgm:pt>
    <dgm:pt modelId="{0BFAB493-8B95-468F-899A-86D0C91FFA93}" type="sibTrans" cxnId="{6F0ED354-253D-43DB-83CA-9BFAA659BBD4}">
      <dgm:prSet/>
      <dgm:spPr/>
      <dgm:t>
        <a:bodyPr/>
        <a:lstStyle/>
        <a:p>
          <a:endParaRPr lang="es-ES"/>
        </a:p>
      </dgm:t>
    </dgm:pt>
    <dgm:pt modelId="{7CF85DB6-A994-4572-90C2-F4D08334A51D}">
      <dgm:prSet/>
      <dgm:spPr/>
      <dgm:t>
        <a:bodyPr/>
        <a:lstStyle/>
        <a:p>
          <a:pPr rtl="0"/>
          <a:r>
            <a:rPr lang="es-MX" dirty="0"/>
            <a:t>Uso de la “Taxonomía de Bloom” para identificar las destrezas cognitivas a evaluar. Identificación de tres operaciones presentes en todas las áreas disciplinares: Aplicación, Análisis y Síntesis. </a:t>
          </a:r>
          <a:endParaRPr lang="en-US" dirty="0"/>
        </a:p>
      </dgm:t>
    </dgm:pt>
    <dgm:pt modelId="{BC03F1D2-6DB8-4854-988F-95FCD024FFC9}" type="parTrans" cxnId="{D017BD74-28F4-4B3C-8ECD-615C6E7D357B}">
      <dgm:prSet/>
      <dgm:spPr/>
      <dgm:t>
        <a:bodyPr/>
        <a:lstStyle/>
        <a:p>
          <a:endParaRPr lang="es-ES"/>
        </a:p>
      </dgm:t>
    </dgm:pt>
    <dgm:pt modelId="{68394F23-28E8-4A98-BFB0-8F528A31FD2B}" type="sibTrans" cxnId="{D017BD74-28F4-4B3C-8ECD-615C6E7D357B}">
      <dgm:prSet/>
      <dgm:spPr/>
      <dgm:t>
        <a:bodyPr/>
        <a:lstStyle/>
        <a:p>
          <a:endParaRPr lang="es-ES"/>
        </a:p>
      </dgm:t>
    </dgm:pt>
    <dgm:pt modelId="{80256122-47D5-43AB-93CF-5CAB819B3451}" type="pres">
      <dgm:prSet presAssocID="{C77E7C05-5D79-467F-BFB1-6E4054275E64}" presName="linear" presStyleCnt="0">
        <dgm:presLayoutVars>
          <dgm:animLvl val="lvl"/>
          <dgm:resizeHandles val="exact"/>
        </dgm:presLayoutVars>
      </dgm:prSet>
      <dgm:spPr/>
    </dgm:pt>
    <dgm:pt modelId="{BAD10289-1E54-455B-B16A-6117C130B46D}" type="pres">
      <dgm:prSet presAssocID="{605893AB-DFE1-459E-80FF-0A1189877111}" presName="parentText" presStyleLbl="node1" presStyleIdx="0" presStyleCnt="4">
        <dgm:presLayoutVars>
          <dgm:chMax val="0"/>
          <dgm:bulletEnabled val="1"/>
        </dgm:presLayoutVars>
      </dgm:prSet>
      <dgm:spPr/>
    </dgm:pt>
    <dgm:pt modelId="{95E59BD4-F290-4A98-8BBB-30BE011FFF42}" type="pres">
      <dgm:prSet presAssocID="{FEF9B303-3C43-4216-A55F-CAB50630FD02}" presName="spacer" presStyleCnt="0"/>
      <dgm:spPr/>
    </dgm:pt>
    <dgm:pt modelId="{6A846E2A-FC51-4A25-8287-9C72C2344E33}" type="pres">
      <dgm:prSet presAssocID="{D5B593EE-9A06-41D7-B287-FF86C661DFB0}" presName="parentText" presStyleLbl="node1" presStyleIdx="1" presStyleCnt="4">
        <dgm:presLayoutVars>
          <dgm:chMax val="0"/>
          <dgm:bulletEnabled val="1"/>
        </dgm:presLayoutVars>
      </dgm:prSet>
      <dgm:spPr/>
    </dgm:pt>
    <dgm:pt modelId="{5884CD92-6545-4BDD-8198-11AA5AB272BA}" type="pres">
      <dgm:prSet presAssocID="{9DBDA4BD-050C-4015-9BEC-84E5F5C957DF}" presName="spacer" presStyleCnt="0"/>
      <dgm:spPr/>
    </dgm:pt>
    <dgm:pt modelId="{C453DB3F-4AAD-4E70-9654-53B18F1D26C2}" type="pres">
      <dgm:prSet presAssocID="{908FC160-987B-4709-80D5-D6BCF9590EC0}" presName="parentText" presStyleLbl="node1" presStyleIdx="2" presStyleCnt="4">
        <dgm:presLayoutVars>
          <dgm:chMax val="0"/>
          <dgm:bulletEnabled val="1"/>
        </dgm:presLayoutVars>
      </dgm:prSet>
      <dgm:spPr/>
    </dgm:pt>
    <dgm:pt modelId="{2EFAA2C8-5C89-4294-B24F-651538FE77F5}" type="pres">
      <dgm:prSet presAssocID="{0BFAB493-8B95-468F-899A-86D0C91FFA93}" presName="spacer" presStyleCnt="0"/>
      <dgm:spPr/>
    </dgm:pt>
    <dgm:pt modelId="{5B579FC9-4819-4036-8EF6-BF28E7F220C7}" type="pres">
      <dgm:prSet presAssocID="{7CF85DB6-A994-4572-90C2-F4D08334A51D}" presName="parentText" presStyleLbl="node1" presStyleIdx="3" presStyleCnt="4">
        <dgm:presLayoutVars>
          <dgm:chMax val="0"/>
          <dgm:bulletEnabled val="1"/>
        </dgm:presLayoutVars>
      </dgm:prSet>
      <dgm:spPr/>
    </dgm:pt>
  </dgm:ptLst>
  <dgm:cxnLst>
    <dgm:cxn modelId="{D017BD74-28F4-4B3C-8ECD-615C6E7D357B}" srcId="{C77E7C05-5D79-467F-BFB1-6E4054275E64}" destId="{7CF85DB6-A994-4572-90C2-F4D08334A51D}" srcOrd="3" destOrd="0" parTransId="{BC03F1D2-6DB8-4854-988F-95FCD024FFC9}" sibTransId="{68394F23-28E8-4A98-BFB0-8F528A31FD2B}"/>
    <dgm:cxn modelId="{6F0ED354-253D-43DB-83CA-9BFAA659BBD4}" srcId="{C77E7C05-5D79-467F-BFB1-6E4054275E64}" destId="{908FC160-987B-4709-80D5-D6BCF9590EC0}" srcOrd="2" destOrd="0" parTransId="{AC08A872-BD40-4CB2-B283-365CE7DBF716}" sibTransId="{0BFAB493-8B95-468F-899A-86D0C91FFA93}"/>
    <dgm:cxn modelId="{9A48EA7D-B9FC-438E-883B-684FB7AA42AB}" srcId="{C77E7C05-5D79-467F-BFB1-6E4054275E64}" destId="{605893AB-DFE1-459E-80FF-0A1189877111}" srcOrd="0" destOrd="0" parTransId="{7173C7D2-F738-41FE-B0ED-AAB063706B78}" sibTransId="{FEF9B303-3C43-4216-A55F-CAB50630FD02}"/>
    <dgm:cxn modelId="{360B7189-AF00-4716-B9EF-BF0C56D4A839}" type="presOf" srcId="{C77E7C05-5D79-467F-BFB1-6E4054275E64}" destId="{80256122-47D5-43AB-93CF-5CAB819B3451}" srcOrd="0" destOrd="0" presId="urn:microsoft.com/office/officeart/2005/8/layout/vList2"/>
    <dgm:cxn modelId="{E7A6EEA6-3DF4-493C-A855-1F2B64473348}" srcId="{C77E7C05-5D79-467F-BFB1-6E4054275E64}" destId="{D5B593EE-9A06-41D7-B287-FF86C661DFB0}" srcOrd="1" destOrd="0" parTransId="{321D1E5F-FE0D-407D-BB9A-3123474D84F7}" sibTransId="{9DBDA4BD-050C-4015-9BEC-84E5F5C957DF}"/>
    <dgm:cxn modelId="{8066FDB8-F100-4EF8-B9BF-9880F9BD8B57}" type="presOf" srcId="{7CF85DB6-A994-4572-90C2-F4D08334A51D}" destId="{5B579FC9-4819-4036-8EF6-BF28E7F220C7}" srcOrd="0" destOrd="0" presId="urn:microsoft.com/office/officeart/2005/8/layout/vList2"/>
    <dgm:cxn modelId="{038254CE-C0C3-4217-B07E-8DBC0EB2D2F5}" type="presOf" srcId="{D5B593EE-9A06-41D7-B287-FF86C661DFB0}" destId="{6A846E2A-FC51-4A25-8287-9C72C2344E33}" srcOrd="0" destOrd="0" presId="urn:microsoft.com/office/officeart/2005/8/layout/vList2"/>
    <dgm:cxn modelId="{657BFCD3-A693-4380-8FE4-83B0647DFE18}" type="presOf" srcId="{605893AB-DFE1-459E-80FF-0A1189877111}" destId="{BAD10289-1E54-455B-B16A-6117C130B46D}" srcOrd="0" destOrd="0" presId="urn:microsoft.com/office/officeart/2005/8/layout/vList2"/>
    <dgm:cxn modelId="{90CD9CE9-D5C2-471E-B8A0-680E239929F0}" type="presOf" srcId="{908FC160-987B-4709-80D5-D6BCF9590EC0}" destId="{C453DB3F-4AAD-4E70-9654-53B18F1D26C2}" srcOrd="0" destOrd="0" presId="urn:microsoft.com/office/officeart/2005/8/layout/vList2"/>
    <dgm:cxn modelId="{2DBA1D9C-8B76-4F39-B5BA-F01056DD391D}" type="presParOf" srcId="{80256122-47D5-43AB-93CF-5CAB819B3451}" destId="{BAD10289-1E54-455B-B16A-6117C130B46D}" srcOrd="0" destOrd="0" presId="urn:microsoft.com/office/officeart/2005/8/layout/vList2"/>
    <dgm:cxn modelId="{B7E94A9C-5BE3-42AC-AC59-E66D9A532380}" type="presParOf" srcId="{80256122-47D5-43AB-93CF-5CAB819B3451}" destId="{95E59BD4-F290-4A98-8BBB-30BE011FFF42}" srcOrd="1" destOrd="0" presId="urn:microsoft.com/office/officeart/2005/8/layout/vList2"/>
    <dgm:cxn modelId="{D094E744-07B8-402F-827A-937D65A56B84}" type="presParOf" srcId="{80256122-47D5-43AB-93CF-5CAB819B3451}" destId="{6A846E2A-FC51-4A25-8287-9C72C2344E33}" srcOrd="2" destOrd="0" presId="urn:microsoft.com/office/officeart/2005/8/layout/vList2"/>
    <dgm:cxn modelId="{C1F67F93-D8C5-4A89-B2DA-567E479E25E1}" type="presParOf" srcId="{80256122-47D5-43AB-93CF-5CAB819B3451}" destId="{5884CD92-6545-4BDD-8198-11AA5AB272BA}" srcOrd="3" destOrd="0" presId="urn:microsoft.com/office/officeart/2005/8/layout/vList2"/>
    <dgm:cxn modelId="{703607EC-395A-4765-88F6-26C93DC7C257}" type="presParOf" srcId="{80256122-47D5-43AB-93CF-5CAB819B3451}" destId="{C453DB3F-4AAD-4E70-9654-53B18F1D26C2}" srcOrd="4" destOrd="0" presId="urn:microsoft.com/office/officeart/2005/8/layout/vList2"/>
    <dgm:cxn modelId="{7ABD3768-F3E2-4DAB-8256-4904DB080ACA}" type="presParOf" srcId="{80256122-47D5-43AB-93CF-5CAB819B3451}" destId="{2EFAA2C8-5C89-4294-B24F-651538FE77F5}" srcOrd="5" destOrd="0" presId="urn:microsoft.com/office/officeart/2005/8/layout/vList2"/>
    <dgm:cxn modelId="{5472F79D-AF1A-4978-B63F-D2C582736DA2}" type="presParOf" srcId="{80256122-47D5-43AB-93CF-5CAB819B3451}" destId="{5B579FC9-4819-4036-8EF6-BF28E7F220C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09384-30A4-4A12-8609-BE7C0317299B}">
      <dsp:nvSpPr>
        <dsp:cNvPr id="0" name=""/>
        <dsp:cNvSpPr/>
      </dsp:nvSpPr>
      <dsp:spPr>
        <a:xfrm>
          <a:off x="0" y="81899"/>
          <a:ext cx="9180000" cy="3346200"/>
        </a:xfrm>
        <a:prstGeom prst="roundRect">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kern="1200" dirty="0"/>
            <a:t>Es la facultad que tiene una persona de combinar un conjunto de capacidades a fin de lograr un propósito específico en una situación determinada, actuando de manera pertinente y con sentido ético.</a:t>
          </a:r>
        </a:p>
        <a:p>
          <a:pPr marL="0" lvl="0" indent="0" algn="ctr" defTabSz="1066800">
            <a:lnSpc>
              <a:spcPct val="90000"/>
            </a:lnSpc>
            <a:spcBef>
              <a:spcPct val="0"/>
            </a:spcBef>
            <a:spcAft>
              <a:spcPct val="35000"/>
            </a:spcAft>
            <a:buNone/>
          </a:pPr>
          <a:endParaRPr lang="es-ES" sz="2800" b="0" i="0" kern="1200" dirty="0"/>
        </a:p>
        <a:p>
          <a:pPr marL="0" lvl="0" indent="0" algn="r" defTabSz="1066800">
            <a:lnSpc>
              <a:spcPct val="90000"/>
            </a:lnSpc>
            <a:spcBef>
              <a:spcPct val="0"/>
            </a:spcBef>
            <a:spcAft>
              <a:spcPct val="35000"/>
            </a:spcAft>
            <a:buNone/>
          </a:pPr>
          <a:r>
            <a:rPr lang="es-ES" sz="1800" b="0" i="0" kern="1200" dirty="0"/>
            <a:t>Ministerio de Educación, Currículo escolar. Disponible en </a:t>
          </a:r>
          <a:r>
            <a:rPr lang="es-PE" sz="1800" b="0" i="0" kern="1200" dirty="0">
              <a:hlinkClick xmlns:r="http://schemas.openxmlformats.org/officeDocument/2006/relationships" r:id="rId1"/>
            </a:rPr>
            <a:t>https://sites.minedu.gob.pe/curriculonacional/</a:t>
          </a:r>
          <a:endParaRPr lang="es-ES" sz="2800" b="0" i="0" kern="1200" dirty="0"/>
        </a:p>
        <a:p>
          <a:pPr marL="0" lvl="0" indent="0" algn="ctr" defTabSz="1066800">
            <a:lnSpc>
              <a:spcPct val="90000"/>
            </a:lnSpc>
            <a:spcBef>
              <a:spcPct val="0"/>
            </a:spcBef>
            <a:spcAft>
              <a:spcPct val="35000"/>
            </a:spcAft>
            <a:buNone/>
          </a:pPr>
          <a:endParaRPr lang="es-PE" sz="2800" kern="1200" dirty="0"/>
        </a:p>
      </dsp:txBody>
      <dsp:txXfrm>
        <a:off x="163348" y="245247"/>
        <a:ext cx="8853304" cy="30195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EFB3F-9DB1-4717-BC65-E0F4ACAF79CA}">
      <dsp:nvSpPr>
        <dsp:cNvPr id="0" name=""/>
        <dsp:cNvSpPr/>
      </dsp:nvSpPr>
      <dsp:spPr>
        <a:xfrm>
          <a:off x="0" y="1456"/>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B428B0-4870-48A3-837F-E83F69462BD6}">
      <dsp:nvSpPr>
        <dsp:cNvPr id="0" name=""/>
        <dsp:cNvSpPr/>
      </dsp:nvSpPr>
      <dsp:spPr>
        <a:xfrm>
          <a:off x="223346" y="167581"/>
          <a:ext cx="406083" cy="4060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E080ACA8-0569-431B-B2B1-5CBF3FDC6EB6}">
      <dsp:nvSpPr>
        <dsp:cNvPr id="0" name=""/>
        <dsp:cNvSpPr/>
      </dsp:nvSpPr>
      <dsp:spPr>
        <a:xfrm>
          <a:off x="852775" y="1456"/>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44550">
            <a:lnSpc>
              <a:spcPct val="100000"/>
            </a:lnSpc>
            <a:spcBef>
              <a:spcPct val="0"/>
            </a:spcBef>
            <a:spcAft>
              <a:spcPct val="35000"/>
            </a:spcAft>
            <a:buNone/>
          </a:pPr>
          <a:r>
            <a:rPr lang="es-ES" sz="1900" b="0" i="0" kern="1200" dirty="0"/>
            <a:t>Supone comprender la situación que se debe afrontar y evaluar las posibilidades que se tiene para resolverla:</a:t>
          </a:r>
          <a:endParaRPr lang="es-PE" sz="1900" kern="1200" dirty="0"/>
        </a:p>
      </dsp:txBody>
      <dsp:txXfrm>
        <a:off x="852775" y="1456"/>
        <a:ext cx="8327224" cy="738333"/>
      </dsp:txXfrm>
    </dsp:sp>
    <dsp:sp modelId="{3DE3029C-D7BB-43C1-805D-E163C0DD3282}">
      <dsp:nvSpPr>
        <dsp:cNvPr id="0" name=""/>
        <dsp:cNvSpPr/>
      </dsp:nvSpPr>
      <dsp:spPr>
        <a:xfrm>
          <a:off x="0" y="924374"/>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1F592B-71A2-496A-8567-1118DB1A28F8}">
      <dsp:nvSpPr>
        <dsp:cNvPr id="0" name=""/>
        <dsp:cNvSpPr/>
      </dsp:nvSpPr>
      <dsp:spPr>
        <a:xfrm>
          <a:off x="223346" y="1090499"/>
          <a:ext cx="406083" cy="4060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C89C9F94-9569-4476-ACD2-AD253DC03D9B}">
      <dsp:nvSpPr>
        <dsp:cNvPr id="0" name=""/>
        <dsp:cNvSpPr/>
      </dsp:nvSpPr>
      <dsp:spPr>
        <a:xfrm>
          <a:off x="852775" y="924374"/>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44550">
            <a:lnSpc>
              <a:spcPct val="100000"/>
            </a:lnSpc>
            <a:spcBef>
              <a:spcPct val="0"/>
            </a:spcBef>
            <a:spcAft>
              <a:spcPct val="35000"/>
            </a:spcAft>
            <a:buNone/>
          </a:pPr>
          <a:r>
            <a:rPr lang="es-ES" sz="1900" b="0" i="0" kern="1200" dirty="0"/>
            <a:t>a) identificar los conocimientos y habilidades que uno posee o que están disponibles en el entorno; </a:t>
          </a:r>
          <a:endParaRPr lang="es-PE" sz="1900" kern="1200" dirty="0"/>
        </a:p>
      </dsp:txBody>
      <dsp:txXfrm>
        <a:off x="852775" y="924374"/>
        <a:ext cx="8327224" cy="738333"/>
      </dsp:txXfrm>
    </dsp:sp>
    <dsp:sp modelId="{1332ECBE-E4DF-4855-A106-8153657CFDD3}">
      <dsp:nvSpPr>
        <dsp:cNvPr id="0" name=""/>
        <dsp:cNvSpPr/>
      </dsp:nvSpPr>
      <dsp:spPr>
        <a:xfrm>
          <a:off x="0" y="1847291"/>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A163AB-B7E2-46A9-957F-B45B8A841404}">
      <dsp:nvSpPr>
        <dsp:cNvPr id="0" name=""/>
        <dsp:cNvSpPr/>
      </dsp:nvSpPr>
      <dsp:spPr>
        <a:xfrm>
          <a:off x="223346" y="2013416"/>
          <a:ext cx="406083" cy="4060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FC050696-3E90-4CDB-9258-EF95719C810D}">
      <dsp:nvSpPr>
        <dsp:cNvPr id="0" name=""/>
        <dsp:cNvSpPr/>
      </dsp:nvSpPr>
      <dsp:spPr>
        <a:xfrm>
          <a:off x="852775" y="1847291"/>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44550">
            <a:lnSpc>
              <a:spcPct val="100000"/>
            </a:lnSpc>
            <a:spcBef>
              <a:spcPct val="0"/>
            </a:spcBef>
            <a:spcAft>
              <a:spcPct val="35000"/>
            </a:spcAft>
            <a:buNone/>
          </a:pPr>
          <a:r>
            <a:rPr lang="es-ES" sz="1900" b="0" i="0" kern="1200" dirty="0"/>
            <a:t>b) analizar las combinaciones más pertinentes a la situación y al propósito, para luego tomar decisiones; y,</a:t>
          </a:r>
          <a:endParaRPr lang="es-PE" sz="1900" kern="1200" dirty="0"/>
        </a:p>
      </dsp:txBody>
      <dsp:txXfrm>
        <a:off x="852775" y="1847291"/>
        <a:ext cx="8327224" cy="738333"/>
      </dsp:txXfrm>
    </dsp:sp>
    <dsp:sp modelId="{ADEF916F-A852-44C6-8753-B7D764138D1A}">
      <dsp:nvSpPr>
        <dsp:cNvPr id="0" name=""/>
        <dsp:cNvSpPr/>
      </dsp:nvSpPr>
      <dsp:spPr>
        <a:xfrm>
          <a:off x="0" y="2770209"/>
          <a:ext cx="9180000" cy="7383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D244F7-0237-4970-A7D4-4E269D1C7732}">
      <dsp:nvSpPr>
        <dsp:cNvPr id="0" name=""/>
        <dsp:cNvSpPr/>
      </dsp:nvSpPr>
      <dsp:spPr>
        <a:xfrm>
          <a:off x="223346" y="2936334"/>
          <a:ext cx="406083" cy="40608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miter/>
        </a:ln>
        <a:effectLst/>
      </dsp:spPr>
      <dsp:style>
        <a:lnRef idx="2">
          <a:scrgbClr r="0" g="0" b="0"/>
        </a:lnRef>
        <a:fillRef idx="1">
          <a:scrgbClr r="0" g="0" b="0"/>
        </a:fillRef>
        <a:effectRef idx="0">
          <a:scrgbClr r="0" g="0" b="0"/>
        </a:effectRef>
        <a:fontRef idx="minor">
          <a:schemeClr val="lt1"/>
        </a:fontRef>
      </dsp:style>
    </dsp:sp>
    <dsp:sp modelId="{DD759C3C-9F6B-4B37-BA9E-DA9FD75287DB}">
      <dsp:nvSpPr>
        <dsp:cNvPr id="0" name=""/>
        <dsp:cNvSpPr/>
      </dsp:nvSpPr>
      <dsp:spPr>
        <a:xfrm>
          <a:off x="852775" y="2770209"/>
          <a:ext cx="8327224" cy="73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140" tIns="78140" rIns="78140" bIns="78140" numCol="1" spcCol="1270" anchor="ctr" anchorCtr="0">
          <a:noAutofit/>
        </a:bodyPr>
        <a:lstStyle/>
        <a:p>
          <a:pPr marL="0" lvl="0" indent="0" algn="l" defTabSz="844550">
            <a:lnSpc>
              <a:spcPct val="100000"/>
            </a:lnSpc>
            <a:spcBef>
              <a:spcPct val="0"/>
            </a:spcBef>
            <a:spcAft>
              <a:spcPct val="35000"/>
            </a:spcAft>
            <a:buNone/>
          </a:pPr>
          <a:r>
            <a:rPr lang="es-ES" sz="1900" b="0" i="0" kern="1200" dirty="0"/>
            <a:t>c) ejecutar o poner en acción la combinación seleccionada. </a:t>
          </a:r>
          <a:endParaRPr lang="es-PE" sz="1900" kern="1200" dirty="0"/>
        </a:p>
      </dsp:txBody>
      <dsp:txXfrm>
        <a:off x="852775" y="2770209"/>
        <a:ext cx="8327224" cy="7383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92042-5B0E-47BF-B407-E123F1A42941}">
      <dsp:nvSpPr>
        <dsp:cNvPr id="0" name=""/>
        <dsp:cNvSpPr/>
      </dsp:nvSpPr>
      <dsp:spPr>
        <a:xfrm>
          <a:off x="0" y="1576"/>
          <a:ext cx="93600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22797BDF-D6E8-489B-9FF9-7D1E03F65CC1}">
      <dsp:nvSpPr>
        <dsp:cNvPr id="0" name=""/>
        <dsp:cNvSpPr/>
      </dsp:nvSpPr>
      <dsp:spPr>
        <a:xfrm>
          <a:off x="0" y="1576"/>
          <a:ext cx="1872000" cy="1075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b="1" kern="1200" dirty="0"/>
            <a:t>Capacidades</a:t>
          </a:r>
          <a:endParaRPr lang="es-PE" sz="1800" b="1" kern="1200" dirty="0"/>
        </a:p>
      </dsp:txBody>
      <dsp:txXfrm>
        <a:off x="0" y="1576"/>
        <a:ext cx="1872000" cy="1075249"/>
      </dsp:txXfrm>
    </dsp:sp>
    <dsp:sp modelId="{A08EEB28-D29D-4CCF-9459-BA9109A17B85}">
      <dsp:nvSpPr>
        <dsp:cNvPr id="0" name=""/>
        <dsp:cNvSpPr/>
      </dsp:nvSpPr>
      <dsp:spPr>
        <a:xfrm>
          <a:off x="2012400" y="50403"/>
          <a:ext cx="7347600" cy="976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a:t>Son recursos para actuar de manera competente:  los </a:t>
          </a:r>
          <a:r>
            <a:rPr lang="es-ES" sz="1800" b="1" kern="1200"/>
            <a:t>conocimientos</a:t>
          </a:r>
          <a:r>
            <a:rPr lang="es-ES" sz="1800" kern="1200"/>
            <a:t>, </a:t>
          </a:r>
          <a:r>
            <a:rPr lang="es-ES" sz="1800" b="1" kern="1200"/>
            <a:t>habilidades</a:t>
          </a:r>
          <a:r>
            <a:rPr lang="es-ES" sz="1800" kern="1200"/>
            <a:t> y </a:t>
          </a:r>
          <a:r>
            <a:rPr lang="es-ES" sz="1800" b="1" kern="1200"/>
            <a:t>actitudes</a:t>
          </a:r>
          <a:r>
            <a:rPr lang="es-ES" sz="1800" kern="1200"/>
            <a:t> que los estudiantes utilizan para afrontar una situación determinada.</a:t>
          </a:r>
          <a:endParaRPr lang="es-PE" sz="1800" kern="1200" dirty="0"/>
        </a:p>
      </dsp:txBody>
      <dsp:txXfrm>
        <a:off x="2012400" y="50403"/>
        <a:ext cx="7347600" cy="976545"/>
      </dsp:txXfrm>
    </dsp:sp>
    <dsp:sp modelId="{3D8EF591-8A22-4456-96D3-77277CCF2E21}">
      <dsp:nvSpPr>
        <dsp:cNvPr id="0" name=""/>
        <dsp:cNvSpPr/>
      </dsp:nvSpPr>
      <dsp:spPr>
        <a:xfrm>
          <a:off x="1872000" y="1026948"/>
          <a:ext cx="748800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4382A6A0-31CF-4CD9-ACA2-3188BAD7DB92}">
      <dsp:nvSpPr>
        <dsp:cNvPr id="0" name=""/>
        <dsp:cNvSpPr/>
      </dsp:nvSpPr>
      <dsp:spPr>
        <a:xfrm>
          <a:off x="0" y="1076826"/>
          <a:ext cx="93600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D899A5E5-A8A8-49F8-843B-31F6FF969057}">
      <dsp:nvSpPr>
        <dsp:cNvPr id="0" name=""/>
        <dsp:cNvSpPr/>
      </dsp:nvSpPr>
      <dsp:spPr>
        <a:xfrm>
          <a:off x="0" y="1076826"/>
          <a:ext cx="1872000" cy="1075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b="1" kern="1200" dirty="0"/>
            <a:t>Habilidades / Destrezas</a:t>
          </a:r>
          <a:endParaRPr lang="es-PE" sz="1800" b="1" kern="1200" dirty="0"/>
        </a:p>
      </dsp:txBody>
      <dsp:txXfrm>
        <a:off x="0" y="1076826"/>
        <a:ext cx="1872000" cy="1075249"/>
      </dsp:txXfrm>
    </dsp:sp>
    <dsp:sp modelId="{A7577990-0AD8-47EB-B9DB-8469540D77E2}">
      <dsp:nvSpPr>
        <dsp:cNvPr id="0" name=""/>
        <dsp:cNvSpPr/>
      </dsp:nvSpPr>
      <dsp:spPr>
        <a:xfrm>
          <a:off x="2012400" y="1125653"/>
          <a:ext cx="7347600" cy="976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t>Hacen referencia al talento, la pericia o la aptitud de una persona para desarrollar alguna tarea con éxito.  Estas pueden ser sociales, </a:t>
          </a:r>
          <a:r>
            <a:rPr lang="es-ES" sz="1800" b="1" kern="1200" dirty="0"/>
            <a:t>cognitivas</a:t>
          </a:r>
          <a:r>
            <a:rPr lang="es-ES" sz="1800" kern="1200" dirty="0"/>
            <a:t>, motoras.</a:t>
          </a:r>
          <a:endParaRPr lang="es-PE" sz="1800" kern="1200" dirty="0"/>
        </a:p>
      </dsp:txBody>
      <dsp:txXfrm>
        <a:off x="2012400" y="1125653"/>
        <a:ext cx="7347600" cy="976545"/>
      </dsp:txXfrm>
    </dsp:sp>
    <dsp:sp modelId="{74C9C216-BE34-473D-AF15-23DB8155143C}">
      <dsp:nvSpPr>
        <dsp:cNvPr id="0" name=""/>
        <dsp:cNvSpPr/>
      </dsp:nvSpPr>
      <dsp:spPr>
        <a:xfrm>
          <a:off x="1872000" y="2102198"/>
          <a:ext cx="748800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BE20476F-6526-4D4A-B6B0-CFE3AE36680C}">
      <dsp:nvSpPr>
        <dsp:cNvPr id="0" name=""/>
        <dsp:cNvSpPr/>
      </dsp:nvSpPr>
      <dsp:spPr>
        <a:xfrm>
          <a:off x="0" y="2152075"/>
          <a:ext cx="93600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5DFA294C-6D81-4DE6-A228-C8AE9C624A60}">
      <dsp:nvSpPr>
        <dsp:cNvPr id="0" name=""/>
        <dsp:cNvSpPr/>
      </dsp:nvSpPr>
      <dsp:spPr>
        <a:xfrm>
          <a:off x="0" y="2152075"/>
          <a:ext cx="1872000" cy="1075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b="1" kern="1200" dirty="0"/>
            <a:t>Conocimientos</a:t>
          </a:r>
          <a:endParaRPr lang="es-PE" sz="1800" b="1" kern="1200" dirty="0"/>
        </a:p>
      </dsp:txBody>
      <dsp:txXfrm>
        <a:off x="0" y="2152075"/>
        <a:ext cx="1872000" cy="1075249"/>
      </dsp:txXfrm>
    </dsp:sp>
    <dsp:sp modelId="{FB52E3C7-9A2D-4DC4-8B81-EC010B48C78B}">
      <dsp:nvSpPr>
        <dsp:cNvPr id="0" name=""/>
        <dsp:cNvSpPr/>
      </dsp:nvSpPr>
      <dsp:spPr>
        <a:xfrm>
          <a:off x="2012400" y="2200903"/>
          <a:ext cx="7347600" cy="976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solidFill>
                <a:prstClr val="black">
                  <a:hueOff val="0"/>
                  <a:satOff val="0"/>
                  <a:lumOff val="0"/>
                  <a:alphaOff val="0"/>
                </a:prstClr>
              </a:solidFill>
              <a:latin typeface="Arial"/>
              <a:ea typeface="DejaVu Sans"/>
              <a:cs typeface="DejaVu Sans"/>
            </a:rPr>
            <a:t>Son las </a:t>
          </a:r>
          <a:r>
            <a:rPr lang="es-ES" sz="1800" b="1" kern="1200" dirty="0">
              <a:solidFill>
                <a:prstClr val="black">
                  <a:hueOff val="0"/>
                  <a:satOff val="0"/>
                  <a:lumOff val="0"/>
                  <a:alphaOff val="0"/>
                </a:prstClr>
              </a:solidFill>
              <a:latin typeface="Arial"/>
              <a:ea typeface="DejaVu Sans"/>
              <a:cs typeface="DejaVu Sans"/>
            </a:rPr>
            <a:t>teorías, conceptos y procedimientos </a:t>
          </a:r>
          <a:r>
            <a:rPr lang="es-ES" sz="1800" kern="1200" dirty="0">
              <a:solidFill>
                <a:prstClr val="black">
                  <a:hueOff val="0"/>
                  <a:satOff val="0"/>
                  <a:lumOff val="0"/>
                  <a:alphaOff val="0"/>
                </a:prstClr>
              </a:solidFill>
              <a:latin typeface="Arial"/>
              <a:ea typeface="DejaVu Sans"/>
              <a:cs typeface="DejaVu Sans"/>
            </a:rPr>
            <a:t>legados por la humanidad en distintos campos del saber. </a:t>
          </a:r>
          <a:endParaRPr lang="es-PE" sz="1800" kern="1200" dirty="0">
            <a:solidFill>
              <a:prstClr val="black">
                <a:hueOff val="0"/>
                <a:satOff val="0"/>
                <a:lumOff val="0"/>
                <a:alphaOff val="0"/>
              </a:prstClr>
            </a:solidFill>
            <a:latin typeface="Arial"/>
            <a:ea typeface="DejaVu Sans"/>
            <a:cs typeface="DejaVu Sans"/>
          </a:endParaRPr>
        </a:p>
      </dsp:txBody>
      <dsp:txXfrm>
        <a:off x="2012400" y="2200903"/>
        <a:ext cx="7347600" cy="976545"/>
      </dsp:txXfrm>
    </dsp:sp>
    <dsp:sp modelId="{65807AB7-01A2-4B3E-BEAE-F5C2D4D2B868}">
      <dsp:nvSpPr>
        <dsp:cNvPr id="0" name=""/>
        <dsp:cNvSpPr/>
      </dsp:nvSpPr>
      <dsp:spPr>
        <a:xfrm>
          <a:off x="1872000" y="3177448"/>
          <a:ext cx="7488000"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0679D-7274-4CA8-9289-3DE3327672D8}">
      <dsp:nvSpPr>
        <dsp:cNvPr id="0" name=""/>
        <dsp:cNvSpPr/>
      </dsp:nvSpPr>
      <dsp:spPr>
        <a:xfrm>
          <a:off x="0" y="0"/>
          <a:ext cx="9180000" cy="3510000"/>
        </a:xfrm>
        <a:prstGeom prst="rect">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s-ES" sz="2400" kern="1200" dirty="0"/>
            <a:t>Es herramienta educativa (vocabulario común) que permite:</a:t>
          </a:r>
          <a:endParaRPr lang="es-PE" sz="2400" kern="1200" dirty="0"/>
        </a:p>
      </dsp:txBody>
      <dsp:txXfrm>
        <a:off x="0" y="0"/>
        <a:ext cx="9180000" cy="1895400"/>
      </dsp:txXfrm>
    </dsp:sp>
    <dsp:sp modelId="{809C3B2A-F3B3-4E79-8C00-D377A5AE23C1}">
      <dsp:nvSpPr>
        <dsp:cNvPr id="0" name=""/>
        <dsp:cNvSpPr/>
      </dsp:nvSpPr>
      <dsp:spPr>
        <a:xfrm>
          <a:off x="4482" y="1825200"/>
          <a:ext cx="3057011" cy="1614600"/>
        </a:xfrm>
        <a:prstGeom prst="rect">
          <a:avLst/>
        </a:prstGeom>
        <a:solidFill>
          <a:schemeClr val="lt1">
            <a:alpha val="90000"/>
            <a:tint val="40000"/>
            <a:hueOff val="0"/>
            <a:satOff val="0"/>
            <a:lumOff val="0"/>
            <a:alphaOff val="0"/>
          </a:schemeClr>
        </a:solidFill>
        <a:ln w="25400" cap="flat" cmpd="sng" algn="ctr">
          <a:solidFill>
            <a:schemeClr val="accent3">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s-ES" sz="1900" kern="1200" dirty="0"/>
            <a:t>Clasificar y organizar los </a:t>
          </a:r>
          <a:r>
            <a:rPr lang="es-ES" sz="1900" b="1" kern="1200" dirty="0"/>
            <a:t>objetivos de aprendizaje </a:t>
          </a:r>
          <a:r>
            <a:rPr lang="es-ES" sz="1900" kern="1200" dirty="0"/>
            <a:t>en distintos niveles de complejidad cognitiva.</a:t>
          </a:r>
          <a:endParaRPr lang="es-PE" sz="1900" kern="1200" dirty="0"/>
        </a:p>
      </dsp:txBody>
      <dsp:txXfrm>
        <a:off x="4482" y="1825200"/>
        <a:ext cx="3057011" cy="1614600"/>
      </dsp:txXfrm>
    </dsp:sp>
    <dsp:sp modelId="{E08EA0D7-5489-4663-829B-6090F555407B}">
      <dsp:nvSpPr>
        <dsp:cNvPr id="0" name=""/>
        <dsp:cNvSpPr/>
      </dsp:nvSpPr>
      <dsp:spPr>
        <a:xfrm>
          <a:off x="3061494" y="1825200"/>
          <a:ext cx="3057011" cy="1614600"/>
        </a:xfrm>
        <a:prstGeom prst="rect">
          <a:avLst/>
        </a:prstGeom>
        <a:solidFill>
          <a:schemeClr val="lt1">
            <a:alpha val="90000"/>
            <a:tint val="40000"/>
            <a:hueOff val="0"/>
            <a:satOff val="0"/>
            <a:lumOff val="0"/>
            <a:alphaOff val="0"/>
          </a:schemeClr>
        </a:solidFill>
        <a:ln w="25400" cap="flat" cmpd="sng" algn="ctr">
          <a:solidFill>
            <a:schemeClr val="accent3">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s-ES" sz="1900" b="1" kern="1200" dirty="0"/>
            <a:t>Construir actividades </a:t>
          </a:r>
          <a:r>
            <a:rPr lang="es-ES" sz="1900" kern="1200" dirty="0"/>
            <a:t>de aprendizaje asociadas (preguntas) con habilitades / destrezas cognitivas.</a:t>
          </a:r>
          <a:endParaRPr lang="es-PE" sz="1900" kern="1200" dirty="0"/>
        </a:p>
      </dsp:txBody>
      <dsp:txXfrm>
        <a:off x="3061494" y="1825200"/>
        <a:ext cx="3057011" cy="1614600"/>
      </dsp:txXfrm>
    </dsp:sp>
    <dsp:sp modelId="{2BC1D9B1-0B3B-434A-A8E5-65C71B8CA3C9}">
      <dsp:nvSpPr>
        <dsp:cNvPr id="0" name=""/>
        <dsp:cNvSpPr/>
      </dsp:nvSpPr>
      <dsp:spPr>
        <a:xfrm>
          <a:off x="6118505" y="1825200"/>
          <a:ext cx="3057011" cy="1614600"/>
        </a:xfrm>
        <a:prstGeom prst="rect">
          <a:avLst/>
        </a:prstGeom>
        <a:solidFill>
          <a:schemeClr val="lt1">
            <a:alpha val="90000"/>
            <a:tint val="40000"/>
            <a:hueOff val="0"/>
            <a:satOff val="0"/>
            <a:lumOff val="0"/>
            <a:alphaOff val="0"/>
          </a:schemeClr>
        </a:solidFill>
        <a:ln w="25400" cap="flat" cmpd="sng" algn="ctr">
          <a:solidFill>
            <a:schemeClr val="accent3">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s-ES" sz="1900" b="1" kern="1200" dirty="0"/>
            <a:t>Traducir </a:t>
          </a:r>
          <a:r>
            <a:rPr lang="es-ES" sz="1900" kern="1200" dirty="0"/>
            <a:t>los requerimientos de las </a:t>
          </a:r>
          <a:r>
            <a:rPr lang="es-ES" sz="1900" b="1" kern="1200" dirty="0"/>
            <a:t>capacidades</a:t>
          </a:r>
          <a:r>
            <a:rPr lang="es-ES" sz="1900" kern="1200" dirty="0"/>
            <a:t> en ítems aplicables en un examen de </a:t>
          </a:r>
          <a:r>
            <a:rPr lang="es-ES" sz="1900" kern="1200" dirty="0" err="1"/>
            <a:t>multiple</a:t>
          </a:r>
          <a:r>
            <a:rPr lang="es-ES" sz="1900" kern="1200" dirty="0"/>
            <a:t> </a:t>
          </a:r>
          <a:r>
            <a:rPr lang="es-ES" sz="1900" kern="1200" dirty="0" err="1"/>
            <a:t>choice</a:t>
          </a:r>
          <a:r>
            <a:rPr lang="es-ES" sz="1900" kern="1200" dirty="0"/>
            <a:t>.</a:t>
          </a:r>
          <a:endParaRPr lang="es-PE" sz="1900" kern="1200" dirty="0"/>
        </a:p>
      </dsp:txBody>
      <dsp:txXfrm>
        <a:off x="6118505" y="1825200"/>
        <a:ext cx="3057011" cy="16146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79047-35C2-44F9-B294-78A7D149B898}">
      <dsp:nvSpPr>
        <dsp:cNvPr id="0" name=""/>
        <dsp:cNvSpPr/>
      </dsp:nvSpPr>
      <dsp:spPr>
        <a:xfrm>
          <a:off x="0" y="1927"/>
          <a:ext cx="926406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D7681946-DCEE-4EAE-A030-2E70A502B2E5}">
      <dsp:nvSpPr>
        <dsp:cNvPr id="0" name=""/>
        <dsp:cNvSpPr/>
      </dsp:nvSpPr>
      <dsp:spPr>
        <a:xfrm>
          <a:off x="0" y="1927"/>
          <a:ext cx="1852812" cy="1314435"/>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s-MX" sz="2400" b="0" kern="1200" dirty="0"/>
            <a:t>Aplicación</a:t>
          </a:r>
          <a:endParaRPr lang="en-US" sz="2800" b="0" kern="1200" dirty="0"/>
        </a:p>
      </dsp:txBody>
      <dsp:txXfrm>
        <a:off x="0" y="1927"/>
        <a:ext cx="1852812" cy="1314435"/>
      </dsp:txXfrm>
    </dsp:sp>
    <dsp:sp modelId="{CD01324F-672C-4FAE-BE6B-F012C4329A80}">
      <dsp:nvSpPr>
        <dsp:cNvPr id="0" name=""/>
        <dsp:cNvSpPr/>
      </dsp:nvSpPr>
      <dsp:spPr>
        <a:xfrm>
          <a:off x="1991772" y="22465"/>
          <a:ext cx="7272287" cy="410760"/>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s-MX" sz="1400" kern="1200" dirty="0"/>
            <a:t>El</a:t>
          </a:r>
          <a:r>
            <a:rPr lang="es-MX" sz="1600" kern="1200" dirty="0"/>
            <a:t> </a:t>
          </a:r>
          <a:r>
            <a:rPr lang="es-MX" sz="1400" kern="1200" dirty="0"/>
            <a:t>estudiante selecciona, transfiere y utiliza datos; los procesa por medio de algoritmos, métodos, conceptos y/o procedimientos para completar un problema o tarea. </a:t>
          </a:r>
          <a:endParaRPr lang="en-US" sz="1600" kern="1200" dirty="0"/>
        </a:p>
      </dsp:txBody>
      <dsp:txXfrm>
        <a:off x="1991772" y="22465"/>
        <a:ext cx="7272287" cy="410760"/>
      </dsp:txXfrm>
    </dsp:sp>
    <dsp:sp modelId="{14F3D034-598A-479C-B642-5AF7FEADF102}">
      <dsp:nvSpPr>
        <dsp:cNvPr id="0" name=""/>
        <dsp:cNvSpPr/>
      </dsp:nvSpPr>
      <dsp:spPr>
        <a:xfrm>
          <a:off x="1852811" y="433226"/>
          <a:ext cx="7411248"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BBEAE4E4-CC85-43B2-A45D-A2158A4D4F95}">
      <dsp:nvSpPr>
        <dsp:cNvPr id="0" name=""/>
        <dsp:cNvSpPr/>
      </dsp:nvSpPr>
      <dsp:spPr>
        <a:xfrm>
          <a:off x="1991772" y="453764"/>
          <a:ext cx="7272287" cy="410760"/>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s-MX" sz="1400" kern="1200" dirty="0"/>
            <a:t>Utiliza la información que ha recibido en situaciones nuevas y concretas para resolver problemas. </a:t>
          </a:r>
          <a:endParaRPr lang="en-US" sz="1400" kern="1200" dirty="0"/>
        </a:p>
      </dsp:txBody>
      <dsp:txXfrm>
        <a:off x="1991772" y="453764"/>
        <a:ext cx="7272287" cy="410760"/>
      </dsp:txXfrm>
    </dsp:sp>
    <dsp:sp modelId="{9D315D48-1262-4B00-B998-770843C150A0}">
      <dsp:nvSpPr>
        <dsp:cNvPr id="0" name=""/>
        <dsp:cNvSpPr/>
      </dsp:nvSpPr>
      <dsp:spPr>
        <a:xfrm>
          <a:off x="1852811" y="864525"/>
          <a:ext cx="7411248"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13D1AE79-8B60-484D-9F6B-686EC0DBB7BE}">
      <dsp:nvSpPr>
        <dsp:cNvPr id="0" name=""/>
        <dsp:cNvSpPr/>
      </dsp:nvSpPr>
      <dsp:spPr>
        <a:xfrm>
          <a:off x="1991772" y="885063"/>
          <a:ext cx="7272287" cy="410760"/>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s-MX" sz="1400" kern="1200" dirty="0"/>
            <a:t>Utiliza las habilidades adquiridas a nuevas situaciones que se le presentan.</a:t>
          </a:r>
          <a:endParaRPr lang="en-US" sz="1400" kern="1200" dirty="0"/>
        </a:p>
      </dsp:txBody>
      <dsp:txXfrm>
        <a:off x="1991772" y="885063"/>
        <a:ext cx="7272287" cy="410760"/>
      </dsp:txXfrm>
    </dsp:sp>
    <dsp:sp modelId="{B0076BAF-BAA9-4104-8D90-B308776CFEE6}">
      <dsp:nvSpPr>
        <dsp:cNvPr id="0" name=""/>
        <dsp:cNvSpPr/>
      </dsp:nvSpPr>
      <dsp:spPr>
        <a:xfrm>
          <a:off x="1852811" y="1295824"/>
          <a:ext cx="7411248"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BA53995D-E84E-45B3-A0D1-2CD6C8F119B2}">
      <dsp:nvSpPr>
        <dsp:cNvPr id="0" name=""/>
        <dsp:cNvSpPr/>
      </dsp:nvSpPr>
      <dsp:spPr>
        <a:xfrm>
          <a:off x="0" y="1316362"/>
          <a:ext cx="9264060" cy="0"/>
        </a:xfrm>
        <a:prstGeom prst="line">
          <a:avLst/>
        </a:prstGeom>
        <a:solidFill>
          <a:schemeClr val="accent3">
            <a:hueOff val="5625132"/>
            <a:satOff val="-8440"/>
            <a:lumOff val="-1373"/>
            <a:alphaOff val="0"/>
          </a:schemeClr>
        </a:solidFill>
        <a:ln w="25400" cap="flat" cmpd="sng" algn="ctr">
          <a:solidFill>
            <a:schemeClr val="accent3">
              <a:hueOff val="5625132"/>
              <a:satOff val="-8440"/>
              <a:lumOff val="-1373"/>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2DB5CF85-C203-4FF8-87E2-D805C45F239C}">
      <dsp:nvSpPr>
        <dsp:cNvPr id="0" name=""/>
        <dsp:cNvSpPr/>
      </dsp:nvSpPr>
      <dsp:spPr>
        <a:xfrm>
          <a:off x="0" y="1316362"/>
          <a:ext cx="1852812" cy="1314435"/>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s-MX" sz="2400" kern="1200" dirty="0"/>
            <a:t>Análisis</a:t>
          </a:r>
          <a:endParaRPr lang="en-US" sz="2400" kern="1200" dirty="0"/>
        </a:p>
      </dsp:txBody>
      <dsp:txXfrm>
        <a:off x="0" y="1316362"/>
        <a:ext cx="1852812" cy="1314435"/>
      </dsp:txXfrm>
    </dsp:sp>
    <dsp:sp modelId="{60640EC9-5AC8-4109-A696-59568D56E621}">
      <dsp:nvSpPr>
        <dsp:cNvPr id="0" name=""/>
        <dsp:cNvSpPr/>
      </dsp:nvSpPr>
      <dsp:spPr>
        <a:xfrm>
          <a:off x="1991772" y="1336900"/>
          <a:ext cx="7272287" cy="410760"/>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s-MX" sz="1400" kern="1200" dirty="0"/>
            <a:t>El estudiante distingue, clasifica y relaciona evidencias o estructuras de un hecho o de una pregunta.</a:t>
          </a:r>
          <a:endParaRPr lang="en-US" sz="1400" kern="1200" dirty="0"/>
        </a:p>
      </dsp:txBody>
      <dsp:txXfrm>
        <a:off x="1991772" y="1336900"/>
        <a:ext cx="7272287" cy="410760"/>
      </dsp:txXfrm>
    </dsp:sp>
    <dsp:sp modelId="{3361A742-FD0C-4F71-825F-1A9619A767D4}">
      <dsp:nvSpPr>
        <dsp:cNvPr id="0" name=""/>
        <dsp:cNvSpPr/>
      </dsp:nvSpPr>
      <dsp:spPr>
        <a:xfrm>
          <a:off x="1852811" y="1747661"/>
          <a:ext cx="7411248"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4CBFC319-C635-456E-9DDE-EAB2D0656856}">
      <dsp:nvSpPr>
        <dsp:cNvPr id="0" name=""/>
        <dsp:cNvSpPr/>
      </dsp:nvSpPr>
      <dsp:spPr>
        <a:xfrm>
          <a:off x="1991772" y="1768199"/>
          <a:ext cx="7272287" cy="410760"/>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s-MX" sz="1400" kern="1200" dirty="0"/>
            <a:t>Intenta entender la estructura de la organización del material informativo examinando las partes de les que se compone. </a:t>
          </a:r>
          <a:endParaRPr lang="en-US" sz="1400" kern="1200" dirty="0"/>
        </a:p>
      </dsp:txBody>
      <dsp:txXfrm>
        <a:off x="1991772" y="1768199"/>
        <a:ext cx="7272287" cy="410760"/>
      </dsp:txXfrm>
    </dsp:sp>
    <dsp:sp modelId="{62A2D5CE-22E6-4C04-9E3E-2846C7D7C0F1}">
      <dsp:nvSpPr>
        <dsp:cNvPr id="0" name=""/>
        <dsp:cNvSpPr/>
      </dsp:nvSpPr>
      <dsp:spPr>
        <a:xfrm>
          <a:off x="1852811" y="2178960"/>
          <a:ext cx="7411248"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85ADE463-784E-402A-B3C4-4304E53461BA}">
      <dsp:nvSpPr>
        <dsp:cNvPr id="0" name=""/>
        <dsp:cNvSpPr/>
      </dsp:nvSpPr>
      <dsp:spPr>
        <a:xfrm>
          <a:off x="1991772" y="2199498"/>
          <a:ext cx="7272287" cy="410760"/>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s-MX" sz="1400" kern="1200" dirty="0"/>
            <a:t>La información le sirve para desarrollar inferencias, deductivas o inductivas </a:t>
          </a:r>
          <a:endParaRPr lang="en-US" sz="1400" kern="1200" dirty="0"/>
        </a:p>
      </dsp:txBody>
      <dsp:txXfrm>
        <a:off x="1991772" y="2199498"/>
        <a:ext cx="7272287" cy="410760"/>
      </dsp:txXfrm>
    </dsp:sp>
    <dsp:sp modelId="{020F49AB-ECD1-4616-8260-1ECBAFB645CD}">
      <dsp:nvSpPr>
        <dsp:cNvPr id="0" name=""/>
        <dsp:cNvSpPr/>
      </dsp:nvSpPr>
      <dsp:spPr>
        <a:xfrm>
          <a:off x="1852811" y="2610259"/>
          <a:ext cx="7411248"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CC42A710-127F-4C8C-A1D3-5E805FFB2E81}">
      <dsp:nvSpPr>
        <dsp:cNvPr id="0" name=""/>
        <dsp:cNvSpPr/>
      </dsp:nvSpPr>
      <dsp:spPr>
        <a:xfrm>
          <a:off x="0" y="2630797"/>
          <a:ext cx="9264060" cy="0"/>
        </a:xfrm>
        <a:prstGeom prst="line">
          <a:avLst/>
        </a:prstGeom>
        <a:solidFill>
          <a:schemeClr val="accent3">
            <a:hueOff val="11250264"/>
            <a:satOff val="-16880"/>
            <a:lumOff val="-2745"/>
            <a:alphaOff val="0"/>
          </a:schemeClr>
        </a:solidFill>
        <a:ln w="25400" cap="flat" cmpd="sng" algn="ctr">
          <a:solidFill>
            <a:schemeClr val="accent3">
              <a:hueOff val="11250264"/>
              <a:satOff val="-16880"/>
              <a:lumOff val="-2745"/>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7261BA01-98B4-4544-BEAB-A4CFDB0B1567}">
      <dsp:nvSpPr>
        <dsp:cNvPr id="0" name=""/>
        <dsp:cNvSpPr/>
      </dsp:nvSpPr>
      <dsp:spPr>
        <a:xfrm>
          <a:off x="0" y="2630797"/>
          <a:ext cx="1852812" cy="1314435"/>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s-MX" sz="2400" kern="1200" dirty="0"/>
            <a:t>Síntesis</a:t>
          </a:r>
          <a:endParaRPr lang="en-US" sz="2400" kern="1200" dirty="0"/>
        </a:p>
      </dsp:txBody>
      <dsp:txXfrm>
        <a:off x="0" y="2630797"/>
        <a:ext cx="1852812" cy="1314435"/>
      </dsp:txXfrm>
    </dsp:sp>
    <dsp:sp modelId="{29213157-1B9F-4FA7-AC70-A0849CE3DFA1}">
      <dsp:nvSpPr>
        <dsp:cNvPr id="0" name=""/>
        <dsp:cNvSpPr/>
      </dsp:nvSpPr>
      <dsp:spPr>
        <a:xfrm>
          <a:off x="1991772" y="2661347"/>
          <a:ext cx="7272287" cy="611006"/>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s-MX" sz="1400" kern="1200" dirty="0"/>
            <a:t>Integrar información en nuevas fórmulas.</a:t>
          </a:r>
          <a:endParaRPr lang="en-US" sz="1400" kern="1200" dirty="0"/>
        </a:p>
      </dsp:txBody>
      <dsp:txXfrm>
        <a:off x="1991772" y="2661347"/>
        <a:ext cx="7272287" cy="611006"/>
      </dsp:txXfrm>
    </dsp:sp>
    <dsp:sp modelId="{E62674C3-DF02-459F-8C7C-AA1236BAC6E3}">
      <dsp:nvSpPr>
        <dsp:cNvPr id="0" name=""/>
        <dsp:cNvSpPr/>
      </dsp:nvSpPr>
      <dsp:spPr>
        <a:xfrm>
          <a:off x="1852811" y="3272354"/>
          <a:ext cx="7411248"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41DA9A26-B0F0-43F8-B313-3E10BDBA5C28}">
      <dsp:nvSpPr>
        <dsp:cNvPr id="0" name=""/>
        <dsp:cNvSpPr/>
      </dsp:nvSpPr>
      <dsp:spPr>
        <a:xfrm>
          <a:off x="1991772" y="3302905"/>
          <a:ext cx="7272287" cy="611006"/>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s-MX" sz="1400" kern="1200" dirty="0"/>
            <a:t>Relacionar elementos de diversa naturaleza y establecer conexiones para obtener conclusiones.</a:t>
          </a:r>
          <a:endParaRPr lang="en-US" sz="1400" kern="1200" dirty="0"/>
        </a:p>
      </dsp:txBody>
      <dsp:txXfrm>
        <a:off x="1991772" y="3302905"/>
        <a:ext cx="7272287" cy="611006"/>
      </dsp:txXfrm>
    </dsp:sp>
    <dsp:sp modelId="{E646147F-CB45-42DA-8CB5-04B2C2E7E01F}">
      <dsp:nvSpPr>
        <dsp:cNvPr id="0" name=""/>
        <dsp:cNvSpPr/>
      </dsp:nvSpPr>
      <dsp:spPr>
        <a:xfrm>
          <a:off x="1852811" y="3913912"/>
          <a:ext cx="7411248" cy="0"/>
        </a:xfrm>
        <a:prstGeom prst="line">
          <a:avLst/>
        </a:prstGeom>
        <a:solidFill>
          <a:schemeClr val="accent3">
            <a:hueOff val="0"/>
            <a:satOff val="0"/>
            <a:lumOff val="0"/>
            <a:alphaOff val="0"/>
          </a:schemeClr>
        </a:solidFill>
        <a:ln w="25400" cap="flat" cmpd="sng" algn="ctr">
          <a:solidFill>
            <a:schemeClr val="accent3">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C43C3B-F72A-4267-AFA4-FAD486120729}">
      <dsp:nvSpPr>
        <dsp:cNvPr id="0" name=""/>
        <dsp:cNvSpPr/>
      </dsp:nvSpPr>
      <dsp:spPr>
        <a:xfrm>
          <a:off x="0" y="75902"/>
          <a:ext cx="8694539" cy="1216800"/>
        </a:xfrm>
        <a:prstGeom prst="round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MX" sz="2000" kern="1200" dirty="0"/>
            <a:t>Los niveles de dificultad de los reactivos pueden diferenciarse en función de dos dimensiones que componen el enfoque por competencias: </a:t>
          </a:r>
          <a:endParaRPr lang="en-US" sz="2000" kern="1200" dirty="0"/>
        </a:p>
      </dsp:txBody>
      <dsp:txXfrm>
        <a:off x="59399" y="135301"/>
        <a:ext cx="8575741" cy="1098002"/>
      </dsp:txXfrm>
    </dsp:sp>
    <dsp:sp modelId="{EE1E2E73-C707-4F93-9874-220B4E1A9219}">
      <dsp:nvSpPr>
        <dsp:cNvPr id="0" name=""/>
        <dsp:cNvSpPr/>
      </dsp:nvSpPr>
      <dsp:spPr>
        <a:xfrm>
          <a:off x="0" y="1292702"/>
          <a:ext cx="8694539"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6052" tIns="25400" rIns="142240" bIns="25400" numCol="1" spcCol="1270" anchor="t" anchorCtr="0">
          <a:noAutofit/>
        </a:bodyPr>
        <a:lstStyle/>
        <a:p>
          <a:pPr marL="228600" lvl="1" indent="-228600" algn="l" defTabSz="889000" rtl="0">
            <a:lnSpc>
              <a:spcPct val="90000"/>
            </a:lnSpc>
            <a:spcBef>
              <a:spcPct val="0"/>
            </a:spcBef>
            <a:spcAft>
              <a:spcPct val="20000"/>
            </a:spcAft>
            <a:buChar char="•"/>
          </a:pPr>
          <a:r>
            <a:rPr lang="es-MX" sz="2000" kern="1200" dirty="0"/>
            <a:t>conocimiento de contenidos temáticos de las asignaturas; y,</a:t>
          </a:r>
          <a:endParaRPr lang="en-US" sz="2000" kern="1200" dirty="0"/>
        </a:p>
        <a:p>
          <a:pPr marL="228600" lvl="1" indent="-228600" algn="l" defTabSz="889000" rtl="0">
            <a:lnSpc>
              <a:spcPct val="90000"/>
            </a:lnSpc>
            <a:spcBef>
              <a:spcPct val="0"/>
            </a:spcBef>
            <a:spcAft>
              <a:spcPct val="20000"/>
            </a:spcAft>
            <a:buChar char="•"/>
          </a:pPr>
          <a:r>
            <a:rPr lang="es-MX" sz="2000" kern="1200" dirty="0"/>
            <a:t> ejercicio de destrezas cognitivas. </a:t>
          </a:r>
          <a:endParaRPr lang="en-US" sz="2000" kern="1200" dirty="0"/>
        </a:p>
      </dsp:txBody>
      <dsp:txXfrm>
        <a:off x="0" y="1292702"/>
        <a:ext cx="8694539" cy="10764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B182B-81D7-41DE-BCEB-8D9CFD419912}">
      <dsp:nvSpPr>
        <dsp:cNvPr id="0" name=""/>
        <dsp:cNvSpPr/>
      </dsp:nvSpPr>
      <dsp:spPr>
        <a:xfrm>
          <a:off x="0" y="336393"/>
          <a:ext cx="8694539" cy="136890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MX" sz="2000" kern="1200" dirty="0"/>
            <a:t>La graduación del nivel de dificultad, considerando los contenidos temáticos de las asignaturas, se encuentra en función del grado de complejidad y/o cantidad de información y conocimientos que el ítem exige que el estudiante disponga.  </a:t>
          </a:r>
          <a:endParaRPr lang="en-US" sz="2000" kern="1200" dirty="0"/>
        </a:p>
      </dsp:txBody>
      <dsp:txXfrm>
        <a:off x="66824" y="403217"/>
        <a:ext cx="8560891" cy="1235252"/>
      </dsp:txXfrm>
    </dsp:sp>
    <dsp:sp modelId="{D8834102-CB62-4E7C-B2FA-D312BBE3BDDB}">
      <dsp:nvSpPr>
        <dsp:cNvPr id="0" name=""/>
        <dsp:cNvSpPr/>
      </dsp:nvSpPr>
      <dsp:spPr>
        <a:xfrm>
          <a:off x="0" y="1892493"/>
          <a:ext cx="8694539" cy="136890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MX" sz="2000" kern="1200" dirty="0"/>
            <a:t>Estos contenidos son los ofrecidos durante el desarrollo de las asignaturas del currículo de Educación Básica Regular (EBR) y son considerados como parte del aprendizaje disciplinar en el transcurso de su formación. </a:t>
          </a:r>
          <a:endParaRPr lang="en-US" sz="2000" kern="1200" dirty="0"/>
        </a:p>
      </dsp:txBody>
      <dsp:txXfrm>
        <a:off x="66824" y="1959317"/>
        <a:ext cx="8560891" cy="12352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6F52F2-D6C8-422A-83BA-8B9F5A99E98F}">
      <dsp:nvSpPr>
        <dsp:cNvPr id="0" name=""/>
        <dsp:cNvSpPr/>
      </dsp:nvSpPr>
      <dsp:spPr>
        <a:xfrm>
          <a:off x="0" y="0"/>
          <a:ext cx="869453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2FA152B2-E2AC-4285-9A97-7B457DD7C880}">
      <dsp:nvSpPr>
        <dsp:cNvPr id="0" name=""/>
        <dsp:cNvSpPr/>
      </dsp:nvSpPr>
      <dsp:spPr>
        <a:xfrm>
          <a:off x="0" y="0"/>
          <a:ext cx="1738907" cy="3597786"/>
        </a:xfrm>
        <a:prstGeom prst="rect">
          <a:avLst/>
        </a:prstGeom>
        <a:solidFill>
          <a:schemeClr val="lt1"/>
        </a:solidFill>
        <a:ln w="25400" cap="flat" cmpd="sng" algn="ctr">
          <a:solidFill>
            <a:schemeClr val="accent1"/>
          </a:solidFill>
          <a:prstDash val="solid"/>
          <a:miter/>
        </a:ln>
        <a:effectLst/>
      </dsp:spPr>
      <dsp:style>
        <a:lnRef idx="2">
          <a:schemeClr val="accent1"/>
        </a:lnRef>
        <a:fillRef idx="1">
          <a:schemeClr val="lt1"/>
        </a:fillRef>
        <a:effectRef idx="0">
          <a:schemeClr val="accent1"/>
        </a:effectRef>
        <a:fontRef idx="minor">
          <a:schemeClr val="dk1"/>
        </a:fontRef>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s-MX" sz="2000" kern="1200" dirty="0"/>
            <a:t>1. Información </a:t>
          </a:r>
          <a:endParaRPr lang="en-US" sz="2000" kern="1200" dirty="0"/>
        </a:p>
      </dsp:txBody>
      <dsp:txXfrm>
        <a:off x="0" y="0"/>
        <a:ext cx="1738907" cy="3597786"/>
      </dsp:txXfrm>
    </dsp:sp>
    <dsp:sp modelId="{0B563D6E-D70B-4861-A575-90FA13E09E76}">
      <dsp:nvSpPr>
        <dsp:cNvPr id="0" name=""/>
        <dsp:cNvSpPr/>
      </dsp:nvSpPr>
      <dsp:spPr>
        <a:xfrm>
          <a:off x="1869325" y="56215"/>
          <a:ext cx="6825213" cy="1124308"/>
        </a:xfrm>
        <a:prstGeom prst="rect">
          <a:avLst/>
        </a:prstGeom>
        <a:solidFill>
          <a:schemeClr val="lt1"/>
        </a:solidFill>
        <a:ln w="25400" cap="flat" cmpd="sng" algn="ctr">
          <a:solidFill>
            <a:schemeClr val="accent1"/>
          </a:solidFill>
          <a:prstDash val="solid"/>
          <a:miter/>
        </a:ln>
        <a:effectLst/>
      </dsp:spPr>
      <dsp:style>
        <a:lnRef idx="2">
          <a:schemeClr val="accent1"/>
        </a:lnRef>
        <a:fillRef idx="1">
          <a:schemeClr val="lt1"/>
        </a:fillRef>
        <a:effectRef idx="0">
          <a:schemeClr val="accent1"/>
        </a:effectRef>
        <a:fontRef idx="minor">
          <a:schemeClr val="dk1"/>
        </a:fontRef>
      </dsp:style>
      <dsp:txBody>
        <a:bodyPr spcFirstLastPara="0" vert="horz" wrap="square" lIns="72390" tIns="72390" rIns="72390" bIns="72390" numCol="1" spcCol="1270" anchor="t" anchorCtr="0">
          <a:noAutofit/>
        </a:bodyPr>
        <a:lstStyle/>
        <a:p>
          <a:pPr marL="0" lvl="0" indent="0" algn="l" defTabSz="844550" rtl="0">
            <a:lnSpc>
              <a:spcPct val="90000"/>
            </a:lnSpc>
            <a:spcBef>
              <a:spcPct val="0"/>
            </a:spcBef>
            <a:spcAft>
              <a:spcPct val="35000"/>
            </a:spcAft>
            <a:buNone/>
          </a:pPr>
          <a:r>
            <a:rPr lang="es-MX" sz="1900" kern="1200" dirty="0"/>
            <a:t>Sustantivos simples: nombres propios de componentes químicos, periodos históricos, obras literarias o filosóficas y sus autores, derechos ciudadanos y procedimientos legales. </a:t>
          </a:r>
        </a:p>
      </dsp:txBody>
      <dsp:txXfrm>
        <a:off x="1869325" y="56215"/>
        <a:ext cx="6825213" cy="1124308"/>
      </dsp:txXfrm>
    </dsp:sp>
    <dsp:sp modelId="{6235BB94-2DB5-4AA2-9435-6E69290C53C4}">
      <dsp:nvSpPr>
        <dsp:cNvPr id="0" name=""/>
        <dsp:cNvSpPr/>
      </dsp:nvSpPr>
      <dsp:spPr>
        <a:xfrm>
          <a:off x="1738907" y="1180523"/>
          <a:ext cx="6955631"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74AFED96-498B-441D-8F14-DF63567298D2}">
      <dsp:nvSpPr>
        <dsp:cNvPr id="0" name=""/>
        <dsp:cNvSpPr/>
      </dsp:nvSpPr>
      <dsp:spPr>
        <a:xfrm>
          <a:off x="1869325" y="1236738"/>
          <a:ext cx="6825213" cy="1124308"/>
        </a:xfrm>
        <a:prstGeom prst="rect">
          <a:avLst/>
        </a:prstGeom>
        <a:solidFill>
          <a:schemeClr val="lt1"/>
        </a:solidFill>
        <a:ln w="25400" cap="flat" cmpd="sng" algn="ctr">
          <a:solidFill>
            <a:schemeClr val="accent2"/>
          </a:solidFill>
          <a:prstDash val="solid"/>
          <a:miter/>
        </a:ln>
        <a:effectLst/>
      </dsp:spPr>
      <dsp:style>
        <a:lnRef idx="2">
          <a:schemeClr val="accent2"/>
        </a:lnRef>
        <a:fillRef idx="1">
          <a:schemeClr val="lt1"/>
        </a:fillRef>
        <a:effectRef idx="0">
          <a:schemeClr val="accent2"/>
        </a:effectRef>
        <a:fontRef idx="minor">
          <a:schemeClr val="dk1"/>
        </a:fontRef>
      </dsp:style>
      <dsp:txBody>
        <a:bodyPr spcFirstLastPara="0" vert="horz" wrap="square" lIns="72390" tIns="72390" rIns="72390" bIns="72390" numCol="1" spcCol="1270" anchor="t" anchorCtr="0">
          <a:noAutofit/>
        </a:bodyPr>
        <a:lstStyle/>
        <a:p>
          <a:pPr marL="0" lvl="0" indent="0" algn="l" defTabSz="844550" rtl="0">
            <a:lnSpc>
              <a:spcPct val="90000"/>
            </a:lnSpc>
            <a:spcBef>
              <a:spcPct val="0"/>
            </a:spcBef>
            <a:spcAft>
              <a:spcPct val="35000"/>
            </a:spcAft>
            <a:buNone/>
          </a:pPr>
          <a:r>
            <a:rPr lang="es-MX" sz="1900" kern="1200" dirty="0"/>
            <a:t>Datos específicos: fechas, lugares, cantidades.</a:t>
          </a:r>
        </a:p>
      </dsp:txBody>
      <dsp:txXfrm>
        <a:off x="1869325" y="1236738"/>
        <a:ext cx="6825213" cy="1124308"/>
      </dsp:txXfrm>
    </dsp:sp>
    <dsp:sp modelId="{59002C32-63E8-443E-9C99-0E4EB5523740}">
      <dsp:nvSpPr>
        <dsp:cNvPr id="0" name=""/>
        <dsp:cNvSpPr/>
      </dsp:nvSpPr>
      <dsp:spPr>
        <a:xfrm>
          <a:off x="1738907" y="2361047"/>
          <a:ext cx="6955631"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ED772862-26AC-48FE-97B2-A95AC8062375}">
      <dsp:nvSpPr>
        <dsp:cNvPr id="0" name=""/>
        <dsp:cNvSpPr/>
      </dsp:nvSpPr>
      <dsp:spPr>
        <a:xfrm>
          <a:off x="1869325" y="2417262"/>
          <a:ext cx="6825213" cy="1124308"/>
        </a:xfrm>
        <a:prstGeom prst="rect">
          <a:avLst/>
        </a:prstGeom>
        <a:solidFill>
          <a:schemeClr val="lt1"/>
        </a:solidFill>
        <a:ln w="25400" cap="flat" cmpd="sng" algn="ctr">
          <a:solidFill>
            <a:schemeClr val="accent4"/>
          </a:solidFill>
          <a:prstDash val="solid"/>
          <a:miter/>
        </a:ln>
        <a:effectLst/>
      </dsp:spPr>
      <dsp:style>
        <a:lnRef idx="2">
          <a:schemeClr val="accent4"/>
        </a:lnRef>
        <a:fillRef idx="1">
          <a:schemeClr val="lt1"/>
        </a:fillRef>
        <a:effectRef idx="0">
          <a:schemeClr val="accent4"/>
        </a:effectRef>
        <a:fontRef idx="minor">
          <a:schemeClr val="dk1"/>
        </a:fontRef>
      </dsp:style>
      <dsp:txBody>
        <a:bodyPr spcFirstLastPara="0" vert="horz" wrap="square" lIns="72390" tIns="72390" rIns="72390" bIns="72390" numCol="1" spcCol="1270" anchor="t" anchorCtr="0">
          <a:noAutofit/>
        </a:bodyPr>
        <a:lstStyle/>
        <a:p>
          <a:pPr marL="0" lvl="0" indent="0" algn="l" defTabSz="844550" rtl="0">
            <a:lnSpc>
              <a:spcPct val="90000"/>
            </a:lnSpc>
            <a:spcBef>
              <a:spcPct val="0"/>
            </a:spcBef>
            <a:spcAft>
              <a:spcPct val="35000"/>
            </a:spcAft>
            <a:buNone/>
          </a:pPr>
          <a:r>
            <a:rPr lang="es-MX" sz="1900" kern="1200" dirty="0"/>
            <a:t>Fórmulas: expresiones o ecuaciones matemáticas, químicas o físicas. </a:t>
          </a:r>
          <a:endParaRPr lang="en-US" sz="1900" kern="1200" dirty="0"/>
        </a:p>
      </dsp:txBody>
      <dsp:txXfrm>
        <a:off x="1869325" y="2417262"/>
        <a:ext cx="6825213" cy="1124308"/>
      </dsp:txXfrm>
    </dsp:sp>
    <dsp:sp modelId="{115964A1-30F2-4881-86CD-00B6D28F6894}">
      <dsp:nvSpPr>
        <dsp:cNvPr id="0" name=""/>
        <dsp:cNvSpPr/>
      </dsp:nvSpPr>
      <dsp:spPr>
        <a:xfrm>
          <a:off x="1738907" y="3541570"/>
          <a:ext cx="6955631"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FEB8C4-7A0C-4227-B58E-15356B8ED083}">
      <dsp:nvSpPr>
        <dsp:cNvPr id="0" name=""/>
        <dsp:cNvSpPr/>
      </dsp:nvSpPr>
      <dsp:spPr>
        <a:xfrm>
          <a:off x="0" y="0"/>
          <a:ext cx="8694539" cy="0"/>
        </a:xfrm>
        <a:prstGeom prst="lin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sp>
    <dsp:sp modelId="{18BDCCE9-E2E2-4E3C-BF85-EBE2A3859AAE}">
      <dsp:nvSpPr>
        <dsp:cNvPr id="0" name=""/>
        <dsp:cNvSpPr/>
      </dsp:nvSpPr>
      <dsp:spPr>
        <a:xfrm>
          <a:off x="0" y="0"/>
          <a:ext cx="1738907" cy="4285313"/>
        </a:xfrm>
        <a:prstGeom prst="rect">
          <a:avLst/>
        </a:prstGeom>
        <a:solidFill>
          <a:schemeClr val="lt1"/>
        </a:solidFill>
        <a:ln w="25400" cap="flat" cmpd="sng" algn="ctr">
          <a:solidFill>
            <a:schemeClr val="accent6"/>
          </a:solidFill>
          <a:prstDash val="solid"/>
          <a:miter/>
        </a:ln>
        <a:effectLst/>
      </dsp:spPr>
      <dsp:style>
        <a:lnRef idx="2">
          <a:schemeClr val="accent6"/>
        </a:lnRef>
        <a:fillRef idx="1">
          <a:schemeClr val="lt1"/>
        </a:fillRef>
        <a:effectRef idx="0">
          <a:schemeClr val="accent6"/>
        </a:effectRef>
        <a:fontRef idx="minor">
          <a:schemeClr val="dk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s-MX" sz="1800" kern="1200" dirty="0"/>
            <a:t>2. Conocimientos  disciplinares</a:t>
          </a:r>
          <a:endParaRPr lang="en-US" sz="1800" kern="1200" dirty="0"/>
        </a:p>
      </dsp:txBody>
      <dsp:txXfrm>
        <a:off x="0" y="0"/>
        <a:ext cx="1738907" cy="4285313"/>
      </dsp:txXfrm>
    </dsp:sp>
    <dsp:sp modelId="{7BD56897-526D-4E74-9B58-1B1FDF15F466}">
      <dsp:nvSpPr>
        <dsp:cNvPr id="0" name=""/>
        <dsp:cNvSpPr/>
      </dsp:nvSpPr>
      <dsp:spPr>
        <a:xfrm>
          <a:off x="1869325" y="50061"/>
          <a:ext cx="6825213" cy="655666"/>
        </a:xfrm>
        <a:prstGeom prst="rect">
          <a:avLst/>
        </a:prstGeom>
        <a:solidFill>
          <a:schemeClr val="lt1"/>
        </a:solidFill>
        <a:ln w="25400" cap="flat" cmpd="sng" algn="ctr">
          <a:solidFill>
            <a:schemeClr val="accent1"/>
          </a:solidFill>
          <a:prstDash val="solid"/>
          <a:miter/>
        </a:ln>
        <a:effectLst/>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s-MX" sz="1600" kern="1200" dirty="0"/>
            <a:t>• </a:t>
          </a:r>
          <a:r>
            <a:rPr lang="es-MX" sz="1600" b="1" kern="1200" dirty="0"/>
            <a:t>Conceptos disciplinares o científicos: </a:t>
          </a:r>
          <a:r>
            <a:rPr lang="es-MX" sz="1600" kern="1200" dirty="0"/>
            <a:t>definiciones que poseen diversos niveles de complejidad. </a:t>
          </a:r>
          <a:endParaRPr lang="en-US" sz="1600" kern="1200" dirty="0"/>
        </a:p>
      </dsp:txBody>
      <dsp:txXfrm>
        <a:off x="1869325" y="50061"/>
        <a:ext cx="6825213" cy="655666"/>
      </dsp:txXfrm>
    </dsp:sp>
    <dsp:sp modelId="{4F97EC3B-EE29-494F-99AE-97511C906EE7}">
      <dsp:nvSpPr>
        <dsp:cNvPr id="0" name=""/>
        <dsp:cNvSpPr/>
      </dsp:nvSpPr>
      <dsp:spPr>
        <a:xfrm>
          <a:off x="1738907" y="705728"/>
          <a:ext cx="695563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7556CDB3-F29B-492E-8A63-DBA71630CC59}">
      <dsp:nvSpPr>
        <dsp:cNvPr id="0" name=""/>
        <dsp:cNvSpPr/>
      </dsp:nvSpPr>
      <dsp:spPr>
        <a:xfrm>
          <a:off x="1869325" y="755789"/>
          <a:ext cx="6825213" cy="632447"/>
        </a:xfrm>
        <a:prstGeom prst="rect">
          <a:avLst/>
        </a:prstGeom>
        <a:solidFill>
          <a:schemeClr val="lt1"/>
        </a:solidFill>
        <a:ln w="25400" cap="flat" cmpd="sng" algn="ctr">
          <a:solidFill>
            <a:schemeClr val="accent1"/>
          </a:solidFill>
          <a:prstDash val="solid"/>
          <a:miter/>
        </a:ln>
        <a:effectLst/>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s-MX" sz="1600" kern="1200" dirty="0"/>
            <a:t>I. Conceptos que describen clasificaciones o taxonomías. </a:t>
          </a:r>
        </a:p>
      </dsp:txBody>
      <dsp:txXfrm>
        <a:off x="1869325" y="755789"/>
        <a:ext cx="6825213" cy="632447"/>
      </dsp:txXfrm>
    </dsp:sp>
    <dsp:sp modelId="{B4FD93FA-42E6-4A7A-8CFF-937983AB5A83}">
      <dsp:nvSpPr>
        <dsp:cNvPr id="0" name=""/>
        <dsp:cNvSpPr/>
      </dsp:nvSpPr>
      <dsp:spPr>
        <a:xfrm>
          <a:off x="1738907" y="1388237"/>
          <a:ext cx="695563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D7D058E9-3020-44DB-BA38-E5440C0AC786}">
      <dsp:nvSpPr>
        <dsp:cNvPr id="0" name=""/>
        <dsp:cNvSpPr/>
      </dsp:nvSpPr>
      <dsp:spPr>
        <a:xfrm>
          <a:off x="1869325" y="1438299"/>
          <a:ext cx="6825213" cy="692631"/>
        </a:xfrm>
        <a:prstGeom prst="rect">
          <a:avLst/>
        </a:prstGeom>
        <a:solidFill>
          <a:schemeClr val="lt1"/>
        </a:solidFill>
        <a:ln w="25400" cap="flat" cmpd="sng" algn="ctr">
          <a:solidFill>
            <a:schemeClr val="accent1"/>
          </a:solidFill>
          <a:prstDash val="solid"/>
          <a:miter/>
        </a:ln>
        <a:effectLst/>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s-MX" sz="1600" kern="1200" dirty="0"/>
            <a:t>II. Conceptos métricos, como velocidad, aceleración, presión, oxidación, etc.</a:t>
          </a:r>
          <a:endParaRPr lang="en-US" sz="1600" kern="1200" dirty="0"/>
        </a:p>
      </dsp:txBody>
      <dsp:txXfrm>
        <a:off x="1869325" y="1438299"/>
        <a:ext cx="6825213" cy="692631"/>
      </dsp:txXfrm>
    </dsp:sp>
    <dsp:sp modelId="{3AB08666-89AF-47EC-896F-057D55A924E7}">
      <dsp:nvSpPr>
        <dsp:cNvPr id="0" name=""/>
        <dsp:cNvSpPr/>
      </dsp:nvSpPr>
      <dsp:spPr>
        <a:xfrm>
          <a:off x="1738907" y="2130931"/>
          <a:ext cx="695563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803D6E4F-FF1E-4F7A-A5E0-D0ADED91E8BE}">
      <dsp:nvSpPr>
        <dsp:cNvPr id="0" name=""/>
        <dsp:cNvSpPr/>
      </dsp:nvSpPr>
      <dsp:spPr>
        <a:xfrm>
          <a:off x="1869325" y="2180992"/>
          <a:ext cx="6825213" cy="1001231"/>
        </a:xfrm>
        <a:prstGeom prst="rect">
          <a:avLst/>
        </a:prstGeom>
        <a:solidFill>
          <a:schemeClr val="lt1"/>
        </a:solidFill>
        <a:ln w="25400" cap="flat" cmpd="sng" algn="ctr">
          <a:solidFill>
            <a:schemeClr val="accent1"/>
          </a:solidFill>
          <a:prstDash val="solid"/>
          <a:miter/>
        </a:ln>
        <a:effectLst/>
      </dsp:spPr>
      <dsp:style>
        <a:lnRef idx="2">
          <a:schemeClr val="accent1"/>
        </a:lnRef>
        <a:fillRef idx="1">
          <a:schemeClr val="lt1"/>
        </a:fillRef>
        <a:effectRef idx="0">
          <a:schemeClr val="accent1"/>
        </a:effectRef>
        <a:fontRef idx="minor">
          <a:schemeClr val="dk1"/>
        </a:fontRef>
      </dsp:style>
      <dsp:txBody>
        <a:bodyPr spcFirstLastPara="0" vert="horz" wrap="square" lIns="45720" tIns="45720" rIns="45720" bIns="45720" numCol="1" spcCol="1270" anchor="t" anchorCtr="0">
          <a:noAutofit/>
        </a:bodyPr>
        <a:lstStyle/>
        <a:p>
          <a:pPr marL="0" lvl="0" indent="0" algn="l" defTabSz="533400" rtl="0">
            <a:lnSpc>
              <a:spcPct val="90000"/>
            </a:lnSpc>
            <a:spcBef>
              <a:spcPct val="0"/>
            </a:spcBef>
            <a:spcAft>
              <a:spcPct val="35000"/>
            </a:spcAft>
            <a:buNone/>
          </a:pPr>
          <a:r>
            <a:rPr lang="es-MX" sz="1200" kern="1200" dirty="0"/>
            <a:t>III. Conceptos que describen fenómenos complejos y/o entidades abstractas; construcciones que forman un campo fenoménico delimitado por operaciones semánticas que restringen su amplitud y sus fronteras, al mismo tiempo que describen las unidades / dimensiones que lo componen, además de las relaciones y conexiones que existen entre estas. Procesos y fenómenos naturales y/o socioculturales. </a:t>
          </a:r>
          <a:endParaRPr lang="en-US" sz="1200" kern="1200" dirty="0"/>
        </a:p>
      </dsp:txBody>
      <dsp:txXfrm>
        <a:off x="1869325" y="2180992"/>
        <a:ext cx="6825213" cy="1001231"/>
      </dsp:txXfrm>
    </dsp:sp>
    <dsp:sp modelId="{4F018E68-8183-4360-9ED9-E72C625D9CB9}">
      <dsp:nvSpPr>
        <dsp:cNvPr id="0" name=""/>
        <dsp:cNvSpPr/>
      </dsp:nvSpPr>
      <dsp:spPr>
        <a:xfrm>
          <a:off x="1738907" y="3182224"/>
          <a:ext cx="695563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1A1CCD57-0E8F-4239-BCA4-4BEB60B61AA3}">
      <dsp:nvSpPr>
        <dsp:cNvPr id="0" name=""/>
        <dsp:cNvSpPr/>
      </dsp:nvSpPr>
      <dsp:spPr>
        <a:xfrm>
          <a:off x="1869325" y="3232285"/>
          <a:ext cx="6825213" cy="1001231"/>
        </a:xfrm>
        <a:prstGeom prst="rect">
          <a:avLst/>
        </a:prstGeom>
        <a:solidFill>
          <a:schemeClr val="lt1"/>
        </a:solidFill>
        <a:ln w="25400" cap="flat" cmpd="sng" algn="ctr">
          <a:solidFill>
            <a:schemeClr val="accent1"/>
          </a:solidFill>
          <a:prstDash val="solid"/>
          <a:miter/>
        </a:ln>
        <a:effectLst/>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s-MX" sz="1600" kern="1200" dirty="0"/>
            <a:t>• </a:t>
          </a:r>
          <a:r>
            <a:rPr lang="es-MX" sz="1600" b="1" kern="1200" dirty="0"/>
            <a:t>Enunciados </a:t>
          </a:r>
          <a:r>
            <a:rPr lang="es-MX" sz="1600" b="1" kern="1200" dirty="0" err="1"/>
            <a:t>legaciformes</a:t>
          </a:r>
          <a:r>
            <a:rPr lang="es-MX" sz="1600" b="1" kern="1200" dirty="0"/>
            <a:t> </a:t>
          </a:r>
          <a:r>
            <a:rPr lang="es-MX" sz="1600" kern="1200" dirty="0"/>
            <a:t>con funciones descriptivas y prescriptivas: leyes, principios, axiomas, reglas y normas legales.  </a:t>
          </a:r>
          <a:endParaRPr lang="en-US" sz="1600" kern="1200" dirty="0"/>
        </a:p>
      </dsp:txBody>
      <dsp:txXfrm>
        <a:off x="1869325" y="3232285"/>
        <a:ext cx="6825213" cy="1001231"/>
      </dsp:txXfrm>
    </dsp:sp>
    <dsp:sp modelId="{3AC24EA5-DB32-4D43-8B4C-24C167601747}">
      <dsp:nvSpPr>
        <dsp:cNvPr id="0" name=""/>
        <dsp:cNvSpPr/>
      </dsp:nvSpPr>
      <dsp:spPr>
        <a:xfrm>
          <a:off x="1738907" y="4233517"/>
          <a:ext cx="695563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0A5F0C-0379-4C50-B7D5-83150F5DE44C}">
      <dsp:nvSpPr>
        <dsp:cNvPr id="0" name=""/>
        <dsp:cNvSpPr/>
      </dsp:nvSpPr>
      <dsp:spPr>
        <a:xfrm rot="5400000">
          <a:off x="5392020" y="-2130298"/>
          <a:ext cx="1040531" cy="5564504"/>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rtl="0">
            <a:lnSpc>
              <a:spcPct val="90000"/>
            </a:lnSpc>
            <a:spcBef>
              <a:spcPct val="0"/>
            </a:spcBef>
            <a:spcAft>
              <a:spcPct val="15000"/>
            </a:spcAft>
            <a:buChar char="•"/>
          </a:pPr>
          <a:r>
            <a:rPr lang="es-MX" sz="1200" kern="1200" dirty="0"/>
            <a:t>la información es necesaria, pero </a:t>
          </a:r>
          <a:r>
            <a:rPr lang="es-MX" sz="1200" b="1" kern="1200" dirty="0"/>
            <a:t>insuficiente</a:t>
          </a:r>
          <a:r>
            <a:rPr lang="es-MX" sz="1200" kern="1200" dirty="0"/>
            <a:t> para resolver los ítems (reactivos). </a:t>
          </a:r>
          <a:endParaRPr lang="en-US" sz="1200" kern="1200" dirty="0"/>
        </a:p>
        <a:p>
          <a:pPr marL="114300" lvl="1" indent="-114300" algn="l" defTabSz="533400" rtl="0">
            <a:lnSpc>
              <a:spcPct val="90000"/>
            </a:lnSpc>
            <a:spcBef>
              <a:spcPct val="0"/>
            </a:spcBef>
            <a:spcAft>
              <a:spcPct val="15000"/>
            </a:spcAft>
            <a:buChar char="•"/>
          </a:pPr>
          <a:r>
            <a:rPr lang="es-MX" sz="1200" kern="1200" dirty="0"/>
            <a:t>los sustantivos simples o datos no pueden ser la materia sobre la que se evalúa, sino insumos que permiten plantear preguntas.</a:t>
          </a:r>
          <a:r>
            <a:rPr lang="es-MX" sz="900" kern="1200" dirty="0"/>
            <a:t>  </a:t>
          </a:r>
          <a:endParaRPr lang="en-US" sz="900" kern="1200" dirty="0"/>
        </a:p>
      </dsp:txBody>
      <dsp:txXfrm rot="-5400000">
        <a:off x="3130034" y="182483"/>
        <a:ext cx="5513709" cy="938941"/>
      </dsp:txXfrm>
    </dsp:sp>
    <dsp:sp modelId="{42135CD7-59A9-48A6-B09F-3A6A66F3C8F9}">
      <dsp:nvSpPr>
        <dsp:cNvPr id="0" name=""/>
        <dsp:cNvSpPr/>
      </dsp:nvSpPr>
      <dsp:spPr>
        <a:xfrm>
          <a:off x="0" y="1621"/>
          <a:ext cx="3130034" cy="1300664"/>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s-MX" sz="1600" kern="1200" dirty="0"/>
            <a:t>La información es insuficiente en el </a:t>
          </a:r>
          <a:r>
            <a:rPr lang="es-MX" sz="1600" i="1" kern="1200" dirty="0"/>
            <a:t>enfoque por competencias</a:t>
          </a:r>
          <a:endParaRPr lang="en-US" sz="1600" i="1" kern="1200" dirty="0"/>
        </a:p>
      </dsp:txBody>
      <dsp:txXfrm>
        <a:off x="63493" y="65114"/>
        <a:ext cx="3003048" cy="1173678"/>
      </dsp:txXfrm>
    </dsp:sp>
    <dsp:sp modelId="{68359240-AB09-4FFF-8B8F-34FBF26F2646}">
      <dsp:nvSpPr>
        <dsp:cNvPr id="0" name=""/>
        <dsp:cNvSpPr/>
      </dsp:nvSpPr>
      <dsp:spPr>
        <a:xfrm rot="5400000">
          <a:off x="4973519" y="-479222"/>
          <a:ext cx="1865986" cy="5559070"/>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rtl="0">
            <a:lnSpc>
              <a:spcPct val="90000"/>
            </a:lnSpc>
            <a:spcBef>
              <a:spcPct val="0"/>
            </a:spcBef>
            <a:spcAft>
              <a:spcPct val="15000"/>
            </a:spcAft>
            <a:buChar char="•"/>
          </a:pPr>
          <a:r>
            <a:rPr lang="es-MX" sz="1000" kern="1200" dirty="0"/>
            <a:t> </a:t>
          </a:r>
          <a:r>
            <a:rPr lang="es-MX" sz="1200" kern="1200" dirty="0"/>
            <a:t>Uso de </a:t>
          </a:r>
          <a:r>
            <a:rPr lang="es-MX" sz="1200" b="1" kern="1200" dirty="0"/>
            <a:t>vocabulario disciplinar </a:t>
          </a:r>
          <a:r>
            <a:rPr lang="es-MX" sz="1200" kern="1200" dirty="0"/>
            <a:t>que remite a un campo específico de la asignatura evaluada, tanto </a:t>
          </a:r>
          <a:r>
            <a:rPr lang="es-MX" sz="1200" b="1" kern="1200" dirty="0"/>
            <a:t>taxonómico</a:t>
          </a:r>
          <a:r>
            <a:rPr lang="es-MX" sz="1200" kern="1200" dirty="0"/>
            <a:t> como </a:t>
          </a:r>
          <a:r>
            <a:rPr lang="es-MX" sz="1200" b="1" kern="1200" dirty="0"/>
            <a:t>métrico</a:t>
          </a:r>
          <a:r>
            <a:rPr lang="es-MX" sz="1200" kern="1200" dirty="0"/>
            <a:t>. </a:t>
          </a:r>
          <a:endParaRPr lang="en-US" sz="1200" kern="1200" dirty="0"/>
        </a:p>
        <a:p>
          <a:pPr marL="114300" lvl="1" indent="-114300" algn="l" defTabSz="533400" rtl="0">
            <a:lnSpc>
              <a:spcPct val="90000"/>
            </a:lnSpc>
            <a:spcBef>
              <a:spcPct val="0"/>
            </a:spcBef>
            <a:spcAft>
              <a:spcPct val="15000"/>
            </a:spcAft>
            <a:buChar char="•"/>
          </a:pPr>
          <a:r>
            <a:rPr lang="es-MX" sz="1200" kern="1200" dirty="0"/>
            <a:t> Incorporación de contextos (</a:t>
          </a:r>
          <a:r>
            <a:rPr lang="es-MX" sz="1200" kern="1200" dirty="0" err="1"/>
            <a:t>cotextos</a:t>
          </a:r>
          <a:r>
            <a:rPr lang="es-MX" sz="1200" kern="1200" dirty="0"/>
            <a:t>) que exijan el uso de fórmulas matemáticas, químicas o físicas.  </a:t>
          </a:r>
          <a:endParaRPr lang="en-US" sz="1200" kern="1200" dirty="0"/>
        </a:p>
        <a:p>
          <a:pPr marL="114300" lvl="1" indent="-114300" algn="l" defTabSz="533400" rtl="0">
            <a:lnSpc>
              <a:spcPct val="90000"/>
            </a:lnSpc>
            <a:spcBef>
              <a:spcPct val="0"/>
            </a:spcBef>
            <a:spcAft>
              <a:spcPct val="15000"/>
            </a:spcAft>
            <a:buChar char="•"/>
          </a:pPr>
          <a:r>
            <a:rPr lang="es-MX" sz="1200" b="1" kern="1200" dirty="0"/>
            <a:t>Formulaciones implícitas </a:t>
          </a:r>
          <a:r>
            <a:rPr lang="es-MX" sz="1200" kern="1200" dirty="0"/>
            <a:t>que adquieren sentido con el conocimiento de </a:t>
          </a:r>
          <a:r>
            <a:rPr lang="es-MX" sz="1200" b="1" kern="1200" dirty="0"/>
            <a:t>vocabulario conceptual </a:t>
          </a:r>
          <a:r>
            <a:rPr lang="es-MX" sz="1200" kern="1200" dirty="0"/>
            <a:t>complejo y/o </a:t>
          </a:r>
          <a:r>
            <a:rPr lang="es-MX" sz="1200" b="1" kern="1200" dirty="0"/>
            <a:t>enunciados </a:t>
          </a:r>
          <a:r>
            <a:rPr lang="es-MX" sz="1200" b="1" kern="1200" dirty="0" err="1"/>
            <a:t>legaciformes</a:t>
          </a:r>
          <a:r>
            <a:rPr lang="es-MX" sz="1200" kern="1200" dirty="0"/>
            <a:t>.  </a:t>
          </a:r>
          <a:endParaRPr lang="en-US" sz="1200" kern="1200" dirty="0"/>
        </a:p>
        <a:p>
          <a:pPr marL="114300" lvl="1" indent="-114300" algn="l" defTabSz="533400" rtl="0">
            <a:lnSpc>
              <a:spcPct val="90000"/>
            </a:lnSpc>
            <a:spcBef>
              <a:spcPct val="0"/>
            </a:spcBef>
            <a:spcAft>
              <a:spcPct val="15000"/>
            </a:spcAft>
            <a:buChar char="•"/>
          </a:pPr>
          <a:r>
            <a:rPr lang="es-MX" sz="1200" kern="1200" dirty="0"/>
            <a:t>Los niveles de dificultad pueden estar en función de </a:t>
          </a:r>
          <a:endParaRPr lang="en-US" sz="1200" kern="1200" dirty="0"/>
        </a:p>
        <a:p>
          <a:pPr marL="228600" lvl="2" indent="-114300" algn="l" defTabSz="533400" rtl="0">
            <a:lnSpc>
              <a:spcPct val="90000"/>
            </a:lnSpc>
            <a:spcBef>
              <a:spcPct val="0"/>
            </a:spcBef>
            <a:spcAft>
              <a:spcPct val="15000"/>
            </a:spcAft>
            <a:buChar char="•"/>
          </a:pPr>
          <a:r>
            <a:rPr lang="es-MX" sz="1200" kern="1200" dirty="0"/>
            <a:t>el </a:t>
          </a:r>
          <a:r>
            <a:rPr lang="es-MX" sz="1200" b="1" kern="1200" dirty="0"/>
            <a:t>número</a:t>
          </a:r>
          <a:r>
            <a:rPr lang="es-MX" sz="1200" kern="1200" dirty="0"/>
            <a:t> de formulaciones implícitas. </a:t>
          </a:r>
          <a:endParaRPr lang="en-US" sz="1200" kern="1200" dirty="0"/>
        </a:p>
        <a:p>
          <a:pPr marL="228600" lvl="2" indent="-114300" algn="l" defTabSz="533400" rtl="0">
            <a:lnSpc>
              <a:spcPct val="90000"/>
            </a:lnSpc>
            <a:spcBef>
              <a:spcPct val="0"/>
            </a:spcBef>
            <a:spcAft>
              <a:spcPct val="15000"/>
            </a:spcAft>
            <a:buChar char="•"/>
          </a:pPr>
          <a:r>
            <a:rPr lang="es-MX" sz="1200" kern="1200" dirty="0"/>
            <a:t>la </a:t>
          </a:r>
          <a:r>
            <a:rPr lang="es-MX" sz="1200" b="1" kern="1200" dirty="0"/>
            <a:t>complejidad</a:t>
          </a:r>
          <a:r>
            <a:rPr lang="es-MX" sz="1200" kern="1200" dirty="0"/>
            <a:t> de los conceptos y/o enunciados </a:t>
          </a:r>
          <a:r>
            <a:rPr lang="es-MX" sz="1200" kern="1200" dirty="0" err="1"/>
            <a:t>legaciformes</a:t>
          </a:r>
          <a:r>
            <a:rPr lang="es-MX" sz="1200" kern="1200" dirty="0"/>
            <a:t>. </a:t>
          </a:r>
          <a:endParaRPr lang="en-US" sz="1200" kern="1200" dirty="0"/>
        </a:p>
      </dsp:txBody>
      <dsp:txXfrm rot="-5400000">
        <a:off x="3126977" y="1458410"/>
        <a:ext cx="5467980" cy="1683806"/>
      </dsp:txXfrm>
    </dsp:sp>
    <dsp:sp modelId="{8DFE5EC8-2B52-4F06-A090-495E18A30596}">
      <dsp:nvSpPr>
        <dsp:cNvPr id="0" name=""/>
        <dsp:cNvSpPr/>
      </dsp:nvSpPr>
      <dsp:spPr>
        <a:xfrm>
          <a:off x="0" y="1649980"/>
          <a:ext cx="3126977" cy="1300664"/>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s-MX" sz="1600" kern="1200" dirty="0"/>
            <a:t>En función del conocimiento disciplinar se puede graduar el nivel de dificultad de los ítems por medio de </a:t>
          </a:r>
          <a:endParaRPr lang="en-US" sz="1600" kern="1200" dirty="0"/>
        </a:p>
      </dsp:txBody>
      <dsp:txXfrm>
        <a:off x="63493" y="1713473"/>
        <a:ext cx="2999991" cy="1173678"/>
      </dsp:txXfrm>
    </dsp:sp>
    <dsp:sp modelId="{6FF9C153-A6DF-48DA-AB42-1984E090D679}">
      <dsp:nvSpPr>
        <dsp:cNvPr id="0" name=""/>
        <dsp:cNvSpPr/>
      </dsp:nvSpPr>
      <dsp:spPr>
        <a:xfrm rot="5400000">
          <a:off x="5392020" y="1166418"/>
          <a:ext cx="1040531" cy="5564504"/>
        </a:xfrm>
        <a:prstGeom prst="round2SameRect">
          <a:avLst/>
        </a:prstGeom>
        <a:solidFill>
          <a:schemeClr val="lt1">
            <a:alpha val="90000"/>
            <a:tint val="40000"/>
            <a:hueOff val="0"/>
            <a:satOff val="0"/>
            <a:lumOff val="0"/>
            <a:alphaOff val="0"/>
          </a:schemeClr>
        </a:solidFill>
        <a:ln w="25400" cap="flat" cmpd="sng" algn="ctr">
          <a:solidFill>
            <a:schemeClr val="accent6">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rtl="0">
            <a:lnSpc>
              <a:spcPct val="90000"/>
            </a:lnSpc>
            <a:spcBef>
              <a:spcPct val="0"/>
            </a:spcBef>
            <a:spcAft>
              <a:spcPct val="15000"/>
            </a:spcAft>
            <a:buChar char="•"/>
          </a:pPr>
          <a:r>
            <a:rPr lang="es-MX" sz="1400" kern="1200" dirty="0"/>
            <a:t>El estudiante para comprender la información planteada en ambas partes (enunciado y alternativas) debe tener conocimientos disciplinares.</a:t>
          </a:r>
          <a:endParaRPr lang="en-US" sz="1400" kern="1200" dirty="0"/>
        </a:p>
      </dsp:txBody>
      <dsp:txXfrm rot="-5400000">
        <a:off x="3130034" y="3479200"/>
        <a:ext cx="5513709" cy="938941"/>
      </dsp:txXfrm>
    </dsp:sp>
    <dsp:sp modelId="{DC622115-7187-47A1-9238-A309D148C208}">
      <dsp:nvSpPr>
        <dsp:cNvPr id="0" name=""/>
        <dsp:cNvSpPr/>
      </dsp:nvSpPr>
      <dsp:spPr>
        <a:xfrm>
          <a:off x="0" y="3298338"/>
          <a:ext cx="3130034" cy="1300664"/>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s-MX" sz="1600" kern="1200" dirty="0"/>
            <a:t>Los contenidos temáticos que componen el ítem están presentes tanto en el enunciado como en las alternativas.</a:t>
          </a:r>
          <a:endParaRPr lang="en-US" sz="1600" kern="1200" dirty="0"/>
        </a:p>
      </dsp:txBody>
      <dsp:txXfrm>
        <a:off x="63493" y="3361831"/>
        <a:ext cx="3003048" cy="117367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10289-1E54-455B-B16A-6117C130B46D}">
      <dsp:nvSpPr>
        <dsp:cNvPr id="0" name=""/>
        <dsp:cNvSpPr/>
      </dsp:nvSpPr>
      <dsp:spPr>
        <a:xfrm>
          <a:off x="0" y="68291"/>
          <a:ext cx="8694539" cy="895050"/>
        </a:xfrm>
        <a:prstGeom prst="roundRect">
          <a:avLst/>
        </a:prstGeom>
        <a:solidFill>
          <a:schemeClr val="lt1">
            <a:hueOff val="0"/>
            <a:satOff val="0"/>
            <a:lumOff val="0"/>
            <a:alphaOff val="0"/>
          </a:schemeClr>
        </a:solidFill>
        <a:ln w="25400" cap="flat" cmpd="sng" algn="ctr">
          <a:solidFill>
            <a:schemeClr val="accent4">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s-MX" sz="1700" kern="1200" dirty="0"/>
            <a:t>La propuesta basada en </a:t>
          </a:r>
          <a:r>
            <a:rPr lang="es-MX" sz="1700" i="1" kern="1200" dirty="0"/>
            <a:t>el enfoque por competencias </a:t>
          </a:r>
          <a:r>
            <a:rPr lang="es-MX" sz="1700" kern="1200" dirty="0"/>
            <a:t>incorpora en la formulación de un ítem que el estudiante debe ser capaz de ejercitar una destreza cognitiva que relacione la información planteada en el enunciado y la clave que encierra la respuesta. </a:t>
          </a:r>
          <a:endParaRPr lang="en-US" sz="1700" kern="1200" dirty="0"/>
        </a:p>
      </dsp:txBody>
      <dsp:txXfrm>
        <a:off x="43693" y="111984"/>
        <a:ext cx="8607153" cy="807664"/>
      </dsp:txXfrm>
    </dsp:sp>
    <dsp:sp modelId="{6A846E2A-FC51-4A25-8287-9C72C2344E33}">
      <dsp:nvSpPr>
        <dsp:cNvPr id="0" name=""/>
        <dsp:cNvSpPr/>
      </dsp:nvSpPr>
      <dsp:spPr>
        <a:xfrm>
          <a:off x="0" y="1012301"/>
          <a:ext cx="8694539" cy="895050"/>
        </a:xfrm>
        <a:prstGeom prst="roundRect">
          <a:avLst/>
        </a:prstGeom>
        <a:solidFill>
          <a:schemeClr val="lt1">
            <a:hueOff val="0"/>
            <a:satOff val="0"/>
            <a:lumOff val="0"/>
            <a:alphaOff val="0"/>
          </a:schemeClr>
        </a:solidFill>
        <a:ln w="25400" cap="flat" cmpd="sng" algn="ctr">
          <a:solidFill>
            <a:schemeClr val="accent4">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s-MX" sz="1700" kern="1200" dirty="0"/>
            <a:t>La dificultad de un ítem se puede graduar en función de la complejidad de la operación mental o destreza cognitiva que debe realizar el postulante para alcanzar la respuesta. </a:t>
          </a:r>
          <a:endParaRPr lang="en-US" sz="1700" kern="1200" dirty="0"/>
        </a:p>
      </dsp:txBody>
      <dsp:txXfrm>
        <a:off x="43693" y="1055994"/>
        <a:ext cx="8607153" cy="807664"/>
      </dsp:txXfrm>
    </dsp:sp>
    <dsp:sp modelId="{C453DB3F-4AAD-4E70-9654-53B18F1D26C2}">
      <dsp:nvSpPr>
        <dsp:cNvPr id="0" name=""/>
        <dsp:cNvSpPr/>
      </dsp:nvSpPr>
      <dsp:spPr>
        <a:xfrm>
          <a:off x="0" y="1956311"/>
          <a:ext cx="8694539" cy="895050"/>
        </a:xfrm>
        <a:prstGeom prst="roundRect">
          <a:avLst/>
        </a:prstGeom>
        <a:solidFill>
          <a:schemeClr val="lt1">
            <a:hueOff val="0"/>
            <a:satOff val="0"/>
            <a:lumOff val="0"/>
            <a:alphaOff val="0"/>
          </a:schemeClr>
        </a:solidFill>
        <a:ln w="25400" cap="flat" cmpd="sng" algn="ctr">
          <a:solidFill>
            <a:schemeClr val="accent4">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s-MX" sz="1700" kern="1200" dirty="0"/>
            <a:t>En virtud de ello, cada destreza cognitiva tiene sus propios niveles de dificultad. </a:t>
          </a:r>
          <a:endParaRPr lang="en-US" sz="1700" kern="1200" dirty="0"/>
        </a:p>
      </dsp:txBody>
      <dsp:txXfrm>
        <a:off x="43693" y="2000004"/>
        <a:ext cx="8607153" cy="807664"/>
      </dsp:txXfrm>
    </dsp:sp>
    <dsp:sp modelId="{5B579FC9-4819-4036-8EF6-BF28E7F220C7}">
      <dsp:nvSpPr>
        <dsp:cNvPr id="0" name=""/>
        <dsp:cNvSpPr/>
      </dsp:nvSpPr>
      <dsp:spPr>
        <a:xfrm>
          <a:off x="0" y="2900321"/>
          <a:ext cx="8694539" cy="895050"/>
        </a:xfrm>
        <a:prstGeom prst="roundRect">
          <a:avLst/>
        </a:prstGeom>
        <a:solidFill>
          <a:schemeClr val="lt1">
            <a:hueOff val="0"/>
            <a:satOff val="0"/>
            <a:lumOff val="0"/>
            <a:alphaOff val="0"/>
          </a:schemeClr>
        </a:solidFill>
        <a:ln w="25400" cap="flat" cmpd="sng" algn="ctr">
          <a:solidFill>
            <a:schemeClr val="accent4">
              <a:shade val="8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s-MX" sz="1700" kern="1200" dirty="0"/>
            <a:t>Uso de la “Taxonomía de Bloom” para identificar las destrezas cognitivas a evaluar. Identificación de tres operaciones presentes en todas las áreas disciplinares: Aplicación, Análisis y Síntesis. </a:t>
          </a:r>
          <a:endParaRPr lang="en-US" sz="1700" kern="1200" dirty="0"/>
        </a:p>
      </dsp:txBody>
      <dsp:txXfrm>
        <a:off x="43693" y="2944014"/>
        <a:ext cx="8607153" cy="80766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9F11CE36-74D0-43E5-BDA6-39D281C6BD41}" type="datetimeFigureOut">
              <a:rPr lang="es-PE" smtClean="0"/>
              <a:t>20/02/2026</a:t>
            </a:fld>
            <a:endParaRPr lang="es-PE"/>
          </a:p>
        </p:txBody>
      </p:sp>
      <p:sp>
        <p:nvSpPr>
          <p:cNvPr id="4" name="Marcador de imagen de diapositiva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59D014E7-3D25-4259-9D62-9BE793A5E90F}" type="slidenum">
              <a:rPr lang="es-PE" smtClean="0"/>
              <a:t>‹Nº›</a:t>
            </a:fld>
            <a:endParaRPr lang="es-PE"/>
          </a:p>
        </p:txBody>
      </p:sp>
    </p:spTree>
    <p:extLst>
      <p:ext uri="{BB962C8B-B14F-4D97-AF65-F5344CB8AC3E}">
        <p14:creationId xmlns:p14="http://schemas.microsoft.com/office/powerpoint/2010/main" val="2459745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0" i="0" dirty="0">
                <a:solidFill>
                  <a:srgbClr val="000000"/>
                </a:solidFill>
                <a:effectLst/>
                <a:latin typeface="Source Sans Pro" panose="020B0503030403020204" pitchFamily="34" charset="0"/>
              </a:rPr>
              <a:t>Estas capacidades suponen operaciones menores implicadas en las competencias, que son operaciones más complejas.</a:t>
            </a:r>
            <a:endParaRPr lang="es-PE" dirty="0"/>
          </a:p>
        </p:txBody>
      </p:sp>
      <p:sp>
        <p:nvSpPr>
          <p:cNvPr id="4" name="Marcador de número de diapositiva 3"/>
          <p:cNvSpPr>
            <a:spLocks noGrp="1"/>
          </p:cNvSpPr>
          <p:nvPr>
            <p:ph type="sldNum" sz="quarter" idx="5"/>
          </p:nvPr>
        </p:nvSpPr>
        <p:spPr/>
        <p:txBody>
          <a:bodyPr/>
          <a:lstStyle/>
          <a:p>
            <a:fld id="{59D014E7-3D25-4259-9D62-9BE793A5E90F}" type="slidenum">
              <a:rPr lang="es-PE" smtClean="0"/>
              <a:t>5</a:t>
            </a:fld>
            <a:endParaRPr lang="es-PE"/>
          </a:p>
        </p:txBody>
      </p:sp>
    </p:spTree>
    <p:extLst>
      <p:ext uri="{BB962C8B-B14F-4D97-AF65-F5344CB8AC3E}">
        <p14:creationId xmlns:p14="http://schemas.microsoft.com/office/powerpoint/2010/main" val="34682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80C19698-97CA-416C-9F1C-1C598C82E8F4}" type="slidenum">
              <a:rPr lang="en-US" smtClean="0"/>
              <a:t>12</a:t>
            </a:fld>
            <a:endParaRPr lang="en-US"/>
          </a:p>
        </p:txBody>
      </p:sp>
    </p:spTree>
    <p:extLst>
      <p:ext uri="{BB962C8B-B14F-4D97-AF65-F5344CB8AC3E}">
        <p14:creationId xmlns:p14="http://schemas.microsoft.com/office/powerpoint/2010/main" val="858756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29305">
              <a:defRPr/>
            </a:pPr>
            <a:r>
              <a:rPr lang="es-ES" dirty="0"/>
              <a:t>Mientras más específica y rebuscada fuera una pregunta, era considerada como de mayor dificultad. Estas preguntas no medían, por sí mismas, ninguna destreza cognitiva, sino más bien el grado de erudición o el nivel de retención de información de los estudiantes. </a:t>
            </a:r>
          </a:p>
          <a:p>
            <a:pPr defTabSz="929305">
              <a:defRPr/>
            </a:pPr>
            <a:r>
              <a:rPr lang="es-ES" dirty="0"/>
              <a:t>Dado que el examen está dirigido a estudiantes con una educación basada en el currículo nacional de educación básica, lo que incluye una cantidad limitada de temas y una orientación hacia el modelo de competencias, este criterio de erudición no puede ser empleado para graduar la dificultad de las preguntas. </a:t>
            </a:r>
          </a:p>
          <a:p>
            <a:pPr defTabSz="929305">
              <a:defRPr/>
            </a:pPr>
            <a:r>
              <a:rPr lang="es-MX" dirty="0"/>
              <a:t>La capacidad o habilidad cognitiva que se evaluaba bajo este esquema era, sobre todo, el uso de la memoria a largo plazo y su capacidad de recordar el conocimiento o el dato preciso durante el ejercicio en la prueba.  </a:t>
            </a:r>
          </a:p>
          <a:p>
            <a:pPr defTabSz="929305">
              <a:defRPr/>
            </a:pPr>
            <a:endParaRPr lang="en-US" dirty="0"/>
          </a:p>
          <a:p>
            <a:pPr defTabSz="929305">
              <a:defRPr/>
            </a:pPr>
            <a:endParaRPr lang="en-US" dirty="0"/>
          </a:p>
          <a:p>
            <a:endParaRPr lang="en-US" dirty="0"/>
          </a:p>
        </p:txBody>
      </p:sp>
      <p:sp>
        <p:nvSpPr>
          <p:cNvPr id="4" name="Marcador de número de diapositiva 3"/>
          <p:cNvSpPr>
            <a:spLocks noGrp="1"/>
          </p:cNvSpPr>
          <p:nvPr>
            <p:ph type="sldNum" sz="quarter" idx="10"/>
          </p:nvPr>
        </p:nvSpPr>
        <p:spPr/>
        <p:txBody>
          <a:bodyPr/>
          <a:lstStyle/>
          <a:p>
            <a:fld id="{80C19698-97CA-416C-9F1C-1C598C82E8F4}" type="slidenum">
              <a:rPr lang="en-US" smtClean="0"/>
              <a:t>17</a:t>
            </a:fld>
            <a:endParaRPr lang="en-US"/>
          </a:p>
        </p:txBody>
      </p:sp>
    </p:spTree>
    <p:extLst>
      <p:ext uri="{BB962C8B-B14F-4D97-AF65-F5344CB8AC3E}">
        <p14:creationId xmlns:p14="http://schemas.microsoft.com/office/powerpoint/2010/main" val="3624557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80C19698-97CA-416C-9F1C-1C598C82E8F4}" type="slidenum">
              <a:rPr lang="en-US" smtClean="0"/>
              <a:t>25</a:t>
            </a:fld>
            <a:endParaRPr lang="en-US"/>
          </a:p>
        </p:txBody>
      </p:sp>
    </p:spTree>
    <p:extLst>
      <p:ext uri="{BB962C8B-B14F-4D97-AF65-F5344CB8AC3E}">
        <p14:creationId xmlns:p14="http://schemas.microsoft.com/office/powerpoint/2010/main" val="1821341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80C19698-97CA-416C-9F1C-1C598C82E8F4}" type="slidenum">
              <a:rPr lang="en-US" smtClean="0"/>
              <a:t>26</a:t>
            </a:fld>
            <a:endParaRPr lang="en-US"/>
          </a:p>
        </p:txBody>
      </p:sp>
    </p:spTree>
    <p:extLst>
      <p:ext uri="{BB962C8B-B14F-4D97-AF65-F5344CB8AC3E}">
        <p14:creationId xmlns:p14="http://schemas.microsoft.com/office/powerpoint/2010/main" val="2971999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alumno crea, integra, combina ideas, planea, propone nuevas maneras de hacer. </a:t>
            </a:r>
          </a:p>
          <a:p>
            <a:r>
              <a:rPr lang="es-MX" dirty="0"/>
              <a:t>Crea aplicando el conocimiento y las habilidades anteriores para producir algo nuevo u original. </a:t>
            </a:r>
          </a:p>
          <a:p>
            <a:r>
              <a:rPr lang="es-MX" dirty="0"/>
              <a:t>Se adapta, prevé, se anticipa, categoriza, colabora, se comunica, compara</a:t>
            </a:r>
            <a:endParaRPr lang="en-US" dirty="0"/>
          </a:p>
        </p:txBody>
      </p:sp>
      <p:sp>
        <p:nvSpPr>
          <p:cNvPr id="4" name="Marcador de número de diapositiva 3"/>
          <p:cNvSpPr>
            <a:spLocks noGrp="1"/>
          </p:cNvSpPr>
          <p:nvPr>
            <p:ph type="sldNum" sz="quarter" idx="10"/>
          </p:nvPr>
        </p:nvSpPr>
        <p:spPr/>
        <p:txBody>
          <a:bodyPr/>
          <a:lstStyle/>
          <a:p>
            <a:fld id="{80C19698-97CA-416C-9F1C-1C598C82E8F4}" type="slidenum">
              <a:rPr lang="en-US" smtClean="0"/>
              <a:t>27</a:t>
            </a:fld>
            <a:endParaRPr lang="en-US"/>
          </a:p>
        </p:txBody>
      </p:sp>
    </p:spTree>
    <p:extLst>
      <p:ext uri="{BB962C8B-B14F-4D97-AF65-F5344CB8AC3E}">
        <p14:creationId xmlns:p14="http://schemas.microsoft.com/office/powerpoint/2010/main" val="1436587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1"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3"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15"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16"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1"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2"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4"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5"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6"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28"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29"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0"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2"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3"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35"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6"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7"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38"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40"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1"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2"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3"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4"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45"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E4FFC7-09AF-4135-8564-B32F7678F017}"/>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5BCAF59F-A95C-438C-A072-C3B95002B40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7B95C8CB-90F4-468C-9F68-53BC3ED81807}"/>
              </a:ext>
            </a:extLst>
          </p:cNvPr>
          <p:cNvSpPr>
            <a:spLocks noGrp="1"/>
          </p:cNvSpPr>
          <p:nvPr>
            <p:ph type="dt" sz="half" idx="10"/>
          </p:nvPr>
        </p:nvSpPr>
        <p:spPr/>
        <p:txBody>
          <a:bodyPr/>
          <a:lstStyle/>
          <a:p>
            <a:fld id="{95913EFE-DD89-4199-84EC-1A2BF4298B83}" type="datetimeFigureOut">
              <a:rPr lang="es-PE" smtClean="0"/>
              <a:t>20/02/2026</a:t>
            </a:fld>
            <a:endParaRPr lang="es-PE"/>
          </a:p>
        </p:txBody>
      </p:sp>
      <p:sp>
        <p:nvSpPr>
          <p:cNvPr id="5" name="Marcador de pie de página 4">
            <a:extLst>
              <a:ext uri="{FF2B5EF4-FFF2-40B4-BE49-F238E27FC236}">
                <a16:creationId xmlns:a16="http://schemas.microsoft.com/office/drawing/2014/main" id="{44176AE7-6B97-42A9-BA17-0EA10061D2F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BA5CC74D-1F4C-41B1-87F6-26F5C5323EE1}"/>
              </a:ext>
            </a:extLst>
          </p:cNvPr>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19150915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926ED2-30AA-420F-9531-F0791227AD5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3D709AAA-EEAE-4F81-9159-905908866FF7}"/>
              </a:ext>
            </a:extLst>
          </p:cNvPr>
          <p:cNvSpPr>
            <a:spLocks noGrp="1"/>
          </p:cNvSpPr>
          <p:nvPr>
            <p:ph sz="half" idx="1"/>
          </p:nvPr>
        </p:nvSpPr>
        <p:spPr>
          <a:xfrm>
            <a:off x="693043" y="1509521"/>
            <a:ext cx="4284266" cy="35979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38C72EC8-A001-4E97-8805-F782AE6517FF}"/>
              </a:ext>
            </a:extLst>
          </p:cNvPr>
          <p:cNvSpPr>
            <a:spLocks noGrp="1"/>
          </p:cNvSpPr>
          <p:nvPr>
            <p:ph sz="half" idx="2"/>
          </p:nvPr>
        </p:nvSpPr>
        <p:spPr>
          <a:xfrm>
            <a:off x="5103316" y="1509521"/>
            <a:ext cx="4284266" cy="35979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878EDD9D-6375-421F-9364-7054BE1AECF3}"/>
              </a:ext>
            </a:extLst>
          </p:cNvPr>
          <p:cNvSpPr>
            <a:spLocks noGrp="1"/>
          </p:cNvSpPr>
          <p:nvPr>
            <p:ph type="dt" sz="half" idx="10"/>
          </p:nvPr>
        </p:nvSpPr>
        <p:spPr/>
        <p:txBody>
          <a:bodyPr/>
          <a:lstStyle/>
          <a:p>
            <a:fld id="{95913EFE-DD89-4199-84EC-1A2BF4298B83}" type="datetimeFigureOut">
              <a:rPr lang="es-PE" smtClean="0"/>
              <a:t>20/02/2026</a:t>
            </a:fld>
            <a:endParaRPr lang="es-PE"/>
          </a:p>
        </p:txBody>
      </p:sp>
      <p:sp>
        <p:nvSpPr>
          <p:cNvPr id="6" name="Marcador de pie de página 5">
            <a:extLst>
              <a:ext uri="{FF2B5EF4-FFF2-40B4-BE49-F238E27FC236}">
                <a16:creationId xmlns:a16="http://schemas.microsoft.com/office/drawing/2014/main" id="{BC7C9EBF-9426-408E-8D30-AE1B1A88A0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5CB1A08-E574-4393-BA56-B6FF985ED05A}"/>
              </a:ext>
            </a:extLst>
          </p:cNvPr>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20435294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CFBA1-1AF1-4D30-BA94-01E0937082AF}"/>
              </a:ext>
            </a:extLst>
          </p:cNvPr>
          <p:cNvSpPr>
            <a:spLocks noGrp="1"/>
          </p:cNvSpPr>
          <p:nvPr>
            <p:ph type="title"/>
          </p:nvPr>
        </p:nvSpPr>
        <p:spPr>
          <a:xfrm>
            <a:off x="687793" y="1413700"/>
            <a:ext cx="8694539" cy="2358791"/>
          </a:xfrm>
        </p:spPr>
        <p:txBody>
          <a:bodyPr anchor="b"/>
          <a:lstStyle>
            <a:lvl1pPr>
              <a:defRPr sz="4961"/>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2DF1BBFE-BBFE-42C1-8C1A-9D95E083A5D5}"/>
              </a:ext>
            </a:extLst>
          </p:cNvPr>
          <p:cNvSpPr>
            <a:spLocks noGrp="1"/>
          </p:cNvSpPr>
          <p:nvPr>
            <p:ph type="body" idx="1"/>
          </p:nvPr>
        </p:nvSpPr>
        <p:spPr>
          <a:xfrm>
            <a:off x="687793" y="3794807"/>
            <a:ext cx="8694539" cy="1240432"/>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B46B41A-82A1-4A88-93CB-0DCB1F83B939}"/>
              </a:ext>
            </a:extLst>
          </p:cNvPr>
          <p:cNvSpPr>
            <a:spLocks noGrp="1"/>
          </p:cNvSpPr>
          <p:nvPr>
            <p:ph type="dt" sz="half" idx="10"/>
          </p:nvPr>
        </p:nvSpPr>
        <p:spPr/>
        <p:txBody>
          <a:bodyPr/>
          <a:lstStyle/>
          <a:p>
            <a:fld id="{95913EFE-DD89-4199-84EC-1A2BF4298B83}" type="datetimeFigureOut">
              <a:rPr lang="es-PE" smtClean="0"/>
              <a:t>20/02/2026</a:t>
            </a:fld>
            <a:endParaRPr lang="es-PE"/>
          </a:p>
        </p:txBody>
      </p:sp>
      <p:sp>
        <p:nvSpPr>
          <p:cNvPr id="5" name="Marcador de pie de página 4">
            <a:extLst>
              <a:ext uri="{FF2B5EF4-FFF2-40B4-BE49-F238E27FC236}">
                <a16:creationId xmlns:a16="http://schemas.microsoft.com/office/drawing/2014/main" id="{3D5BFE93-267E-4666-B8E6-7F670531741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24B1F0C-9B71-4DDC-BB39-7A70AF794436}"/>
              </a:ext>
            </a:extLst>
          </p:cNvPr>
          <p:cNvSpPr>
            <a:spLocks noGrp="1"/>
          </p:cNvSpPr>
          <p:nvPr>
            <p:ph type="sldNum" sz="quarter" idx="12"/>
          </p:nvPr>
        </p:nvSpPr>
        <p:spPr/>
        <p:txBody>
          <a:bodyPr/>
          <a:lstStyle/>
          <a:p>
            <a:fld id="{80B5DCBB-2774-4FBE-AD60-4B47EB5C5E69}" type="slidenum">
              <a:rPr lang="es-PE" smtClean="0"/>
              <a:t>‹Nº›</a:t>
            </a:fld>
            <a:endParaRPr lang="es-PE"/>
          </a:p>
        </p:txBody>
      </p:sp>
    </p:spTree>
    <p:extLst>
      <p:ext uri="{BB962C8B-B14F-4D97-AF65-F5344CB8AC3E}">
        <p14:creationId xmlns:p14="http://schemas.microsoft.com/office/powerpoint/2010/main" val="95689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3" name="PlaceHolder 2"/>
          <p:cNvSpPr>
            <a:spLocks noGrp="1"/>
          </p:cNvSpPr>
          <p:nvPr>
            <p:ph type="subTitle"/>
          </p:nvPr>
        </p:nvSpPr>
        <p:spPr>
          <a:xfrm>
            <a:off x="360000" y="1350000"/>
            <a:ext cx="9180000" cy="351000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5" name="PlaceHolder 2"/>
          <p:cNvSpPr>
            <a:spLocks noGrp="1"/>
          </p:cNvSpPr>
          <p:nvPr>
            <p:ph type="body"/>
          </p:nvPr>
        </p:nvSpPr>
        <p:spPr>
          <a:xfrm>
            <a:off x="360000" y="1350000"/>
            <a:ext cx="918000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57"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58"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360000" y="270000"/>
            <a:ext cx="9360000" cy="3338640"/>
          </a:xfrm>
          <a:prstGeom prst="rect">
            <a:avLst/>
          </a:prstGeom>
        </p:spPr>
        <p:txBody>
          <a:bodyPr lIns="0" tIns="0" rIns="0" bIns="0">
            <a:noAutofit/>
          </a:bodyPr>
          <a:lstStyle/>
          <a:p>
            <a:endParaRPr lang="es-PE" sz="2600" b="0" strike="noStrike" spc="-1">
              <a:solidFill>
                <a:srgbClr val="1C1C1C"/>
              </a:solidFill>
              <a:latin typeface="Source Sans Pro Ligh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62"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3" name="PlaceHolder 3"/>
          <p:cNvSpPr>
            <a:spLocks noGrp="1"/>
          </p:cNvSpPr>
          <p:nvPr>
            <p:ph type="body"/>
          </p:nvPr>
        </p:nvSpPr>
        <p:spPr>
          <a:xfrm>
            <a:off x="506376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4"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66" name="PlaceHolder 2"/>
          <p:cNvSpPr>
            <a:spLocks noGrp="1"/>
          </p:cNvSpPr>
          <p:nvPr>
            <p:ph type="body"/>
          </p:nvPr>
        </p:nvSpPr>
        <p:spPr>
          <a:xfrm>
            <a:off x="360000" y="1350000"/>
            <a:ext cx="4479480" cy="3510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7"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68" name="PlaceHolder 4"/>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0"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1"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2" name="PlaceHolder 4"/>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4" name="PlaceHolder 2"/>
          <p:cNvSpPr>
            <a:spLocks noGrp="1"/>
          </p:cNvSpPr>
          <p:nvPr>
            <p:ph type="body"/>
          </p:nvPr>
        </p:nvSpPr>
        <p:spPr>
          <a:xfrm>
            <a:off x="360000" y="135000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5" name="PlaceHolder 3"/>
          <p:cNvSpPr>
            <a:spLocks noGrp="1"/>
          </p:cNvSpPr>
          <p:nvPr>
            <p:ph type="body"/>
          </p:nvPr>
        </p:nvSpPr>
        <p:spPr>
          <a:xfrm>
            <a:off x="360000" y="3183480"/>
            <a:ext cx="91800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77" name="PlaceHolder 2"/>
          <p:cNvSpPr>
            <a:spLocks noGrp="1"/>
          </p:cNvSpPr>
          <p:nvPr>
            <p:ph type="body"/>
          </p:nvPr>
        </p:nvSpPr>
        <p:spPr>
          <a:xfrm>
            <a:off x="36000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8" name="PlaceHolder 3"/>
          <p:cNvSpPr>
            <a:spLocks noGrp="1"/>
          </p:cNvSpPr>
          <p:nvPr>
            <p:ph type="body"/>
          </p:nvPr>
        </p:nvSpPr>
        <p:spPr>
          <a:xfrm>
            <a:off x="5063760" y="135000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79" name="PlaceHolder 4"/>
          <p:cNvSpPr>
            <a:spLocks noGrp="1"/>
          </p:cNvSpPr>
          <p:nvPr>
            <p:ph type="body"/>
          </p:nvPr>
        </p:nvSpPr>
        <p:spPr>
          <a:xfrm>
            <a:off x="36000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0" name="PlaceHolder 5"/>
          <p:cNvSpPr>
            <a:spLocks noGrp="1"/>
          </p:cNvSpPr>
          <p:nvPr>
            <p:ph type="body"/>
          </p:nvPr>
        </p:nvSpPr>
        <p:spPr>
          <a:xfrm>
            <a:off x="5063760" y="3183480"/>
            <a:ext cx="447948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360000" y="270000"/>
            <a:ext cx="9360000" cy="720000"/>
          </a:xfrm>
          <a:prstGeom prst="rect">
            <a:avLst/>
          </a:prstGeom>
        </p:spPr>
        <p:txBody>
          <a:bodyPr lIns="0" tIns="0" rIns="0" bIns="0" anchor="b">
            <a:noAutofit/>
          </a:bodyPr>
          <a:lstStyle/>
          <a:p>
            <a:endParaRPr lang="es-PE" sz="2400" b="1" strike="noStrike" spc="-1">
              <a:solidFill>
                <a:srgbClr val="FFFFFF"/>
              </a:solidFill>
              <a:latin typeface="Source Sans Pro Black"/>
            </a:endParaRPr>
          </a:p>
        </p:txBody>
      </p:sp>
      <p:sp>
        <p:nvSpPr>
          <p:cNvPr id="82" name="PlaceHolder 2"/>
          <p:cNvSpPr>
            <a:spLocks noGrp="1"/>
          </p:cNvSpPr>
          <p:nvPr>
            <p:ph type="body"/>
          </p:nvPr>
        </p:nvSpPr>
        <p:spPr>
          <a:xfrm>
            <a:off x="36000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3" name="PlaceHolder 3"/>
          <p:cNvSpPr>
            <a:spLocks noGrp="1"/>
          </p:cNvSpPr>
          <p:nvPr>
            <p:ph type="body"/>
          </p:nvPr>
        </p:nvSpPr>
        <p:spPr>
          <a:xfrm>
            <a:off x="346392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4" name="PlaceHolder 4"/>
          <p:cNvSpPr>
            <a:spLocks noGrp="1"/>
          </p:cNvSpPr>
          <p:nvPr>
            <p:ph type="body"/>
          </p:nvPr>
        </p:nvSpPr>
        <p:spPr>
          <a:xfrm>
            <a:off x="6567480" y="135000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5" name="PlaceHolder 5"/>
          <p:cNvSpPr>
            <a:spLocks noGrp="1"/>
          </p:cNvSpPr>
          <p:nvPr>
            <p:ph type="body"/>
          </p:nvPr>
        </p:nvSpPr>
        <p:spPr>
          <a:xfrm>
            <a:off x="36000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6" name="PlaceHolder 6"/>
          <p:cNvSpPr>
            <a:spLocks noGrp="1"/>
          </p:cNvSpPr>
          <p:nvPr>
            <p:ph type="body"/>
          </p:nvPr>
        </p:nvSpPr>
        <p:spPr>
          <a:xfrm>
            <a:off x="346392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
        <p:nvSpPr>
          <p:cNvPr id="87" name="PlaceHolder 7"/>
          <p:cNvSpPr>
            <a:spLocks noGrp="1"/>
          </p:cNvSpPr>
          <p:nvPr>
            <p:ph type="body"/>
          </p:nvPr>
        </p:nvSpPr>
        <p:spPr>
          <a:xfrm>
            <a:off x="6567480" y="3183480"/>
            <a:ext cx="2955600" cy="1674000"/>
          </a:xfrm>
          <a:prstGeom prst="rect">
            <a:avLst/>
          </a:prstGeom>
        </p:spPr>
        <p:txBody>
          <a:bodyPr lIns="0" tIns="0" rIns="0" bIns="0">
            <a:normAutofit/>
          </a:bodyPr>
          <a:lstStyle/>
          <a:p>
            <a:endParaRPr lang="es-PE" sz="1950" b="1" strike="noStrike" spc="-1">
              <a:solidFill>
                <a:srgbClr val="1C1C1C"/>
              </a:solidFill>
              <a:latin typeface="Source Sans Pro Semibo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CustomShape 1"/>
          <p:cNvSpPr/>
          <p:nvPr/>
        </p:nvSpPr>
        <p:spPr>
          <a:xfrm>
            <a:off x="0" y="180000"/>
            <a:ext cx="9720000" cy="900000"/>
          </a:xfrm>
          <a:prstGeom prst="rect">
            <a:avLst/>
          </a:prstGeom>
          <a:solidFill>
            <a:srgbClr val="C9211E"/>
          </a:solidFill>
          <a:ln w="18000">
            <a:noFill/>
          </a:ln>
        </p:spPr>
        <p:style>
          <a:lnRef idx="0">
            <a:scrgbClr r="0" g="0" b="0"/>
          </a:lnRef>
          <a:fillRef idx="0">
            <a:scrgbClr r="0" g="0" b="0"/>
          </a:fillRef>
          <a:effectRef idx="0">
            <a:scrgbClr r="0" g="0" b="0"/>
          </a:effectRef>
          <a:fontRef idx="minor"/>
        </p:style>
        <p:txBody>
          <a:bodyPr/>
          <a:lstStyle/>
          <a:p>
            <a:endParaRPr lang="es-PE"/>
          </a:p>
        </p:txBody>
      </p:sp>
      <p:sp>
        <p:nvSpPr>
          <p:cNvPr id="11" name="CustomShape 2"/>
          <p:cNvSpPr/>
          <p:nvPr/>
        </p:nvSpPr>
        <p:spPr>
          <a:xfrm>
            <a:off x="7560000" y="5130000"/>
            <a:ext cx="252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txBody>
          <a:bodyPr/>
          <a:lstStyle/>
          <a:p>
            <a:endParaRPr lang="es-PE"/>
          </a:p>
        </p:txBody>
      </p:sp>
      <p:sp>
        <p:nvSpPr>
          <p:cNvPr id="2" name="CustomShape 3"/>
          <p:cNvSpPr/>
          <p:nvPr/>
        </p:nvSpPr>
        <p:spPr>
          <a:xfrm>
            <a:off x="900000" y="5130000"/>
            <a:ext cx="6480000" cy="405000"/>
          </a:xfrm>
          <a:prstGeom prst="rect">
            <a:avLst/>
          </a:prstGeom>
          <a:solidFill>
            <a:srgbClr val="B2B2B2"/>
          </a:solidFill>
          <a:ln w="0">
            <a:solidFill>
              <a:srgbClr val="808080"/>
            </a:solidFill>
          </a:ln>
        </p:spPr>
        <p:style>
          <a:lnRef idx="0">
            <a:scrgbClr r="0" g="0" b="0"/>
          </a:lnRef>
          <a:fillRef idx="0">
            <a:scrgbClr r="0" g="0" b="0"/>
          </a:fillRef>
          <a:effectRef idx="0">
            <a:scrgbClr r="0" g="0" b="0"/>
          </a:effectRef>
          <a:fontRef idx="minor"/>
        </p:style>
        <p:txBody>
          <a:bodyPr/>
          <a:lstStyle/>
          <a:p>
            <a:endParaRPr lang="es-PE"/>
          </a:p>
        </p:txBody>
      </p:sp>
      <p:sp>
        <p:nvSpPr>
          <p:cNvPr id="3" name="CustomShape 4"/>
          <p:cNvSpPr/>
          <p:nvPr/>
        </p:nvSpPr>
        <p:spPr>
          <a:xfrm>
            <a:off x="180000" y="5130000"/>
            <a:ext cx="540000" cy="405000"/>
          </a:xfrm>
          <a:prstGeom prst="rect">
            <a:avLst/>
          </a:prstGeom>
          <a:noFill/>
          <a:ln w="72000">
            <a:noFill/>
          </a:ln>
        </p:spPr>
        <p:style>
          <a:lnRef idx="0">
            <a:scrgbClr r="0" g="0" b="0"/>
          </a:lnRef>
          <a:fillRef idx="0">
            <a:scrgbClr r="0" g="0" b="0"/>
          </a:fillRef>
          <a:effectRef idx="0">
            <a:scrgbClr r="0" g="0" b="0"/>
          </a:effectRef>
          <a:fontRef idx="minor"/>
        </p:style>
        <p:txBody>
          <a:bodyPr/>
          <a:lstStyle/>
          <a:p>
            <a:endParaRPr lang="es-PE"/>
          </a:p>
        </p:txBody>
      </p:sp>
      <p:sp>
        <p:nvSpPr>
          <p:cNvPr id="4" name="PlaceHolder 5"/>
          <p:cNvSpPr>
            <a:spLocks noGrp="1"/>
          </p:cNvSpPr>
          <p:nvPr>
            <p:ph type="title"/>
          </p:nvPr>
        </p:nvSpPr>
        <p:spPr>
          <a:xfrm>
            <a:off x="360000" y="270000"/>
            <a:ext cx="936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5" name="PlaceHolder 6"/>
          <p:cNvSpPr>
            <a:spLocks noGrp="1"/>
          </p:cNvSpPr>
          <p:nvPr>
            <p:ph type="body"/>
          </p:nvPr>
        </p:nvSpPr>
        <p:spPr>
          <a:xfrm>
            <a:off x="360000" y="1350000"/>
            <a:ext cx="9180000" cy="351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6" name="CustomShape 7"/>
          <p:cNvSpPr/>
          <p:nvPr/>
        </p:nvSpPr>
        <p:spPr>
          <a:xfrm>
            <a:off x="180000" y="5130000"/>
            <a:ext cx="540000" cy="405000"/>
          </a:xfrm>
          <a:prstGeom prst="rect">
            <a:avLst/>
          </a:prstGeom>
          <a:solidFill>
            <a:srgbClr val="C9211E"/>
          </a:solidFill>
          <a:ln w="18000">
            <a:noFill/>
          </a:ln>
        </p:spPr>
        <p:style>
          <a:lnRef idx="0">
            <a:scrgbClr r="0" g="0" b="0"/>
          </a:lnRef>
          <a:fillRef idx="0">
            <a:scrgbClr r="0" g="0" b="0"/>
          </a:fillRef>
          <a:effectRef idx="0">
            <a:scrgbClr r="0" g="0" b="0"/>
          </a:effectRef>
          <a:fontRef idx="minor"/>
        </p:style>
        <p:txBody>
          <a:bodyPr/>
          <a:lstStyle/>
          <a:p>
            <a:endParaRPr lang="es-PE"/>
          </a:p>
        </p:txBody>
      </p:sp>
      <p:sp>
        <p:nvSpPr>
          <p:cNvPr id="7" name="PlaceHolder 8"/>
          <p:cNvSpPr>
            <a:spLocks noGrp="1"/>
          </p:cNvSpPr>
          <p:nvPr>
            <p:ph type="sldNum"/>
          </p:nvPr>
        </p:nvSpPr>
        <p:spPr>
          <a:xfrm>
            <a:off x="-180000" y="5130000"/>
            <a:ext cx="1260000" cy="405000"/>
          </a:xfrm>
          <a:prstGeom prst="rect">
            <a:avLst/>
          </a:prstGeom>
        </p:spPr>
        <p:txBody>
          <a:bodyPr lIns="0" tIns="0" rIns="0" bIns="0" anchor="ctr">
            <a:noAutofit/>
          </a:bodyPr>
          <a:lstStyle/>
          <a:p>
            <a:pPr algn="ctr"/>
            <a:fld id="{12CBBC77-FF04-4709-A253-AA514A11DE34}" type="slidenum">
              <a:rPr lang="es-PE" sz="1800" b="1" strike="noStrike" spc="-1">
                <a:solidFill>
                  <a:srgbClr val="FFFFFF"/>
                </a:solidFill>
                <a:latin typeface="Source Sans Pro Black"/>
              </a:rPr>
              <a:t>‹Nº›</a:t>
            </a:fld>
            <a:endParaRPr lang="es-PE" sz="1800" b="1" strike="noStrike" spc="-1">
              <a:solidFill>
                <a:srgbClr val="FFFFFF"/>
              </a:solidFill>
              <a:latin typeface="Source Sans Pro Black"/>
            </a:endParaRPr>
          </a:p>
        </p:txBody>
      </p:sp>
      <p:sp>
        <p:nvSpPr>
          <p:cNvPr id="8" name="PlaceHolder 9"/>
          <p:cNvSpPr>
            <a:spLocks noGrp="1"/>
          </p:cNvSpPr>
          <p:nvPr>
            <p:ph type="ftr"/>
          </p:nvPr>
        </p:nvSpPr>
        <p:spPr>
          <a:xfrm>
            <a:off x="900000" y="5130000"/>
            <a:ext cx="6480000" cy="405000"/>
          </a:xfrm>
          <a:prstGeom prst="rect">
            <a:avLst/>
          </a:prstGeom>
        </p:spPr>
        <p:txBody>
          <a:bodyPr lIns="0" tIns="0" rIns="0" bIns="0" anchor="ctr">
            <a:noAutofit/>
          </a:bodyPr>
          <a:lstStyle/>
          <a:p>
            <a:pPr algn="ctr"/>
            <a:r>
              <a:rPr lang="es-PE" sz="1800" b="1" strike="noStrike" spc="-1">
                <a:solidFill>
                  <a:srgbClr val="FFFFFF"/>
                </a:solidFill>
                <a:latin typeface="Source Sans Pro Black"/>
              </a:rPr>
              <a:t>&lt;pie de página&gt;</a:t>
            </a:r>
          </a:p>
        </p:txBody>
      </p:sp>
      <p:sp>
        <p:nvSpPr>
          <p:cNvPr id="9" name="PlaceHolder 10"/>
          <p:cNvSpPr>
            <a:spLocks noGrp="1"/>
          </p:cNvSpPr>
          <p:nvPr>
            <p:ph type="dt"/>
          </p:nvPr>
        </p:nvSpPr>
        <p:spPr>
          <a:xfrm>
            <a:off x="7560000" y="5130000"/>
            <a:ext cx="2340000" cy="391320"/>
          </a:xfrm>
          <a:prstGeom prst="rect">
            <a:avLst/>
          </a:prstGeom>
        </p:spPr>
        <p:txBody>
          <a:bodyPr lIns="0" tIns="0" rIns="0" bIns="0" anchor="ctr">
            <a:noAutofit/>
          </a:bodyPr>
          <a:lstStyle/>
          <a:p>
            <a:pPr algn="r"/>
            <a:r>
              <a:rPr lang="es-PE" sz="1800" b="1" strike="noStrike" spc="-1">
                <a:solidFill>
                  <a:srgbClr val="FFFFFF"/>
                </a:solidFill>
                <a:latin typeface="Source Sans Pro Black"/>
              </a:rPr>
              <a:t>&lt;fecha/hora&gt;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4" r:id="rId13"/>
    <p:sldLayoutId id="2147483675" r:id="rId14"/>
    <p:sldLayoutId id="2147483676"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 name="CustomShape 1"/>
          <p:cNvSpPr/>
          <p:nvPr/>
        </p:nvSpPr>
        <p:spPr>
          <a:xfrm>
            <a:off x="0" y="1980000"/>
            <a:ext cx="9720000" cy="990000"/>
          </a:xfrm>
          <a:prstGeom prst="rect">
            <a:avLst/>
          </a:prstGeom>
          <a:solidFill>
            <a:srgbClr val="C9211E"/>
          </a:solidFill>
          <a:ln w="18000">
            <a:noFill/>
          </a:ln>
        </p:spPr>
        <p:style>
          <a:lnRef idx="0">
            <a:scrgbClr r="0" g="0" b="0"/>
          </a:lnRef>
          <a:fillRef idx="0">
            <a:scrgbClr r="0" g="0" b="0"/>
          </a:fillRef>
          <a:effectRef idx="0">
            <a:scrgbClr r="0" g="0" b="0"/>
          </a:effectRef>
          <a:fontRef idx="minor"/>
        </p:style>
        <p:txBody>
          <a:bodyPr/>
          <a:lstStyle/>
          <a:p>
            <a:endParaRPr lang="es-PE"/>
          </a:p>
        </p:txBody>
      </p:sp>
      <p:sp>
        <p:nvSpPr>
          <p:cNvPr id="47" name="PlaceHolder 2"/>
          <p:cNvSpPr>
            <a:spLocks noGrp="1"/>
          </p:cNvSpPr>
          <p:nvPr>
            <p:ph type="title"/>
          </p:nvPr>
        </p:nvSpPr>
        <p:spPr>
          <a:xfrm>
            <a:off x="360000" y="2160000"/>
            <a:ext cx="9180000" cy="720000"/>
          </a:xfrm>
          <a:prstGeom prst="rect">
            <a:avLst/>
          </a:prstGeom>
        </p:spPr>
        <p:txBody>
          <a:bodyPr lIns="0" tIns="0" rIns="0" bIns="0" anchor="b">
            <a:noAutofit/>
          </a:bodyPr>
          <a:lstStyle/>
          <a:p>
            <a:r>
              <a:rPr lang="es-PE" sz="2400" b="1" strike="noStrike" spc="-1">
                <a:solidFill>
                  <a:srgbClr val="FFFFFF"/>
                </a:solidFill>
                <a:latin typeface="Source Sans Pro Black"/>
              </a:rPr>
              <a:t>Pulse para editar el formato del texto de título</a:t>
            </a:r>
          </a:p>
        </p:txBody>
      </p:sp>
      <p:sp>
        <p:nvSpPr>
          <p:cNvPr id="48" name="PlaceHolder 3"/>
          <p:cNvSpPr>
            <a:spLocks noGrp="1"/>
          </p:cNvSpPr>
          <p:nvPr>
            <p:ph type="body"/>
          </p:nvPr>
        </p:nvSpPr>
        <p:spPr>
          <a:xfrm>
            <a:off x="540000" y="3150000"/>
            <a:ext cx="9000000" cy="1890000"/>
          </a:xfrm>
          <a:prstGeom prst="rect">
            <a:avLst/>
          </a:prstGeom>
        </p:spPr>
        <p:txBody>
          <a:bodyPr lIns="0" tIns="0" rIns="0" bIns="0">
            <a:normAutofit/>
          </a:bodyPr>
          <a:lstStyle/>
          <a:p>
            <a:pPr>
              <a:spcAft>
                <a:spcPts val="853"/>
              </a:spcAft>
            </a:pPr>
            <a:r>
              <a:rPr lang="es-PE" sz="1950" b="1" strike="noStrike" spc="-1">
                <a:solidFill>
                  <a:srgbClr val="1C1C1C"/>
                </a:solidFill>
                <a:latin typeface="Source Sans Pro Semibold"/>
              </a:rPr>
              <a:t>Pulse para editar el formato de texto del esquema</a:t>
            </a:r>
          </a:p>
          <a:p>
            <a:pPr marL="288000" lvl="1">
              <a:spcAft>
                <a:spcPts val="848"/>
              </a:spcAft>
            </a:pPr>
            <a:r>
              <a:rPr lang="es-PE" sz="1650" b="0" strike="noStrike" spc="-1">
                <a:solidFill>
                  <a:srgbClr val="1C1C1C"/>
                </a:solidFill>
                <a:latin typeface="Source Sans Pro Light"/>
              </a:rPr>
              <a:t>Segundo nivel del esquema</a:t>
            </a:r>
          </a:p>
          <a:p>
            <a:pPr marL="576000" lvl="2">
              <a:spcAft>
                <a:spcPts val="635"/>
              </a:spcAft>
            </a:pPr>
            <a:r>
              <a:rPr lang="es-PE" sz="1350" b="0" strike="noStrike" spc="-1">
                <a:solidFill>
                  <a:srgbClr val="1C1C1C"/>
                </a:solidFill>
                <a:latin typeface="Source Sans Pro Light"/>
              </a:rPr>
              <a:t>Tercer nivel del esquema</a:t>
            </a:r>
          </a:p>
          <a:p>
            <a:pPr marL="864000" lvl="3">
              <a:spcAft>
                <a:spcPts val="425"/>
              </a:spcAft>
            </a:pPr>
            <a:r>
              <a:rPr lang="es-PE" sz="1200" b="0" strike="noStrike" spc="-1">
                <a:solidFill>
                  <a:srgbClr val="1C1C1C"/>
                </a:solidFill>
                <a:latin typeface="Source Sans Pro Light"/>
              </a:rPr>
              <a:t>Cuarto nivel del esquema</a:t>
            </a:r>
          </a:p>
          <a:p>
            <a:pPr marL="1152000" lvl="4">
              <a:spcAft>
                <a:spcPts val="213"/>
              </a:spcAft>
            </a:pPr>
            <a:r>
              <a:rPr lang="es-PE" sz="1200" b="0" strike="noStrike" spc="-1">
                <a:solidFill>
                  <a:srgbClr val="1C1C1C"/>
                </a:solidFill>
                <a:latin typeface="Source Sans Pro Light"/>
              </a:rPr>
              <a:t>Quinto nivel del esquema</a:t>
            </a:r>
          </a:p>
          <a:p>
            <a:pPr marL="1440000" lvl="5">
              <a:spcAft>
                <a:spcPts val="213"/>
              </a:spcAft>
            </a:pPr>
            <a:r>
              <a:rPr lang="es-PE" sz="1200" b="0" strike="noStrike" spc="-1">
                <a:solidFill>
                  <a:srgbClr val="1C1C1C"/>
                </a:solidFill>
                <a:latin typeface="Source Sans Pro Light"/>
              </a:rPr>
              <a:t>Sexto nivel del esquema</a:t>
            </a:r>
          </a:p>
          <a:p>
            <a:pPr marL="1728000" lvl="6">
              <a:spcAft>
                <a:spcPts val="213"/>
              </a:spcAft>
            </a:pPr>
            <a:r>
              <a:rPr lang="es-PE" sz="1200" b="0" strike="noStrike" spc="-1">
                <a:solidFill>
                  <a:srgbClr val="1C1C1C"/>
                </a:solidFill>
                <a:latin typeface="Source Sans Pro Light"/>
              </a:rPr>
              <a:t>Séptimo nivel del esquema</a:t>
            </a:r>
          </a:p>
        </p:txBody>
      </p:sp>
      <p:sp>
        <p:nvSpPr>
          <p:cNvPr id="49" name="PlaceHolder 4"/>
          <p:cNvSpPr>
            <a:spLocks noGrp="1"/>
          </p:cNvSpPr>
          <p:nvPr>
            <p:ph type="dt"/>
          </p:nvPr>
        </p:nvSpPr>
        <p:spPr>
          <a:xfrm>
            <a:off x="7560000" y="5130000"/>
            <a:ext cx="2340000" cy="405000"/>
          </a:xfrm>
          <a:prstGeom prst="rect">
            <a:avLst/>
          </a:prstGeom>
        </p:spPr>
        <p:txBody>
          <a:bodyPr lIns="0" tIns="0" rIns="0" bIns="0" anchor="ctr">
            <a:noAutofit/>
          </a:bodyPr>
          <a:lstStyle/>
          <a:p>
            <a:r>
              <a:rPr lang="es-PE" sz="1800" b="1" strike="noStrike" spc="-1">
                <a:solidFill>
                  <a:srgbClr val="C9211E"/>
                </a:solidFill>
                <a:latin typeface="Source Sans Pro Black"/>
              </a:rPr>
              <a:t>&lt;fecha/hora&gt;</a:t>
            </a:r>
          </a:p>
        </p:txBody>
      </p:sp>
      <p:sp>
        <p:nvSpPr>
          <p:cNvPr id="50" name="PlaceHolder 5"/>
          <p:cNvSpPr>
            <a:spLocks noGrp="1"/>
          </p:cNvSpPr>
          <p:nvPr>
            <p:ph type="ftr"/>
          </p:nvPr>
        </p:nvSpPr>
        <p:spPr>
          <a:xfrm>
            <a:off x="1080000" y="5130000"/>
            <a:ext cx="3240000" cy="405000"/>
          </a:xfrm>
          <a:prstGeom prst="rect">
            <a:avLst/>
          </a:prstGeom>
        </p:spPr>
        <p:txBody>
          <a:bodyPr lIns="0" tIns="0" rIns="0" bIns="0" anchor="ctr">
            <a:noAutofit/>
          </a:bodyPr>
          <a:lstStyle/>
          <a:p>
            <a:pPr algn="ctr"/>
            <a:r>
              <a:rPr lang="es-PE" sz="1800" b="1" strike="noStrike" spc="-1">
                <a:solidFill>
                  <a:srgbClr val="C9211E"/>
                </a:solidFill>
                <a:latin typeface="Source Sans Pro Black"/>
              </a:rPr>
              <a:t>&lt;pie de página&gt;</a:t>
            </a:r>
          </a:p>
        </p:txBody>
      </p:sp>
      <p:sp>
        <p:nvSpPr>
          <p:cNvPr id="51" name="PlaceHolder 6"/>
          <p:cNvSpPr>
            <a:spLocks noGrp="1"/>
          </p:cNvSpPr>
          <p:nvPr>
            <p:ph type="sldNum"/>
          </p:nvPr>
        </p:nvSpPr>
        <p:spPr>
          <a:xfrm>
            <a:off x="180000" y="5130000"/>
            <a:ext cx="540000" cy="405000"/>
          </a:xfrm>
          <a:prstGeom prst="rect">
            <a:avLst/>
          </a:prstGeom>
        </p:spPr>
        <p:txBody>
          <a:bodyPr lIns="0" tIns="0" rIns="0" bIns="0">
            <a:noAutofit/>
          </a:bodyPr>
          <a:lstStyle/>
          <a:p>
            <a:pPr algn="r"/>
            <a:fld id="{9F59E93B-9041-4E2D-BBA0-3680AF12F1B5}" type="slidenum">
              <a:rPr lang="es-PE" sz="1800" b="1" strike="noStrike" spc="-1">
                <a:solidFill>
                  <a:srgbClr val="C9211E"/>
                </a:solidFill>
                <a:latin typeface="Source Sans Pro Black"/>
              </a:rPr>
              <a:t>‹Nº›</a:t>
            </a:fld>
            <a:endParaRPr lang="es-PE" sz="1800" b="1" strike="noStrike" spc="-1">
              <a:solidFill>
                <a:srgbClr val="C9211E"/>
              </a:solidFill>
              <a:latin typeface="Source Sans Pro Black"/>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360000" y="2160000"/>
            <a:ext cx="9180000" cy="720000"/>
          </a:xfrm>
          <a:prstGeom prst="rect">
            <a:avLst/>
          </a:prstGeom>
          <a:noFill/>
          <a:ln w="0">
            <a:noFill/>
          </a:ln>
        </p:spPr>
        <p:txBody>
          <a:bodyPr lIns="0" tIns="0" rIns="0" bIns="0" anchor="b">
            <a:noAutofit/>
          </a:bodyPr>
          <a:lstStyle/>
          <a:p>
            <a:pPr algn="ctr"/>
            <a:r>
              <a:rPr lang="es-PE" sz="2400" b="1" strike="noStrike" spc="-1" dirty="0">
                <a:solidFill>
                  <a:srgbClr val="FFFFFF"/>
                </a:solidFill>
                <a:latin typeface="Source Sans Pro Black"/>
              </a:rPr>
              <a:t>Construcción de ítems de Ciencias Sociales </a:t>
            </a:r>
          </a:p>
          <a:p>
            <a:pPr algn="ctr"/>
            <a:r>
              <a:rPr lang="es-PE" sz="2400" b="1" spc="-1" dirty="0">
                <a:solidFill>
                  <a:srgbClr val="FFFFFF"/>
                </a:solidFill>
                <a:latin typeface="Source Sans Pro Black"/>
              </a:rPr>
              <a:t>según Enfoque por Competencias</a:t>
            </a:r>
            <a:endParaRPr lang="es-PE" sz="2400" b="1" strike="noStrike" spc="-1" dirty="0">
              <a:solidFill>
                <a:srgbClr val="FFFFFF"/>
              </a:solidFill>
              <a:latin typeface="Source Sans Pro Black"/>
            </a:endParaRPr>
          </a:p>
        </p:txBody>
      </p:sp>
      <p:sp>
        <p:nvSpPr>
          <p:cNvPr id="89" name="TextShape 2"/>
          <p:cNvSpPr txBox="1"/>
          <p:nvPr/>
        </p:nvSpPr>
        <p:spPr>
          <a:xfrm>
            <a:off x="540000" y="3150000"/>
            <a:ext cx="9000000" cy="1890000"/>
          </a:xfrm>
          <a:prstGeom prst="rect">
            <a:avLst/>
          </a:prstGeom>
          <a:noFill/>
          <a:ln w="0">
            <a:noFill/>
          </a:ln>
        </p:spPr>
        <p:txBody>
          <a:bodyPr lIns="0" tIns="0" rIns="0" bIns="0">
            <a:noAutofit/>
          </a:bodyPr>
          <a:lstStyle/>
          <a:p>
            <a:pPr algn="ctr"/>
            <a:r>
              <a:rPr lang="es-PE" sz="2200" b="0" strike="noStrike" spc="-1" dirty="0">
                <a:solidFill>
                  <a:srgbClr val="1C1C1C"/>
                </a:solidFill>
                <a:latin typeface="Source Sans Pro Light"/>
              </a:rPr>
              <a:t>Davi</a:t>
            </a:r>
            <a:r>
              <a:rPr lang="es-PE" sz="2200" spc="-1" dirty="0">
                <a:solidFill>
                  <a:srgbClr val="1C1C1C"/>
                </a:solidFill>
                <a:latin typeface="Source Sans Pro Light"/>
              </a:rPr>
              <a:t>d Velásquez Silva</a:t>
            </a:r>
            <a:endParaRPr lang="es-PE" sz="2200" b="0" strike="noStrike" spc="-1" dirty="0">
              <a:solidFill>
                <a:srgbClr val="1C1C1C"/>
              </a:solidFill>
              <a:latin typeface="Source Sans Pro Light"/>
            </a:endParaRPr>
          </a:p>
          <a:p>
            <a:pPr algn="ctr"/>
            <a:r>
              <a:rPr lang="es-PE" sz="2200" b="0" strike="noStrike" spc="-1" dirty="0">
                <a:solidFill>
                  <a:srgbClr val="1C1C1C"/>
                </a:solidFill>
                <a:latin typeface="Source Sans Pro Light"/>
              </a:rPr>
              <a:t>Docente monitor</a:t>
            </a:r>
          </a:p>
          <a:p>
            <a:pPr algn="ctr"/>
            <a:r>
              <a:rPr lang="es-PE" sz="2200" spc="-1" dirty="0">
                <a:solidFill>
                  <a:srgbClr val="1C1C1C"/>
                </a:solidFill>
                <a:latin typeface="Source Sans Pro Light"/>
              </a:rPr>
              <a:t>Viernes 20 de febrero de 2026</a:t>
            </a:r>
            <a:endParaRPr lang="es-PE" sz="2200" b="0" strike="noStrike" spc="-1" dirty="0">
              <a:solidFill>
                <a:srgbClr val="1C1C1C"/>
              </a:solidFill>
              <a:latin typeface="Source Sans Pr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0000" y="411480"/>
            <a:ext cx="9360000" cy="578520"/>
          </a:xfrm>
        </p:spPr>
        <p:txBody>
          <a:bodyPr/>
          <a:lstStyle/>
          <a:p>
            <a:pPr algn="ctr"/>
            <a:r>
              <a:rPr lang="es-MX" sz="2800" b="1" dirty="0">
                <a:solidFill>
                  <a:schemeClr val="bg1"/>
                </a:solidFill>
              </a:rPr>
              <a:t>Introducción: Cambio de modelo</a:t>
            </a:r>
            <a:endParaRPr lang="en-US" sz="2800" b="1" dirty="0">
              <a:solidFill>
                <a:schemeClr val="bg1"/>
              </a:solidFill>
            </a:endParaRPr>
          </a:p>
        </p:txBody>
      </p:sp>
      <p:sp>
        <p:nvSpPr>
          <p:cNvPr id="3" name="Marcador de contenido 2"/>
          <p:cNvSpPr>
            <a:spLocks noGrp="1"/>
          </p:cNvSpPr>
          <p:nvPr>
            <p:ph idx="1"/>
          </p:nvPr>
        </p:nvSpPr>
        <p:spPr>
          <a:xfrm>
            <a:off x="360000" y="1247613"/>
            <a:ext cx="9241200" cy="3696345"/>
          </a:xfrm>
        </p:spPr>
        <p:style>
          <a:lnRef idx="2">
            <a:schemeClr val="accent4"/>
          </a:lnRef>
          <a:fillRef idx="1">
            <a:schemeClr val="lt1"/>
          </a:fillRef>
          <a:effectRef idx="0">
            <a:schemeClr val="accent4"/>
          </a:effectRef>
          <a:fontRef idx="minor">
            <a:schemeClr val="dk1"/>
          </a:fontRef>
        </p:style>
        <p:txBody>
          <a:bodyPr>
            <a:normAutofit lnSpcReduction="10000"/>
          </a:bodyPr>
          <a:lstStyle/>
          <a:p>
            <a:r>
              <a:rPr lang="es-MX" sz="1800" dirty="0"/>
              <a:t>Modificar el tipo de preguntas de las áreas de conocimientos que tradicionalmente se habían orientado a evaluar </a:t>
            </a:r>
            <a:r>
              <a:rPr lang="es-MX" sz="1800" b="1" dirty="0"/>
              <a:t>retención y recuperación de información </a:t>
            </a:r>
            <a:r>
              <a:rPr lang="es-MX" sz="1800" dirty="0"/>
              <a:t>y </a:t>
            </a:r>
            <a:r>
              <a:rPr lang="es-MX" sz="1800" b="1" dirty="0"/>
              <a:t>cultura general </a:t>
            </a:r>
            <a:r>
              <a:rPr lang="es-MX" sz="1800" dirty="0"/>
              <a:t>de los estudiantes.</a:t>
            </a:r>
          </a:p>
          <a:p>
            <a:pPr algn="just"/>
            <a:r>
              <a:rPr lang="es-MX" sz="1800" dirty="0"/>
              <a:t>El </a:t>
            </a:r>
            <a:r>
              <a:rPr lang="es-MX" sz="1800" b="1" i="1" dirty="0"/>
              <a:t>enfoque </a:t>
            </a:r>
            <a:r>
              <a:rPr lang="es-MX" sz="1800" b="1" dirty="0"/>
              <a:t>de preguntas </a:t>
            </a:r>
            <a:r>
              <a:rPr lang="es-MX" sz="1800" b="1" i="1" dirty="0"/>
              <a:t>por competencias</a:t>
            </a:r>
            <a:r>
              <a:rPr lang="es-MX" sz="1800" dirty="0"/>
              <a:t> busca poner de relieve el uso de </a:t>
            </a:r>
            <a:r>
              <a:rPr lang="es-MX" sz="1800" b="1" i="1" dirty="0"/>
              <a:t>Competencias</a:t>
            </a:r>
            <a:r>
              <a:rPr lang="es-MX" sz="1800" dirty="0"/>
              <a:t>, empleando ítems contextualizados y co-textualizados.</a:t>
            </a:r>
          </a:p>
          <a:p>
            <a:r>
              <a:rPr lang="es-MX" sz="1800" dirty="0"/>
              <a:t>El </a:t>
            </a:r>
            <a:r>
              <a:rPr lang="es-MX" sz="1800" b="1" i="1" dirty="0"/>
              <a:t>enfoque </a:t>
            </a:r>
            <a:r>
              <a:rPr lang="es-MX" sz="1800" dirty="0"/>
              <a:t>prioriza la evaluación y discriminación de postulantes que demuestren habilidades o destrezas cognitivas en el procesamiento de información para alcanzar las respuestas correctas. </a:t>
            </a:r>
          </a:p>
          <a:p>
            <a:r>
              <a:rPr lang="es-MX" sz="1800" dirty="0"/>
              <a:t>El modelo permite evaluar competencias respetando el formato clásico de los ítems de </a:t>
            </a:r>
            <a:r>
              <a:rPr lang="es-MX" sz="1800" b="1" dirty="0"/>
              <a:t>selección múltiple (multiple choice)</a:t>
            </a:r>
            <a:r>
              <a:rPr lang="es-MX" sz="1800" dirty="0"/>
              <a:t>. Este formato fue sin duda el </a:t>
            </a:r>
            <a:r>
              <a:rPr lang="es-MX" sz="1800" b="1" dirty="0"/>
              <a:t>principal reto</a:t>
            </a:r>
            <a:r>
              <a:rPr lang="es-MX" sz="1800" dirty="0"/>
              <a:t>, sobre todo en los ítems de los cursos fuertemente ligados a los conocimientos teóricos (Área de “conocimientos”). </a:t>
            </a:r>
          </a:p>
          <a:p>
            <a:r>
              <a:rPr lang="es-MX" sz="1800" dirty="0"/>
              <a:t>El modelo busca adaptar los requerimientos de la </a:t>
            </a:r>
            <a:r>
              <a:rPr lang="es-MX" sz="1800" b="1" dirty="0"/>
              <a:t>filosofía de las competencias </a:t>
            </a:r>
            <a:r>
              <a:rPr lang="es-MX" sz="1800" dirty="0"/>
              <a:t>a las posibilidades de un examen de admisión construido con ítems de </a:t>
            </a:r>
            <a:r>
              <a:rPr lang="es-MX" sz="1800" b="1" dirty="0"/>
              <a:t>selección múltiple.</a:t>
            </a:r>
            <a:endParaRPr lang="en-US" sz="1800" dirty="0"/>
          </a:p>
        </p:txBody>
      </p:sp>
    </p:spTree>
    <p:extLst>
      <p:ext uri="{BB962C8B-B14F-4D97-AF65-F5344CB8AC3E}">
        <p14:creationId xmlns:p14="http://schemas.microsoft.com/office/powerpoint/2010/main" val="1257983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ECB3C-6099-8BF2-9750-249381DDE2AD}"/>
              </a:ext>
            </a:extLst>
          </p:cNvPr>
          <p:cNvSpPr>
            <a:spLocks noGrp="1"/>
          </p:cNvSpPr>
          <p:nvPr>
            <p:ph type="title"/>
          </p:nvPr>
        </p:nvSpPr>
        <p:spPr/>
        <p:txBody>
          <a:bodyPr/>
          <a:lstStyle/>
          <a:p>
            <a:pPr algn="ctr"/>
            <a:r>
              <a:rPr lang="es-ES" sz="2800" b="1" dirty="0">
                <a:solidFill>
                  <a:schemeClr val="bg1"/>
                </a:solidFill>
                <a:latin typeface="Arial (Títulos)"/>
              </a:rPr>
              <a:t>¿Qué es una competencia?</a:t>
            </a:r>
            <a:endParaRPr lang="es-PE" sz="2800" b="1" dirty="0">
              <a:solidFill>
                <a:schemeClr val="bg1"/>
              </a:solidFill>
              <a:latin typeface="Arial (Títulos)"/>
            </a:endParaRPr>
          </a:p>
        </p:txBody>
      </p:sp>
      <p:graphicFrame>
        <p:nvGraphicFramePr>
          <p:cNvPr id="4" name="Marcador de contenido 3">
            <a:extLst>
              <a:ext uri="{FF2B5EF4-FFF2-40B4-BE49-F238E27FC236}">
                <a16:creationId xmlns:a16="http://schemas.microsoft.com/office/drawing/2014/main" id="{09D100D0-6F68-6364-690F-A58985C998DE}"/>
              </a:ext>
            </a:extLst>
          </p:cNvPr>
          <p:cNvGraphicFramePr>
            <a:graphicFrameLocks noGrp="1"/>
          </p:cNvGraphicFramePr>
          <p:nvPr>
            <p:ph idx="1"/>
            <p:extLst>
              <p:ext uri="{D42A27DB-BD31-4B8C-83A1-F6EECF244321}">
                <p14:modId xmlns:p14="http://schemas.microsoft.com/office/powerpoint/2010/main" val="436931104"/>
              </p:ext>
            </p:extLst>
          </p:nvPr>
        </p:nvGraphicFramePr>
        <p:xfrm>
          <a:off x="360000" y="1350000"/>
          <a:ext cx="9180000" cy="35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9750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957F04-8579-496A-E5F2-BEA94C88DB9D}"/>
              </a:ext>
            </a:extLst>
          </p:cNvPr>
          <p:cNvSpPr>
            <a:spLocks noGrp="1"/>
          </p:cNvSpPr>
          <p:nvPr>
            <p:ph type="title"/>
          </p:nvPr>
        </p:nvSpPr>
        <p:spPr>
          <a:xfrm>
            <a:off x="360000" y="270000"/>
            <a:ext cx="9360000" cy="720000"/>
          </a:xfrm>
        </p:spPr>
        <p:txBody>
          <a:bodyPr anchor="b">
            <a:normAutofit/>
          </a:bodyPr>
          <a:lstStyle/>
          <a:p>
            <a:pPr algn="ctr"/>
            <a:r>
              <a:rPr lang="es-ES" sz="2800" b="1">
                <a:solidFill>
                  <a:schemeClr val="bg1"/>
                </a:solidFill>
              </a:rPr>
              <a:t>¿Qué es ser competente?</a:t>
            </a:r>
            <a:endParaRPr lang="es-PE" sz="2800" b="1" dirty="0">
              <a:solidFill>
                <a:schemeClr val="bg1"/>
              </a:solidFill>
            </a:endParaRPr>
          </a:p>
        </p:txBody>
      </p:sp>
      <p:graphicFrame>
        <p:nvGraphicFramePr>
          <p:cNvPr id="4" name="Marcador de contenido 3">
            <a:extLst>
              <a:ext uri="{FF2B5EF4-FFF2-40B4-BE49-F238E27FC236}">
                <a16:creationId xmlns:a16="http://schemas.microsoft.com/office/drawing/2014/main" id="{7AC435E0-9782-BA27-CF44-A2687EFFFA78}"/>
              </a:ext>
            </a:extLst>
          </p:cNvPr>
          <p:cNvGraphicFramePr>
            <a:graphicFrameLocks noGrp="1"/>
          </p:cNvGraphicFramePr>
          <p:nvPr>
            <p:ph idx="1"/>
            <p:extLst>
              <p:ext uri="{D42A27DB-BD31-4B8C-83A1-F6EECF244321}">
                <p14:modId xmlns:p14="http://schemas.microsoft.com/office/powerpoint/2010/main" val="1161695406"/>
              </p:ext>
            </p:extLst>
          </p:nvPr>
        </p:nvGraphicFramePr>
        <p:xfrm>
          <a:off x="360000" y="1350000"/>
          <a:ext cx="9180000" cy="35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1618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D41E008F-C566-4EC1-881A-1B683BFFF4F0}"/>
              </a:ext>
            </a:extLst>
          </p:cNvPr>
          <p:cNvGraphicFramePr/>
          <p:nvPr>
            <p:extLst>
              <p:ext uri="{D42A27DB-BD31-4B8C-83A1-F6EECF244321}">
                <p14:modId xmlns:p14="http://schemas.microsoft.com/office/powerpoint/2010/main" val="2632457508"/>
              </p:ext>
            </p:extLst>
          </p:nvPr>
        </p:nvGraphicFramePr>
        <p:xfrm>
          <a:off x="360000" y="1494238"/>
          <a:ext cx="9360000" cy="3228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ítulo 10">
            <a:extLst>
              <a:ext uri="{FF2B5EF4-FFF2-40B4-BE49-F238E27FC236}">
                <a16:creationId xmlns:a16="http://schemas.microsoft.com/office/drawing/2014/main" id="{A46F734F-1304-2C2A-27F8-520A53449551}"/>
              </a:ext>
            </a:extLst>
          </p:cNvPr>
          <p:cNvSpPr>
            <a:spLocks noGrp="1"/>
          </p:cNvSpPr>
          <p:nvPr>
            <p:ph type="title"/>
          </p:nvPr>
        </p:nvSpPr>
        <p:spPr/>
        <p:txBody>
          <a:bodyPr/>
          <a:lstStyle/>
          <a:p>
            <a:pPr algn="ctr"/>
            <a:r>
              <a:rPr lang="es-ES" sz="2800" b="1" spc="-1" dirty="0">
                <a:solidFill>
                  <a:srgbClr val="FFFFFF"/>
                </a:solidFill>
                <a:latin typeface="Arial (Títulos)"/>
                <a:cs typeface="+mn-cs"/>
              </a:rPr>
              <a:t>Competencias: capacidades</a:t>
            </a:r>
            <a:r>
              <a:rPr lang="es-ES" sz="2800" b="1" spc="-1" dirty="0">
                <a:solidFill>
                  <a:schemeClr val="bg1"/>
                </a:solidFill>
                <a:latin typeface="Arial (Títulos)"/>
                <a:cs typeface="+mn-cs"/>
              </a:rPr>
              <a:t>,</a:t>
            </a:r>
            <a:r>
              <a:rPr lang="es-ES" sz="2800" b="1" dirty="0">
                <a:solidFill>
                  <a:schemeClr val="bg1"/>
                </a:solidFill>
                <a:latin typeface="Arial (Títulos)"/>
              </a:rPr>
              <a:t> habilidades y conocimientos</a:t>
            </a:r>
            <a:endParaRPr lang="es-PE" sz="2800" b="1" dirty="0">
              <a:solidFill>
                <a:schemeClr val="bg1"/>
              </a:solidFill>
              <a:latin typeface="Arial (Títulos)"/>
            </a:endParaRPr>
          </a:p>
        </p:txBody>
      </p:sp>
    </p:spTree>
    <p:extLst>
      <p:ext uri="{BB962C8B-B14F-4D97-AF65-F5344CB8AC3E}">
        <p14:creationId xmlns:p14="http://schemas.microsoft.com/office/powerpoint/2010/main" val="739384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83ECE8C-E203-000F-5C99-BE4CDBC3975F}"/>
              </a:ext>
            </a:extLst>
          </p:cNvPr>
          <p:cNvSpPr>
            <a:spLocks noGrp="1"/>
          </p:cNvSpPr>
          <p:nvPr>
            <p:ph type="title"/>
          </p:nvPr>
        </p:nvSpPr>
        <p:spPr>
          <a:xfrm>
            <a:off x="360000" y="270000"/>
            <a:ext cx="9360000" cy="720000"/>
          </a:xfrm>
        </p:spPr>
        <p:txBody>
          <a:bodyPr/>
          <a:lstStyle/>
          <a:p>
            <a:pPr algn="ctr"/>
            <a:r>
              <a:rPr lang="en-US" sz="2800" b="1" dirty="0" err="1">
                <a:solidFill>
                  <a:schemeClr val="bg1"/>
                </a:solidFill>
              </a:rPr>
              <a:t>Competencias</a:t>
            </a:r>
            <a:r>
              <a:rPr lang="en-US" sz="2800" b="1" dirty="0">
                <a:solidFill>
                  <a:schemeClr val="bg1"/>
                </a:solidFill>
              </a:rPr>
              <a:t> y </a:t>
            </a:r>
            <a:r>
              <a:rPr lang="en-US" sz="2800" b="1" dirty="0" err="1">
                <a:solidFill>
                  <a:schemeClr val="bg1"/>
                </a:solidFill>
              </a:rPr>
              <a:t>capacidades</a:t>
            </a:r>
            <a:r>
              <a:rPr lang="en-US" sz="2800" b="1" dirty="0">
                <a:solidFill>
                  <a:schemeClr val="bg1"/>
                </a:solidFill>
              </a:rPr>
              <a:t> de </a:t>
            </a:r>
            <a:r>
              <a:rPr lang="en-US" sz="2800" b="1" dirty="0" err="1">
                <a:solidFill>
                  <a:schemeClr val="bg1"/>
                </a:solidFill>
              </a:rPr>
              <a:t>cursos</a:t>
            </a:r>
            <a:r>
              <a:rPr lang="en-US" sz="2800" b="1" dirty="0">
                <a:solidFill>
                  <a:schemeClr val="bg1"/>
                </a:solidFill>
              </a:rPr>
              <a:t> de </a:t>
            </a:r>
            <a:r>
              <a:rPr lang="en-US" sz="2800" b="1" dirty="0" err="1">
                <a:solidFill>
                  <a:schemeClr val="bg1"/>
                </a:solidFill>
              </a:rPr>
              <a:t>Ciencias</a:t>
            </a:r>
            <a:r>
              <a:rPr lang="en-US" sz="2800" b="1" dirty="0">
                <a:solidFill>
                  <a:schemeClr val="bg1"/>
                </a:solidFill>
              </a:rPr>
              <a:t> </a:t>
            </a:r>
            <a:r>
              <a:rPr lang="en-US" sz="2800" b="1" dirty="0" err="1">
                <a:solidFill>
                  <a:schemeClr val="bg1"/>
                </a:solidFill>
              </a:rPr>
              <a:t>Sociales</a:t>
            </a:r>
            <a:r>
              <a:rPr lang="en-US" sz="2800" b="1" dirty="0">
                <a:solidFill>
                  <a:schemeClr val="bg1"/>
                </a:solidFill>
              </a:rPr>
              <a:t> de la EBR</a:t>
            </a:r>
          </a:p>
        </p:txBody>
      </p:sp>
      <p:pic>
        <p:nvPicPr>
          <p:cNvPr id="8" name="Imagen 7">
            <a:extLst>
              <a:ext uri="{FF2B5EF4-FFF2-40B4-BE49-F238E27FC236}">
                <a16:creationId xmlns:a16="http://schemas.microsoft.com/office/drawing/2014/main" id="{37ADF81E-10E1-39EB-43A7-7BFAC1D73B2A}"/>
              </a:ext>
            </a:extLst>
          </p:cNvPr>
          <p:cNvPicPr>
            <a:picLocks noChangeAspect="1"/>
          </p:cNvPicPr>
          <p:nvPr/>
        </p:nvPicPr>
        <p:blipFill>
          <a:blip r:embed="rId2"/>
          <a:stretch>
            <a:fillRect/>
          </a:stretch>
        </p:blipFill>
        <p:spPr>
          <a:xfrm>
            <a:off x="1866900" y="1086591"/>
            <a:ext cx="6802314" cy="4013366"/>
          </a:xfrm>
          <a:prstGeom prst="rect">
            <a:avLst/>
          </a:prstGeom>
          <a:noFill/>
        </p:spPr>
      </p:pic>
    </p:spTree>
    <p:extLst>
      <p:ext uri="{BB962C8B-B14F-4D97-AF65-F5344CB8AC3E}">
        <p14:creationId xmlns:p14="http://schemas.microsoft.com/office/powerpoint/2010/main" val="2602218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360000" y="270000"/>
            <a:ext cx="9360000" cy="720000"/>
          </a:xfrm>
          <a:prstGeom prst="rect">
            <a:avLst/>
          </a:prstGeom>
          <a:noFill/>
          <a:ln w="0">
            <a:noFill/>
          </a:ln>
        </p:spPr>
        <p:txBody>
          <a:bodyPr lIns="0" tIns="0" rIns="0" bIns="0" anchor="b">
            <a:noAutofit/>
          </a:bodyPr>
          <a:lstStyle/>
          <a:p>
            <a:pPr algn="ctr">
              <a:lnSpc>
                <a:spcPct val="90000"/>
              </a:lnSpc>
            </a:pPr>
            <a:r>
              <a:rPr lang="es-ES" sz="2800" b="1" strike="noStrike" spc="-1" dirty="0">
                <a:solidFill>
                  <a:srgbClr val="FFFFFF"/>
                </a:solidFill>
                <a:latin typeface="+mj-lt"/>
                <a:ea typeface="DejaVu Sans"/>
              </a:rPr>
              <a:t>Destreza cognitiva</a:t>
            </a:r>
            <a:endParaRPr lang="es-PE" sz="2800" b="1" strike="noStrike" spc="-1" dirty="0">
              <a:solidFill>
                <a:srgbClr val="FFFFFF"/>
              </a:solidFill>
              <a:latin typeface="+mj-lt"/>
            </a:endParaRPr>
          </a:p>
        </p:txBody>
      </p:sp>
      <p:sp>
        <p:nvSpPr>
          <p:cNvPr id="91" name="TextShape 2"/>
          <p:cNvSpPr txBox="1"/>
          <p:nvPr/>
        </p:nvSpPr>
        <p:spPr>
          <a:xfrm>
            <a:off x="360000" y="1350000"/>
            <a:ext cx="9180000" cy="3510000"/>
          </a:xfrm>
          <a:prstGeom prst="rect">
            <a:avLst/>
          </a:prstGeom>
          <a:noFill/>
          <a:ln w="0">
            <a:noFill/>
          </a:ln>
        </p:spPr>
        <p:txBody>
          <a:bodyPr lIns="0" tIns="0" rIns="0" bIns="0">
            <a:normAutofit/>
          </a:bodyPr>
          <a:lstStyle/>
          <a:p>
            <a:pPr algn="just">
              <a:spcAft>
                <a:spcPts val="853"/>
              </a:spcAft>
            </a:pPr>
            <a:r>
              <a:rPr lang="es-PE" sz="1950" b="1" strike="noStrike" spc="-1" dirty="0">
                <a:solidFill>
                  <a:srgbClr val="1C1C1C"/>
                </a:solidFill>
                <a:latin typeface="Source Sans Pro Semibold"/>
              </a:rPr>
              <a:t> </a:t>
            </a:r>
          </a:p>
          <a:p>
            <a:pPr algn="just">
              <a:spcAft>
                <a:spcPts val="853"/>
              </a:spcAft>
            </a:pPr>
            <a:r>
              <a:rPr lang="es-PE" sz="1950" b="1" strike="noStrike" spc="-1" dirty="0">
                <a:solidFill>
                  <a:srgbClr val="1C1C1C"/>
                </a:solidFill>
                <a:latin typeface="Source Sans Pro Semibold"/>
              </a:rPr>
              <a:t>La destreza cognitiva se define como una capacidad mental general que incluye el razonamiento, la resolución de problemas, la planificación, el pensamiento abstracto, la comprensión de ideas complejas y el aprendizaje a partir de la experiencia.</a:t>
            </a:r>
          </a:p>
          <a:p>
            <a:pPr>
              <a:spcAft>
                <a:spcPts val="853"/>
              </a:spcAft>
            </a:pPr>
            <a:r>
              <a:rPr lang="es-PE" sz="1950" b="1" strike="noStrike" spc="-1" dirty="0">
                <a:solidFill>
                  <a:srgbClr val="1C1C1C"/>
                </a:solidFill>
                <a:latin typeface="Source Sans Pro Semibold"/>
              </a:rPr>
              <a:t> </a:t>
            </a:r>
          </a:p>
          <a:p>
            <a:pPr>
              <a:spcAft>
                <a:spcPts val="853"/>
              </a:spcAft>
            </a:pPr>
            <a:r>
              <a:rPr lang="es-PE" sz="1400" b="0" strike="noStrike" spc="-1" dirty="0" err="1">
                <a:solidFill>
                  <a:srgbClr val="1C1C1C"/>
                </a:solidFill>
                <a:latin typeface="Source Sans Pro Semibold"/>
              </a:rPr>
              <a:t>Gottfredson</a:t>
            </a:r>
            <a:r>
              <a:rPr lang="es-PE" sz="1400" b="0" strike="noStrike" spc="-1" dirty="0">
                <a:solidFill>
                  <a:srgbClr val="1C1C1C"/>
                </a:solidFill>
                <a:latin typeface="Source Sans Pro Semibold"/>
              </a:rPr>
              <a:t>, L. (1997). «Mainstream </a:t>
            </a:r>
            <a:r>
              <a:rPr lang="es-PE" sz="1400" b="0" strike="noStrike" spc="-1" dirty="0" err="1">
                <a:solidFill>
                  <a:srgbClr val="1C1C1C"/>
                </a:solidFill>
                <a:latin typeface="Source Sans Pro Semibold"/>
              </a:rPr>
              <a:t>Science</a:t>
            </a:r>
            <a:r>
              <a:rPr lang="es-PE" sz="1400" b="0" strike="noStrike" spc="-1" dirty="0">
                <a:solidFill>
                  <a:srgbClr val="1C1C1C"/>
                </a:solidFill>
                <a:latin typeface="Source Sans Pro Semibold"/>
              </a:rPr>
              <a:t> </a:t>
            </a:r>
            <a:r>
              <a:rPr lang="es-PE" sz="1400" b="0" strike="noStrike" spc="-1" dirty="0" err="1">
                <a:solidFill>
                  <a:srgbClr val="1C1C1C"/>
                </a:solidFill>
                <a:latin typeface="Source Sans Pro Semibold"/>
              </a:rPr>
              <a:t>on</a:t>
            </a:r>
            <a:r>
              <a:rPr lang="es-PE" sz="1400" b="0" strike="noStrike" spc="-1" dirty="0">
                <a:solidFill>
                  <a:srgbClr val="1C1C1C"/>
                </a:solidFill>
                <a:latin typeface="Source Sans Pro Semibold"/>
              </a:rPr>
              <a:t> </a:t>
            </a:r>
            <a:r>
              <a:rPr lang="es-PE" sz="1400" b="0" strike="noStrike" spc="-1" dirty="0" err="1">
                <a:solidFill>
                  <a:srgbClr val="1C1C1C"/>
                </a:solidFill>
                <a:latin typeface="Source Sans Pro Semibold"/>
              </a:rPr>
              <a:t>Intelligence</a:t>
            </a:r>
            <a:r>
              <a:rPr lang="es-PE" sz="1400" b="0" strike="noStrike" spc="-1" dirty="0">
                <a:solidFill>
                  <a:srgbClr val="1C1C1C"/>
                </a:solidFill>
                <a:latin typeface="Source Sans Pro Semibold"/>
              </a:rPr>
              <a:t>» (editorial). </a:t>
            </a:r>
            <a:r>
              <a:rPr lang="es-PE" sz="1400" b="0" strike="noStrike" spc="-1" dirty="0" err="1">
                <a:solidFill>
                  <a:srgbClr val="1C1C1C"/>
                </a:solidFill>
                <a:latin typeface="Source Sans Pro Semibold"/>
              </a:rPr>
              <a:t>Intelligence</a:t>
            </a:r>
            <a:r>
              <a:rPr lang="es-PE" sz="1400" b="0" strike="noStrike" spc="-1" dirty="0">
                <a:solidFill>
                  <a:srgbClr val="1C1C1C"/>
                </a:solidFill>
                <a:latin typeface="Source Sans Pro Semibold"/>
              </a:rPr>
              <a:t>. 24: 13-23.</a:t>
            </a:r>
            <a:endParaRPr lang="es-PE" sz="1400" b="1" strike="noStrike" spc="-1" dirty="0">
              <a:solidFill>
                <a:srgbClr val="1C1C1C"/>
              </a:solidFill>
              <a:latin typeface="Source Sans Pro Semibold"/>
            </a:endParaRPr>
          </a:p>
          <a:p>
            <a:pPr>
              <a:spcAft>
                <a:spcPts val="853"/>
              </a:spcAft>
            </a:pPr>
            <a:r>
              <a:rPr lang="es-PE" sz="1400" b="0" strike="noStrike" spc="-1" dirty="0" err="1">
                <a:solidFill>
                  <a:srgbClr val="1C1C1C"/>
                </a:solidFill>
                <a:latin typeface="Source Sans Pro Semibold"/>
              </a:rPr>
              <a:t>Gottfredson</a:t>
            </a:r>
            <a:r>
              <a:rPr lang="es-PE" sz="1400" b="0" strike="noStrike" spc="-1" dirty="0">
                <a:solidFill>
                  <a:srgbClr val="1C1C1C"/>
                </a:solidFill>
                <a:latin typeface="Source Sans Pro Semibold"/>
              </a:rPr>
              <a:t>, L. S. (1997). </a:t>
            </a:r>
            <a:r>
              <a:rPr lang="es-PE" sz="1400" b="0" strike="noStrike" spc="-1" dirty="0" err="1">
                <a:solidFill>
                  <a:srgbClr val="1C1C1C"/>
                </a:solidFill>
                <a:latin typeface="Source Sans Pro Semibold"/>
              </a:rPr>
              <a:t>Why</a:t>
            </a:r>
            <a:r>
              <a:rPr lang="es-PE" sz="1400" b="0" strike="noStrike" spc="-1" dirty="0">
                <a:solidFill>
                  <a:srgbClr val="1C1C1C"/>
                </a:solidFill>
                <a:latin typeface="Source Sans Pro Semibold"/>
              </a:rPr>
              <a:t> g </a:t>
            </a:r>
            <a:r>
              <a:rPr lang="es-PE" sz="1400" b="0" strike="noStrike" spc="-1" dirty="0" err="1">
                <a:solidFill>
                  <a:srgbClr val="1C1C1C"/>
                </a:solidFill>
                <a:latin typeface="Source Sans Pro Semibold"/>
              </a:rPr>
              <a:t>matters</a:t>
            </a:r>
            <a:r>
              <a:rPr lang="es-PE" sz="1400" b="0" strike="noStrike" spc="-1" dirty="0">
                <a:solidFill>
                  <a:srgbClr val="1C1C1C"/>
                </a:solidFill>
                <a:latin typeface="Source Sans Pro Semibold"/>
              </a:rPr>
              <a:t>: </a:t>
            </a:r>
            <a:r>
              <a:rPr lang="es-PE" sz="1400" b="0" strike="noStrike" spc="-1" dirty="0" err="1">
                <a:solidFill>
                  <a:srgbClr val="1C1C1C"/>
                </a:solidFill>
                <a:latin typeface="Source Sans Pro Semibold"/>
              </a:rPr>
              <a:t>The</a:t>
            </a:r>
            <a:r>
              <a:rPr lang="es-PE" sz="1400" b="0" strike="noStrike" spc="-1" dirty="0">
                <a:solidFill>
                  <a:srgbClr val="1C1C1C"/>
                </a:solidFill>
                <a:latin typeface="Source Sans Pro Semibold"/>
              </a:rPr>
              <a:t> </a:t>
            </a:r>
            <a:r>
              <a:rPr lang="es-PE" sz="1400" b="0" strike="noStrike" spc="-1" dirty="0" err="1">
                <a:solidFill>
                  <a:srgbClr val="1C1C1C"/>
                </a:solidFill>
                <a:latin typeface="Source Sans Pro Semibold"/>
              </a:rPr>
              <a:t>complexity</a:t>
            </a:r>
            <a:r>
              <a:rPr lang="es-PE" sz="1400" b="0" strike="noStrike" spc="-1" dirty="0">
                <a:solidFill>
                  <a:srgbClr val="1C1C1C"/>
                </a:solidFill>
                <a:latin typeface="Source Sans Pro Semibold"/>
              </a:rPr>
              <a:t> </a:t>
            </a:r>
            <a:r>
              <a:rPr lang="es-PE" sz="1400" b="0" strike="noStrike" spc="-1" dirty="0" err="1">
                <a:solidFill>
                  <a:srgbClr val="1C1C1C"/>
                </a:solidFill>
                <a:latin typeface="Source Sans Pro Semibold"/>
              </a:rPr>
              <a:t>of</a:t>
            </a:r>
            <a:r>
              <a:rPr lang="es-PE" sz="1400" b="0" strike="noStrike" spc="-1" dirty="0">
                <a:solidFill>
                  <a:srgbClr val="1C1C1C"/>
                </a:solidFill>
                <a:latin typeface="Source Sans Pro Semibold"/>
              </a:rPr>
              <a:t> </a:t>
            </a:r>
            <a:r>
              <a:rPr lang="es-PE" sz="1400" b="0" strike="noStrike" spc="-1" dirty="0" err="1">
                <a:solidFill>
                  <a:srgbClr val="1C1C1C"/>
                </a:solidFill>
                <a:latin typeface="Source Sans Pro Semibold"/>
              </a:rPr>
              <a:t>everyday</a:t>
            </a:r>
            <a:r>
              <a:rPr lang="es-PE" sz="1400" b="0" strike="noStrike" spc="-1" dirty="0">
                <a:solidFill>
                  <a:srgbClr val="1C1C1C"/>
                </a:solidFill>
                <a:latin typeface="Source Sans Pro Semibold"/>
              </a:rPr>
              <a:t> </a:t>
            </a:r>
            <a:r>
              <a:rPr lang="es-PE" sz="1400" b="0" strike="noStrike" spc="-1" dirty="0" err="1">
                <a:solidFill>
                  <a:srgbClr val="1C1C1C"/>
                </a:solidFill>
                <a:latin typeface="Source Sans Pro Semibold"/>
              </a:rPr>
              <a:t>life</a:t>
            </a:r>
            <a:r>
              <a:rPr lang="es-PE" sz="1400" b="0" strike="noStrike" spc="-1" dirty="0">
                <a:solidFill>
                  <a:srgbClr val="1C1C1C"/>
                </a:solidFill>
                <a:latin typeface="Source Sans Pro Semibold"/>
              </a:rPr>
              <a:t>. </a:t>
            </a:r>
            <a:r>
              <a:rPr lang="es-PE" sz="1400" b="0" strike="noStrike" spc="-1" dirty="0" err="1">
                <a:solidFill>
                  <a:srgbClr val="1C1C1C"/>
                </a:solidFill>
                <a:latin typeface="Source Sans Pro Semibold"/>
              </a:rPr>
              <a:t>Intelligence</a:t>
            </a:r>
            <a:r>
              <a:rPr lang="es-PE" sz="1400" b="0" strike="noStrike" spc="-1" dirty="0">
                <a:solidFill>
                  <a:srgbClr val="1C1C1C"/>
                </a:solidFill>
                <a:latin typeface="Source Sans Pro Semibold"/>
              </a:rPr>
              <a:t>, 24(1), 79-132.</a:t>
            </a:r>
            <a:endParaRPr lang="es-PE" sz="1400" b="1" strike="noStrike" spc="-1" dirty="0">
              <a:solidFill>
                <a:srgbClr val="1C1C1C"/>
              </a:solidFill>
              <a:latin typeface="Source Sans Pro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MX" sz="2800" b="1" dirty="0">
                <a:solidFill>
                  <a:schemeClr val="bg1"/>
                </a:solidFill>
                <a:latin typeface="+mn-lt"/>
              </a:rPr>
              <a:t>Ejercicio de destrezas cognitivas bajo el enfoque por competencias </a:t>
            </a:r>
            <a:endParaRPr lang="en-US" sz="2800" b="1" dirty="0">
              <a:solidFill>
                <a:schemeClr val="bg1"/>
              </a:solidFill>
              <a:latin typeface="+mn-lt"/>
            </a:endParaRPr>
          </a:p>
        </p:txBody>
      </p:sp>
      <p:sp>
        <p:nvSpPr>
          <p:cNvPr id="3" name="Marcador de contenido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r>
              <a:rPr lang="es-MX" sz="1800" dirty="0"/>
              <a:t>El </a:t>
            </a:r>
            <a:r>
              <a:rPr lang="es-MX" sz="1800" b="1" dirty="0"/>
              <a:t>modelo</a:t>
            </a:r>
            <a:r>
              <a:rPr lang="es-MX" sz="1800" dirty="0"/>
              <a:t> obliga a formular una </a:t>
            </a:r>
            <a:r>
              <a:rPr lang="es-MX" sz="1800" b="1" dirty="0"/>
              <a:t>situación problemática </a:t>
            </a:r>
            <a:r>
              <a:rPr lang="es-MX" sz="1800" dirty="0"/>
              <a:t>(pregunta contextualizada o cotextualizada) con el fin de que el postulante, sobre la base de determinadas </a:t>
            </a:r>
            <a:r>
              <a:rPr lang="es-MX" sz="1800" b="1" dirty="0"/>
              <a:t>anclas informativas</a:t>
            </a:r>
            <a:r>
              <a:rPr lang="es-MX" sz="1800" dirty="0"/>
              <a:t>, pueda desplegar los mecanismos cognitivos profundos.</a:t>
            </a:r>
          </a:p>
          <a:p>
            <a:r>
              <a:rPr lang="es-MX" sz="1800" dirty="0"/>
              <a:t>Gracias a las destrezas cognitivas, una </a:t>
            </a:r>
            <a:r>
              <a:rPr lang="es-MX" sz="1800" b="1" dirty="0"/>
              <a:t>red de informaciones </a:t>
            </a:r>
            <a:r>
              <a:rPr lang="es-MX" sz="1800" dirty="0"/>
              <a:t>recibe el estatus de conocimiento, lo que permite desarrollar coherentemente un aprendizaje realmente significativo. </a:t>
            </a:r>
          </a:p>
          <a:p>
            <a:r>
              <a:rPr lang="es-MX" sz="1800" dirty="0"/>
              <a:t>La propuesta incorpora en la formulación de un </a:t>
            </a:r>
            <a:r>
              <a:rPr lang="es-MX" sz="1800" b="1" dirty="0"/>
              <a:t>ítem</a:t>
            </a:r>
            <a:r>
              <a:rPr lang="es-MX" sz="1800" dirty="0"/>
              <a:t> que el estudiante debe ser capaz de ejercitar una </a:t>
            </a:r>
            <a:r>
              <a:rPr lang="es-MX" sz="1800" b="1" dirty="0"/>
              <a:t>destreza cognitiva </a:t>
            </a:r>
            <a:r>
              <a:rPr lang="es-MX" sz="1800" dirty="0"/>
              <a:t>que relacione la información planteada en el enunciado y la </a:t>
            </a:r>
            <a:r>
              <a:rPr lang="es-MX" sz="1800" b="1" dirty="0"/>
              <a:t>clave que encierra la respuesta</a:t>
            </a:r>
            <a:r>
              <a:rPr lang="es-MX" sz="1800" dirty="0"/>
              <a:t>. </a:t>
            </a:r>
          </a:p>
          <a:p>
            <a:endParaRPr lang="es-MX" sz="2400" dirty="0"/>
          </a:p>
          <a:p>
            <a:endParaRPr lang="en-US" dirty="0"/>
          </a:p>
          <a:p>
            <a:endParaRPr lang="en-US" dirty="0"/>
          </a:p>
        </p:txBody>
      </p:sp>
    </p:spTree>
    <p:extLst>
      <p:ext uri="{BB962C8B-B14F-4D97-AF65-F5344CB8AC3E}">
        <p14:creationId xmlns:p14="http://schemas.microsoft.com/office/powerpoint/2010/main" val="1461291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4F6AAF-5343-8D95-6957-DFECF6F8DD75}"/>
              </a:ext>
            </a:extLst>
          </p:cNvPr>
          <p:cNvSpPr>
            <a:spLocks noGrp="1"/>
          </p:cNvSpPr>
          <p:nvPr>
            <p:ph type="title"/>
          </p:nvPr>
        </p:nvSpPr>
        <p:spPr/>
        <p:txBody>
          <a:bodyPr/>
          <a:lstStyle/>
          <a:p>
            <a:pPr algn="ctr"/>
            <a:r>
              <a:rPr lang="es-ES" sz="2800" b="1" dirty="0">
                <a:solidFill>
                  <a:schemeClr val="bg1"/>
                </a:solidFill>
              </a:rPr>
              <a:t>Taxonomía de Bloom</a:t>
            </a:r>
            <a:endParaRPr lang="es-PE" sz="2800" b="1" dirty="0">
              <a:solidFill>
                <a:schemeClr val="bg1"/>
              </a:solidFill>
            </a:endParaRPr>
          </a:p>
        </p:txBody>
      </p:sp>
      <p:graphicFrame>
        <p:nvGraphicFramePr>
          <p:cNvPr id="4" name="Marcador de contenido 3">
            <a:extLst>
              <a:ext uri="{FF2B5EF4-FFF2-40B4-BE49-F238E27FC236}">
                <a16:creationId xmlns:a16="http://schemas.microsoft.com/office/drawing/2014/main" id="{24EE112C-CEAB-0B1B-ED7B-FFF5214E2A46}"/>
              </a:ext>
            </a:extLst>
          </p:cNvPr>
          <p:cNvGraphicFramePr>
            <a:graphicFrameLocks noGrp="1"/>
          </p:cNvGraphicFramePr>
          <p:nvPr>
            <p:ph idx="1"/>
            <p:extLst>
              <p:ext uri="{D42A27DB-BD31-4B8C-83A1-F6EECF244321}">
                <p14:modId xmlns:p14="http://schemas.microsoft.com/office/powerpoint/2010/main" val="3361687464"/>
              </p:ext>
            </p:extLst>
          </p:nvPr>
        </p:nvGraphicFramePr>
        <p:xfrm>
          <a:off x="360000" y="1350000"/>
          <a:ext cx="9180000" cy="35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9531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3E1F4A9-35EC-DD10-DC39-EFF6A183DE5F}"/>
              </a:ext>
            </a:extLst>
          </p:cNvPr>
          <p:cNvSpPr>
            <a:spLocks noGrp="1"/>
          </p:cNvSpPr>
          <p:nvPr>
            <p:ph type="title"/>
          </p:nvPr>
        </p:nvSpPr>
        <p:spPr>
          <a:xfrm>
            <a:off x="360000" y="270000"/>
            <a:ext cx="9360000" cy="720000"/>
          </a:xfrm>
        </p:spPr>
        <p:txBody>
          <a:bodyPr/>
          <a:lstStyle/>
          <a:p>
            <a:pPr algn="ctr"/>
            <a:r>
              <a:rPr lang="en-US" sz="2800" b="1" dirty="0" err="1">
                <a:solidFill>
                  <a:schemeClr val="bg1"/>
                </a:solidFill>
              </a:rPr>
              <a:t>Taxonomía</a:t>
            </a:r>
            <a:r>
              <a:rPr lang="en-US" sz="2800" b="1" dirty="0">
                <a:solidFill>
                  <a:schemeClr val="bg1"/>
                </a:solidFill>
              </a:rPr>
              <a:t> de Bloom, </a:t>
            </a:r>
            <a:r>
              <a:rPr lang="en-US" sz="2800" b="1" dirty="0" err="1">
                <a:solidFill>
                  <a:schemeClr val="bg1"/>
                </a:solidFill>
              </a:rPr>
              <a:t>destrezas</a:t>
            </a:r>
            <a:r>
              <a:rPr lang="en-US" sz="2800" b="1" dirty="0">
                <a:solidFill>
                  <a:schemeClr val="bg1"/>
                </a:solidFill>
              </a:rPr>
              <a:t> y </a:t>
            </a:r>
            <a:r>
              <a:rPr lang="en-US" sz="2800" b="1" dirty="0" err="1">
                <a:solidFill>
                  <a:schemeClr val="bg1"/>
                </a:solidFill>
              </a:rPr>
              <a:t>actividades</a:t>
            </a:r>
            <a:endParaRPr lang="en-US" sz="2800" b="1" dirty="0">
              <a:solidFill>
                <a:schemeClr val="bg1"/>
              </a:solidFill>
            </a:endParaRPr>
          </a:p>
        </p:txBody>
      </p:sp>
      <p:pic>
        <p:nvPicPr>
          <p:cNvPr id="5" name="Imagen 4">
            <a:extLst>
              <a:ext uri="{FF2B5EF4-FFF2-40B4-BE49-F238E27FC236}">
                <a16:creationId xmlns:a16="http://schemas.microsoft.com/office/drawing/2014/main" id="{72935492-6243-8795-6F5B-F0DC7F907AAE}"/>
              </a:ext>
            </a:extLst>
          </p:cNvPr>
          <p:cNvPicPr>
            <a:picLocks noChangeAspect="1"/>
          </p:cNvPicPr>
          <p:nvPr/>
        </p:nvPicPr>
        <p:blipFill>
          <a:blip r:embed="rId2"/>
          <a:stretch>
            <a:fillRect/>
          </a:stretch>
        </p:blipFill>
        <p:spPr>
          <a:xfrm>
            <a:off x="1195990" y="1350000"/>
            <a:ext cx="7508020" cy="3510000"/>
          </a:xfrm>
          <a:prstGeom prst="rect">
            <a:avLst/>
          </a:prstGeom>
          <a:noFill/>
        </p:spPr>
      </p:pic>
    </p:spTree>
    <p:extLst>
      <p:ext uri="{BB962C8B-B14F-4D97-AF65-F5344CB8AC3E}">
        <p14:creationId xmlns:p14="http://schemas.microsoft.com/office/powerpoint/2010/main" val="282516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Shape 1"/>
          <p:cNvSpPr txBox="1"/>
          <p:nvPr/>
        </p:nvSpPr>
        <p:spPr>
          <a:xfrm>
            <a:off x="360000" y="270000"/>
            <a:ext cx="9360000" cy="720000"/>
          </a:xfrm>
          <a:prstGeom prst="rect">
            <a:avLst/>
          </a:prstGeom>
          <a:noFill/>
          <a:ln w="0">
            <a:noFill/>
          </a:ln>
        </p:spPr>
        <p:txBody>
          <a:bodyPr lIns="0" tIns="0" rIns="0" bIns="0" anchor="b">
            <a:noAutofit/>
          </a:bodyPr>
          <a:lstStyle/>
          <a:p>
            <a:pPr algn="ctr"/>
            <a:r>
              <a:rPr lang="es-PE" sz="2400" b="1" strike="noStrike" spc="-1" dirty="0">
                <a:solidFill>
                  <a:srgbClr val="FFFFFF"/>
                </a:solidFill>
                <a:latin typeface="Arial (Títulos)"/>
              </a:rPr>
              <a:t>Criterios para la construcción de ítems</a:t>
            </a:r>
          </a:p>
        </p:txBody>
      </p:sp>
      <p:pic>
        <p:nvPicPr>
          <p:cNvPr id="105" name="Imagen 104"/>
          <p:cNvPicPr/>
          <p:nvPr/>
        </p:nvPicPr>
        <p:blipFill>
          <a:blip r:embed="rId2"/>
          <a:stretch/>
        </p:blipFill>
        <p:spPr>
          <a:xfrm>
            <a:off x="143424" y="990000"/>
            <a:ext cx="9417542" cy="4101379"/>
          </a:xfrm>
          <a:prstGeom prst="rect">
            <a:avLst/>
          </a:prstGeom>
          <a:ln w="1800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sz="2646" b="1" dirty="0">
                <a:solidFill>
                  <a:schemeClr val="bg1"/>
                </a:solidFill>
                <a:latin typeface="+mn-lt"/>
              </a:rPr>
              <a:t>Destrezas cognitivas</a:t>
            </a:r>
            <a:endParaRPr lang="en-US" sz="2646" b="1" dirty="0">
              <a:solidFill>
                <a:schemeClr val="bg1"/>
              </a:solidFill>
              <a:latin typeface="+mn-lt"/>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641401364"/>
              </p:ext>
            </p:extLst>
          </p:nvPr>
        </p:nvGraphicFramePr>
        <p:xfrm>
          <a:off x="360000" y="1082040"/>
          <a:ext cx="9264060" cy="3947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4408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sz="2646" b="1" dirty="0">
                <a:solidFill>
                  <a:schemeClr val="bg1"/>
                </a:solidFill>
                <a:latin typeface="+mn-lt"/>
              </a:rPr>
              <a:t>¿Cómo </a:t>
            </a:r>
            <a:r>
              <a:rPr lang="es-MX" sz="2646" b="1" u="sng" dirty="0">
                <a:solidFill>
                  <a:schemeClr val="bg1"/>
                </a:solidFill>
                <a:latin typeface="+mn-lt"/>
              </a:rPr>
              <a:t>no</a:t>
            </a:r>
            <a:r>
              <a:rPr lang="es-MX" sz="2646" b="1" dirty="0">
                <a:solidFill>
                  <a:schemeClr val="bg1"/>
                </a:solidFill>
                <a:latin typeface="+mn-lt"/>
              </a:rPr>
              <a:t> se debe hacer un ítem según el modelo por competencias?</a:t>
            </a:r>
            <a:endParaRPr lang="en-US" sz="2646" b="1" dirty="0">
              <a:solidFill>
                <a:schemeClr val="bg1"/>
              </a:solidFill>
              <a:latin typeface="+mn-lt"/>
            </a:endParaRPr>
          </a:p>
        </p:txBody>
      </p:sp>
      <p:sp>
        <p:nvSpPr>
          <p:cNvPr id="3" name="Marcador de contenido 2"/>
          <p:cNvSpPr>
            <a:spLocks noGrp="1"/>
          </p:cNvSpPr>
          <p:nvPr>
            <p:ph idx="1"/>
          </p:nvPr>
        </p:nvSpPr>
        <p:spPr/>
        <p:txBody>
          <a:bodyPr>
            <a:normAutofit fontScale="92500" lnSpcReduction="10000"/>
          </a:bodyPr>
          <a:lstStyle/>
          <a:p>
            <a:r>
              <a:rPr lang="es-MX" sz="1700" dirty="0"/>
              <a:t>Para que el ítem mida adecuadamente el nivel de destrezas cognitivas, conviene ampliar el abanico de formulación de preguntas, lo que implica abandonar el clásico modelo de oración incompleta</a:t>
            </a:r>
            <a:r>
              <a:rPr lang="es-MX" sz="2600" dirty="0"/>
              <a:t>. </a:t>
            </a:r>
          </a:p>
          <a:p>
            <a:pPr marL="0" indent="0">
              <a:buNone/>
            </a:pPr>
            <a:endParaRPr lang="es-MX" dirty="0"/>
          </a:p>
          <a:p>
            <a:endParaRPr lang="es-MX" dirty="0"/>
          </a:p>
          <a:p>
            <a:endParaRPr lang="es-MX" dirty="0"/>
          </a:p>
          <a:p>
            <a:r>
              <a:rPr lang="es-MX" sz="1900" dirty="0"/>
              <a:t>Aunque este ítem puede ser </a:t>
            </a:r>
            <a:r>
              <a:rPr lang="es-MX" sz="1900" b="1" dirty="0"/>
              <a:t>formalmente correcto</a:t>
            </a:r>
            <a:r>
              <a:rPr lang="es-MX" sz="1900" dirty="0"/>
              <a:t> (debido a su carácter puntual y exacto), </a:t>
            </a:r>
            <a:r>
              <a:rPr lang="es-MX" sz="1900" b="1" dirty="0"/>
              <a:t>no es una buena herramienta </a:t>
            </a:r>
            <a:r>
              <a:rPr lang="es-MX" sz="1900" dirty="0"/>
              <a:t>para la </a:t>
            </a:r>
            <a:r>
              <a:rPr lang="es-MX" sz="1900" b="1" dirty="0"/>
              <a:t>evaluación de las destrezas cognitivas</a:t>
            </a:r>
            <a:r>
              <a:rPr lang="es-MX" sz="1900" dirty="0"/>
              <a:t>, en la medida en que evalúa solamente retención de información. </a:t>
            </a:r>
          </a:p>
          <a:p>
            <a:r>
              <a:rPr lang="es-MX" sz="1900" dirty="0"/>
              <a:t>La adecuada respuesta de este ítem no permite inferir que el postulante haya aplicado su maquinaria mental de destrezas cognitivas. </a:t>
            </a:r>
          </a:p>
          <a:p>
            <a:endParaRPr lang="en-US" dirty="0"/>
          </a:p>
        </p:txBody>
      </p:sp>
      <p:sp>
        <p:nvSpPr>
          <p:cNvPr id="5" name="Rectángulo 4"/>
          <p:cNvSpPr/>
          <p:nvPr/>
        </p:nvSpPr>
        <p:spPr>
          <a:xfrm>
            <a:off x="1397862" y="2336126"/>
            <a:ext cx="7284900" cy="7843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88" dirty="0" err="1">
                <a:solidFill>
                  <a:schemeClr val="tx1"/>
                </a:solidFill>
              </a:rPr>
              <a:t>Pariacaca</a:t>
            </a:r>
            <a:r>
              <a:rPr lang="es-MX" sz="1488" dirty="0">
                <a:solidFill>
                  <a:schemeClr val="tx1"/>
                </a:solidFill>
              </a:rPr>
              <a:t> fue el dios andino de </a:t>
            </a:r>
          </a:p>
          <a:p>
            <a:endParaRPr lang="es-MX" sz="1488" dirty="0">
              <a:solidFill>
                <a:schemeClr val="tx1"/>
              </a:solidFill>
            </a:endParaRPr>
          </a:p>
          <a:p>
            <a:pPr marL="283510" indent="-283510">
              <a:buAutoNum type="alphaUcParenR"/>
            </a:pPr>
            <a:r>
              <a:rPr lang="es-MX" sz="1488" dirty="0">
                <a:solidFill>
                  <a:schemeClr val="tx1"/>
                </a:solidFill>
              </a:rPr>
              <a:t>la fertilidad.       B) las lluvias torrenciales.*      C) la pesca.       D) la caza.</a:t>
            </a:r>
          </a:p>
          <a:p>
            <a:pPr marL="283510" indent="-283510">
              <a:buAutoNum type="alphaUcParenR"/>
            </a:pPr>
            <a:r>
              <a:rPr lang="es-MX" sz="1488" dirty="0"/>
              <a:t> </a:t>
            </a:r>
          </a:p>
        </p:txBody>
      </p:sp>
    </p:spTree>
    <p:extLst>
      <p:ext uri="{BB962C8B-B14F-4D97-AF65-F5344CB8AC3E}">
        <p14:creationId xmlns:p14="http://schemas.microsoft.com/office/powerpoint/2010/main" val="1406250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sz="2646" b="1" dirty="0">
                <a:solidFill>
                  <a:schemeClr val="bg1"/>
                </a:solidFill>
                <a:latin typeface="+mn-lt"/>
              </a:rPr>
              <a:t>Sobre el enunciado (Contexto y/o </a:t>
            </a:r>
            <a:r>
              <a:rPr lang="es-MX" sz="2646" b="1" dirty="0" err="1">
                <a:solidFill>
                  <a:schemeClr val="bg1"/>
                </a:solidFill>
                <a:latin typeface="+mn-lt"/>
              </a:rPr>
              <a:t>Cotexto</a:t>
            </a:r>
            <a:r>
              <a:rPr lang="es-MX" sz="2646" b="1" dirty="0">
                <a:solidFill>
                  <a:schemeClr val="bg1"/>
                </a:solidFill>
                <a:latin typeface="+mn-lt"/>
              </a:rPr>
              <a:t>)</a:t>
            </a:r>
            <a:endParaRPr lang="en-US" sz="2646" b="1" dirty="0">
              <a:solidFill>
                <a:schemeClr val="bg1"/>
              </a:solidFill>
              <a:latin typeface="+mn-lt"/>
            </a:endParaRPr>
          </a:p>
        </p:txBody>
      </p:sp>
      <p:sp>
        <p:nvSpPr>
          <p:cNvPr id="3" name="Marcador de contenido 2"/>
          <p:cNvSpPr>
            <a:spLocks noGrp="1"/>
          </p:cNvSpPr>
          <p:nvPr>
            <p:ph idx="1"/>
          </p:nvPr>
        </p:nvSpPr>
        <p:spPr>
          <a:xfrm>
            <a:off x="693043" y="1397999"/>
            <a:ext cx="8694539" cy="2822564"/>
          </a:xfrm>
        </p:spPr>
        <p:txBody>
          <a:bodyPr>
            <a:normAutofit fontScale="92500" lnSpcReduction="10000"/>
          </a:bodyPr>
          <a:lstStyle/>
          <a:p>
            <a:r>
              <a:rPr lang="es-MX" sz="1800" dirty="0"/>
              <a:t>El </a:t>
            </a:r>
            <a:r>
              <a:rPr lang="es-MX" sz="1800" b="1" dirty="0"/>
              <a:t>enunciado del ítem </a:t>
            </a:r>
            <a:r>
              <a:rPr lang="es-MX" sz="1800" dirty="0"/>
              <a:t>no debe quedarse en la abstracción, sino más bien debe consignar aspectos ligados con la </a:t>
            </a:r>
            <a:r>
              <a:rPr lang="es-MX" sz="1800" b="1" dirty="0"/>
              <a:t>contextualización o cotextualización </a:t>
            </a:r>
            <a:r>
              <a:rPr lang="es-MX" sz="1800" dirty="0"/>
              <a:t>del problema que se va a abordar. </a:t>
            </a:r>
          </a:p>
          <a:p>
            <a:r>
              <a:rPr lang="es-MX" sz="1800" dirty="0"/>
              <a:t>Por </a:t>
            </a:r>
            <a:r>
              <a:rPr lang="es-MX" sz="1800" b="1" dirty="0"/>
              <a:t>contexto</a:t>
            </a:r>
            <a:r>
              <a:rPr lang="es-MX" sz="1800" dirty="0"/>
              <a:t> se debe comprender una situación problemática que </a:t>
            </a:r>
            <a:r>
              <a:rPr lang="es-MX" sz="1800" b="1" dirty="0"/>
              <a:t>se verifica en la realidad.</a:t>
            </a:r>
            <a:endParaRPr lang="es-MX" sz="1800" dirty="0"/>
          </a:p>
          <a:p>
            <a:r>
              <a:rPr lang="es-MX" sz="1800" b="1" dirty="0"/>
              <a:t>Por cotexto</a:t>
            </a:r>
            <a:r>
              <a:rPr lang="es-MX" sz="1800" dirty="0"/>
              <a:t>, en cambio, nos referimos al conjunto de elementos propios de un </a:t>
            </a:r>
            <a:r>
              <a:rPr lang="es-MX" sz="1800" b="1" dirty="0"/>
              <a:t>área determinada </a:t>
            </a:r>
            <a:r>
              <a:rPr lang="es-MX" sz="1800" dirty="0"/>
              <a:t>de conocimiento, que se emplea con la finalidad de situar una pregunta o situación problemática determinada.</a:t>
            </a:r>
          </a:p>
          <a:p>
            <a:r>
              <a:rPr lang="es-MX" sz="1800" dirty="0"/>
              <a:t>El cotexto es </a:t>
            </a:r>
            <a:r>
              <a:rPr lang="es-MX" sz="1800" b="1" dirty="0"/>
              <a:t>ese conjunto de elementos significantes </a:t>
            </a:r>
            <a:r>
              <a:rPr lang="es-MX" sz="1800" dirty="0"/>
              <a:t>que acompaña a la pregunta formulada o al problema planteado, que no solo alude a enunciados lingüísticos, sino también considera gráficos, las imágenes.</a:t>
            </a:r>
            <a:endParaRPr lang="en-US" sz="1800" dirty="0"/>
          </a:p>
        </p:txBody>
      </p:sp>
      <p:sp>
        <p:nvSpPr>
          <p:cNvPr id="4" name="Rectángulo 3"/>
          <p:cNvSpPr/>
          <p:nvPr/>
        </p:nvSpPr>
        <p:spPr>
          <a:xfrm>
            <a:off x="1303020" y="4360059"/>
            <a:ext cx="8084562" cy="5370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88" dirty="0">
                <a:solidFill>
                  <a:schemeClr val="tx1"/>
                </a:solidFill>
              </a:rPr>
              <a:t>CONTEXTO (y/o COTEXTO) + INFORMACIÓN = </a:t>
            </a:r>
            <a:r>
              <a:rPr lang="es-MX" sz="1488" b="1" dirty="0">
                <a:solidFill>
                  <a:schemeClr val="tx1"/>
                </a:solidFill>
              </a:rPr>
              <a:t>PREGUNTA DESTREZAS COGNITIVAS</a:t>
            </a:r>
          </a:p>
        </p:txBody>
      </p:sp>
    </p:spTree>
    <p:extLst>
      <p:ext uri="{BB962C8B-B14F-4D97-AF65-F5344CB8AC3E}">
        <p14:creationId xmlns:p14="http://schemas.microsoft.com/office/powerpoint/2010/main" val="1295736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612EE05-C35B-46C6-90AD-7BAD6891BD86}"/>
              </a:ext>
            </a:extLst>
          </p:cNvPr>
          <p:cNvSpPr>
            <a:spLocks noGrp="1"/>
          </p:cNvSpPr>
          <p:nvPr>
            <p:ph type="title"/>
          </p:nvPr>
        </p:nvSpPr>
        <p:spPr/>
        <p:txBody>
          <a:bodyPr/>
          <a:lstStyle/>
          <a:p>
            <a:r>
              <a:rPr lang="es-MX" sz="3600" dirty="0">
                <a:solidFill>
                  <a:schemeClr val="bg1"/>
                </a:solidFill>
              </a:rPr>
              <a:t>Ejemplo de un contexto / </a:t>
            </a:r>
            <a:r>
              <a:rPr lang="es-MX" sz="3600" dirty="0" err="1">
                <a:solidFill>
                  <a:schemeClr val="bg1"/>
                </a:solidFill>
              </a:rPr>
              <a:t>cotexto</a:t>
            </a:r>
            <a:endParaRPr lang="es-PE" sz="3600" dirty="0">
              <a:solidFill>
                <a:schemeClr val="bg1"/>
              </a:solidFill>
            </a:endParaRPr>
          </a:p>
        </p:txBody>
      </p:sp>
      <p:pic>
        <p:nvPicPr>
          <p:cNvPr id="9" name="Imagen 8">
            <a:extLst>
              <a:ext uri="{FF2B5EF4-FFF2-40B4-BE49-F238E27FC236}">
                <a16:creationId xmlns:a16="http://schemas.microsoft.com/office/drawing/2014/main" id="{997A69D5-D340-4BCB-BBDF-38CBAB82EB1D}"/>
              </a:ext>
            </a:extLst>
          </p:cNvPr>
          <p:cNvPicPr>
            <a:picLocks noChangeAspect="1"/>
          </p:cNvPicPr>
          <p:nvPr/>
        </p:nvPicPr>
        <p:blipFill>
          <a:blip r:embed="rId2"/>
          <a:stretch>
            <a:fillRect/>
          </a:stretch>
        </p:blipFill>
        <p:spPr>
          <a:xfrm>
            <a:off x="5241146" y="1350000"/>
            <a:ext cx="4412722" cy="2749260"/>
          </a:xfrm>
          <a:prstGeom prst="rect">
            <a:avLst/>
          </a:prstGeom>
        </p:spPr>
      </p:pic>
      <p:sp>
        <p:nvSpPr>
          <p:cNvPr id="7" name="Marcador de texto 5">
            <a:extLst>
              <a:ext uri="{FF2B5EF4-FFF2-40B4-BE49-F238E27FC236}">
                <a16:creationId xmlns:a16="http://schemas.microsoft.com/office/drawing/2014/main" id="{E25D3D32-8A32-409A-BBFA-FC9EED5F6183}"/>
              </a:ext>
            </a:extLst>
          </p:cNvPr>
          <p:cNvSpPr>
            <a:spLocks noGrp="1"/>
          </p:cNvSpPr>
          <p:nvPr>
            <p:ph type="body"/>
          </p:nvPr>
        </p:nvSpPr>
        <p:spPr>
          <a:xfrm>
            <a:off x="360363" y="1349375"/>
            <a:ext cx="4478337" cy="3509963"/>
          </a:xfrm>
        </p:spPr>
        <p:txBody>
          <a:bodyPr>
            <a:noAutofit/>
          </a:bodyPr>
          <a:lstStyle/>
          <a:p>
            <a:pPr marL="0" indent="0" algn="just">
              <a:buNone/>
            </a:pPr>
            <a:r>
              <a:rPr lang="es-MX" sz="1200" dirty="0"/>
              <a:t>En la imagen se representa, esquemáticamente, un feudo medieval en el que se aprecia el castillo del señor y su reserva, de un lado; así como la aldea campesina, rodeada por los mansos y las tierras comunales, del otro. Mientras que el señor, desde su castillo, ofrecía protección a los campesinos, estos quedaban obligados a cumplir una serie de derechos feudales en favor de aquel, como </a:t>
            </a:r>
          </a:p>
          <a:p>
            <a:pPr marL="0" indent="0" algn="just">
              <a:buNone/>
            </a:pPr>
            <a:endParaRPr lang="es-MX" sz="1200" dirty="0"/>
          </a:p>
          <a:p>
            <a:pPr marL="0" indent="0">
              <a:buNone/>
            </a:pPr>
            <a:r>
              <a:rPr lang="es-MX" sz="1200" dirty="0"/>
              <a:t>A) el pastoreo del ganado señorial en las aldeas campesinas. </a:t>
            </a:r>
          </a:p>
          <a:p>
            <a:pPr marL="0" indent="0">
              <a:buNone/>
            </a:pPr>
            <a:r>
              <a:rPr lang="es-MX" sz="1200" dirty="0"/>
              <a:t>B) la tala de madera para el señor en los mansos aldeanos. </a:t>
            </a:r>
          </a:p>
          <a:p>
            <a:pPr marL="0" indent="0">
              <a:buNone/>
            </a:pPr>
            <a:r>
              <a:rPr lang="es-MX" sz="1200" dirty="0"/>
              <a:t>C) el trabajo gratuito en las tierras de la reserva señorial.  </a:t>
            </a:r>
          </a:p>
          <a:p>
            <a:pPr marL="0" indent="0">
              <a:buNone/>
            </a:pPr>
            <a:r>
              <a:rPr lang="es-MX" sz="1200" dirty="0"/>
              <a:t>D) la siembra de alimentos campesinos en la reserva señorial. </a:t>
            </a:r>
          </a:p>
          <a:p>
            <a:pPr marL="0" indent="0">
              <a:buNone/>
            </a:pPr>
            <a:endParaRPr lang="es-MX" sz="1200" dirty="0"/>
          </a:p>
          <a:p>
            <a:pPr marL="0" indent="0">
              <a:buNone/>
            </a:pPr>
            <a:r>
              <a:rPr lang="es-MX" sz="1200" b="1" dirty="0"/>
              <a:t>Solución</a:t>
            </a:r>
          </a:p>
          <a:p>
            <a:pPr marL="0" indent="0" algn="just">
              <a:buNone/>
            </a:pPr>
            <a:r>
              <a:rPr lang="es-MX" sz="1200" dirty="0"/>
              <a:t>La Europa feudal fue una sociedad desigual, donde los hombres se encontraban sometidos a los señores por diversas prestaciones personales. Mientras que los señores protegían las aldeas campesinas y sus mansos (parcelas agrícolas) del ataque de otros señores, los campesinos quedaban obligados a prestar diversos servicios al señor en forma de derechos feudales, como el trabajo gratuito cultivando las tierras de la reserva señorial.</a:t>
            </a:r>
            <a:endParaRPr lang="es-PE" sz="1200" dirty="0"/>
          </a:p>
        </p:txBody>
      </p:sp>
    </p:spTree>
    <p:extLst>
      <p:ext uri="{BB962C8B-B14F-4D97-AF65-F5344CB8AC3E}">
        <p14:creationId xmlns:p14="http://schemas.microsoft.com/office/powerpoint/2010/main" val="2568789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sz="2646" b="1" dirty="0">
                <a:solidFill>
                  <a:schemeClr val="bg1"/>
                </a:solidFill>
                <a:latin typeface="+mn-lt"/>
              </a:rPr>
              <a:t>Normas formales para elaborar ítems</a:t>
            </a:r>
            <a:endParaRPr lang="en-US" sz="2646" b="1" dirty="0">
              <a:solidFill>
                <a:schemeClr val="bg1"/>
              </a:solidFill>
              <a:latin typeface="+mn-lt"/>
            </a:endParaRPr>
          </a:p>
        </p:txBody>
      </p:sp>
      <p:sp>
        <p:nvSpPr>
          <p:cNvPr id="3" name="Marcador de contenido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s-MX" sz="1800" dirty="0"/>
              <a:t>Quedan vigentes las normas tradicionales respecto de forma y contenido que no entren en contradicción con este objetivo medular: </a:t>
            </a:r>
          </a:p>
          <a:p>
            <a:r>
              <a:rPr lang="es-MX" sz="1800" dirty="0"/>
              <a:t>El ítem debe evaluar </a:t>
            </a:r>
            <a:r>
              <a:rPr lang="es-MX" sz="1800" b="1" dirty="0"/>
              <a:t>contenidos</a:t>
            </a:r>
            <a:r>
              <a:rPr lang="es-MX" sz="1800" dirty="0"/>
              <a:t> pertinentes y relevantes desarrollados en los </a:t>
            </a:r>
            <a:r>
              <a:rPr lang="es-MX" sz="1800" b="1" dirty="0"/>
              <a:t>programas de la EBR</a:t>
            </a:r>
            <a:r>
              <a:rPr lang="es-MX" sz="1800" dirty="0"/>
              <a:t>, asi como  los de los temarios aprobados en el </a:t>
            </a:r>
            <a:r>
              <a:rPr lang="es-MX" sz="1800" b="1" dirty="0"/>
              <a:t>Reglamento de Admisión</a:t>
            </a:r>
            <a:r>
              <a:rPr lang="es-MX" sz="1800" dirty="0"/>
              <a:t>. </a:t>
            </a:r>
          </a:p>
          <a:p>
            <a:r>
              <a:rPr lang="es-MX" sz="1800" dirty="0"/>
              <a:t>El </a:t>
            </a:r>
            <a:r>
              <a:rPr lang="es-MX" sz="1800" b="1" dirty="0"/>
              <a:t>enunciado</a:t>
            </a:r>
            <a:r>
              <a:rPr lang="es-MX" sz="1800" dirty="0"/>
              <a:t> sea </a:t>
            </a:r>
            <a:r>
              <a:rPr lang="es-MX" sz="1800" b="1" dirty="0"/>
              <a:t>pulcro</a:t>
            </a:r>
            <a:r>
              <a:rPr lang="es-MX" sz="1800" dirty="0"/>
              <a:t> gramaticalmente y ortográficamente.</a:t>
            </a:r>
          </a:p>
          <a:p>
            <a:r>
              <a:rPr lang="es-MX" sz="1800" dirty="0"/>
              <a:t>La longitud de las </a:t>
            </a:r>
            <a:r>
              <a:rPr lang="es-MX" sz="1800" b="1" dirty="0"/>
              <a:t>alternativas</a:t>
            </a:r>
            <a:r>
              <a:rPr lang="es-MX" sz="1800" dirty="0"/>
              <a:t> sea homogénea.</a:t>
            </a:r>
          </a:p>
          <a:p>
            <a:r>
              <a:rPr lang="es-MX" sz="1800" dirty="0"/>
              <a:t>Los </a:t>
            </a:r>
            <a:r>
              <a:rPr lang="es-MX" sz="1800" b="1" dirty="0"/>
              <a:t>distractores</a:t>
            </a:r>
            <a:r>
              <a:rPr lang="es-MX" sz="1800" dirty="0"/>
              <a:t> cumplan con su cometido y </a:t>
            </a:r>
            <a:r>
              <a:rPr lang="es-MX" sz="1800" b="1" dirty="0"/>
              <a:t>no se descarten </a:t>
            </a:r>
            <a:r>
              <a:rPr lang="es-MX" sz="1800" dirty="0"/>
              <a:t>con demasiada </a:t>
            </a:r>
            <a:r>
              <a:rPr lang="es-MX" sz="1800" b="1" dirty="0"/>
              <a:t>facilidad</a:t>
            </a:r>
            <a:r>
              <a:rPr lang="es-MX" sz="1800" dirty="0"/>
              <a:t>. </a:t>
            </a:r>
          </a:p>
          <a:p>
            <a:pPr marL="0" indent="0">
              <a:buNone/>
            </a:pPr>
            <a:endParaRPr lang="es-MX" dirty="0"/>
          </a:p>
          <a:p>
            <a:endParaRPr lang="en-US" dirty="0"/>
          </a:p>
        </p:txBody>
      </p:sp>
    </p:spTree>
    <p:extLst>
      <p:ext uri="{BB962C8B-B14F-4D97-AF65-F5344CB8AC3E}">
        <p14:creationId xmlns:p14="http://schemas.microsoft.com/office/powerpoint/2010/main" val="3586770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7714563" cy="726707"/>
          </a:xfrm>
        </p:spPr>
        <p:txBody>
          <a:bodyPr>
            <a:noAutofit/>
          </a:bodyPr>
          <a:lstStyle/>
          <a:p>
            <a:pPr algn="ctr"/>
            <a:r>
              <a:rPr lang="es-PE" sz="2600" b="1" dirty="0">
                <a:solidFill>
                  <a:schemeClr val="bg1"/>
                </a:solidFill>
              </a:rPr>
              <a:t>Criterios tradicionales para la graduación de niveles de dificultad de los ítems</a:t>
            </a:r>
          </a:p>
        </p:txBody>
      </p:sp>
      <p:sp>
        <p:nvSpPr>
          <p:cNvPr id="3" name="Marcador de contenido 2"/>
          <p:cNvSpPr>
            <a:spLocks noGrp="1"/>
          </p:cNvSpPr>
          <p:nvPr>
            <p:ph idx="1"/>
          </p:nvPr>
        </p:nvSpPr>
        <p:spPr/>
        <p:txBody>
          <a:bodyPr>
            <a:normAutofit/>
          </a:bodyPr>
          <a:lstStyle/>
          <a:p>
            <a:r>
              <a:rPr lang="es-ES" sz="2000" dirty="0"/>
              <a:t>En las áreas disciplinares, el nivel de dificultad de las preguntas de las pruebas de admisión estuvo dirigido a medir el grado de amplitud de conocimientos, de erudición, así como las habilidades de cálculo de los estudiantes. </a:t>
            </a:r>
          </a:p>
          <a:p>
            <a:endParaRPr lang="es-ES" sz="2000" dirty="0"/>
          </a:p>
          <a:p>
            <a:r>
              <a:rPr lang="es-MX" sz="2000" dirty="0"/>
              <a:t>Por mucho tiempo, la capacidad de memorización y recuperación de información, o el ejercicio de habilidades de cálculo fueron los criterios con los cuales se evaluó a los postulantes en los exámenes de admisión. </a:t>
            </a:r>
            <a:endParaRPr lang="es-ES" sz="2000" dirty="0"/>
          </a:p>
          <a:p>
            <a:endParaRPr lang="es-PE" dirty="0"/>
          </a:p>
        </p:txBody>
      </p:sp>
    </p:spTree>
    <p:extLst>
      <p:ext uri="{BB962C8B-B14F-4D97-AF65-F5344CB8AC3E}">
        <p14:creationId xmlns:p14="http://schemas.microsoft.com/office/powerpoint/2010/main" val="1182144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7884909" cy="711467"/>
          </a:xfrm>
        </p:spPr>
        <p:txBody>
          <a:bodyPr/>
          <a:lstStyle/>
          <a:p>
            <a:pPr algn="ctr"/>
            <a:r>
              <a:rPr lang="es-MX" sz="2600" b="1" dirty="0">
                <a:solidFill>
                  <a:schemeClr val="bg1"/>
                </a:solidFill>
              </a:rPr>
              <a:t>Dimensiones para graduar niveles de dificultad según el enfoque por competencias</a:t>
            </a:r>
            <a:endParaRPr lang="en-US" sz="2600" b="1" dirty="0">
              <a:solidFill>
                <a:schemeClr val="bg1"/>
              </a:solidFill>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438432063"/>
              </p:ext>
            </p:extLst>
          </p:nvPr>
        </p:nvGraphicFramePr>
        <p:xfrm>
          <a:off x="693043" y="3048415"/>
          <a:ext cx="8694539" cy="24450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ángulo 4"/>
          <p:cNvSpPr/>
          <p:nvPr/>
        </p:nvSpPr>
        <p:spPr>
          <a:xfrm>
            <a:off x="721864" y="1445212"/>
            <a:ext cx="8636897"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s-MX" dirty="0"/>
              <a:t>Por el contrario, bajo el enfoque por competencias la dificultad debe ser el resultado de la complejidad de los procedimientos mentales y conocimientos necesarios para resolver la pregunta. En ese sentido, la información dispuesta en el enunciado, como en las alternativas, debe exigir del estudiante conocimientos previos, así como una serie de operaciones mentales con las que pueda hallar su conexión. </a:t>
            </a:r>
          </a:p>
        </p:txBody>
      </p:sp>
    </p:spTree>
    <p:extLst>
      <p:ext uri="{BB962C8B-B14F-4D97-AF65-F5344CB8AC3E}">
        <p14:creationId xmlns:p14="http://schemas.microsoft.com/office/powerpoint/2010/main" val="4150795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2" y="301993"/>
            <a:ext cx="7609341" cy="711467"/>
          </a:xfrm>
        </p:spPr>
        <p:txBody>
          <a:bodyPr>
            <a:noAutofit/>
          </a:bodyPr>
          <a:lstStyle/>
          <a:p>
            <a:pPr algn="ctr"/>
            <a:r>
              <a:rPr lang="es-MX" sz="2600" b="1" dirty="0">
                <a:solidFill>
                  <a:schemeClr val="bg1"/>
                </a:solidFill>
              </a:rPr>
              <a:t>Conocimiento de contenidos temáticos de las asignaturas </a:t>
            </a:r>
            <a:endParaRPr lang="en-US" sz="2600" b="1" dirty="0">
              <a:solidFill>
                <a:schemeClr val="bg1"/>
              </a:solidFill>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733496981"/>
              </p:ext>
            </p:extLst>
          </p:nvPr>
        </p:nvGraphicFramePr>
        <p:xfrm>
          <a:off x="693042" y="1311448"/>
          <a:ext cx="8694539" cy="3597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4350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lvl="0"/>
            <a:br>
              <a:rPr lang="en-US" dirty="0"/>
            </a:br>
            <a:endParaRPr lang="en-US"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996157259"/>
              </p:ext>
            </p:extLst>
          </p:nvPr>
        </p:nvGraphicFramePr>
        <p:xfrm>
          <a:off x="693043" y="1509568"/>
          <a:ext cx="8694539" cy="3597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ángulo 4"/>
          <p:cNvSpPr/>
          <p:nvPr/>
        </p:nvSpPr>
        <p:spPr>
          <a:xfrm>
            <a:off x="693043" y="364422"/>
            <a:ext cx="8552044" cy="646331"/>
          </a:xfrm>
          <a:prstGeom prst="rect">
            <a:avLst/>
          </a:prstGeom>
        </p:spPr>
        <p:txBody>
          <a:bodyPr wrap="square">
            <a:spAutoFit/>
          </a:bodyPr>
          <a:lstStyle/>
          <a:p>
            <a:r>
              <a:rPr lang="es-MX" dirty="0">
                <a:solidFill>
                  <a:schemeClr val="bg1"/>
                </a:solidFill>
              </a:rPr>
              <a:t>Considerando la amplitud de las asignaturas y la diversidad de los contenidos temáticos, grosso modo, estos pueden clasificarse en dos grupos: </a:t>
            </a:r>
            <a:endParaRPr lang="en-US" dirty="0">
              <a:solidFill>
                <a:schemeClr val="bg1"/>
              </a:solidFill>
            </a:endParaRPr>
          </a:p>
        </p:txBody>
      </p:sp>
    </p:spTree>
    <p:extLst>
      <p:ext uri="{BB962C8B-B14F-4D97-AF65-F5344CB8AC3E}">
        <p14:creationId xmlns:p14="http://schemas.microsoft.com/office/powerpoint/2010/main" val="220491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2675673220"/>
              </p:ext>
            </p:extLst>
          </p:nvPr>
        </p:nvGraphicFramePr>
        <p:xfrm>
          <a:off x="693043" y="1127759"/>
          <a:ext cx="8694539" cy="4285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2400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0243" y="279134"/>
            <a:ext cx="7333772" cy="615014"/>
          </a:xfrm>
        </p:spPr>
        <p:txBody>
          <a:bodyPr>
            <a:noAutofit/>
          </a:bodyPr>
          <a:lstStyle/>
          <a:p>
            <a:pPr algn="ctr"/>
            <a:r>
              <a:rPr lang="es-MX" sz="2400" b="1" dirty="0">
                <a:solidFill>
                  <a:schemeClr val="bg1"/>
                </a:solidFill>
              </a:rPr>
              <a:t>Graduación de dificultad por contenidos temáticos de las asignaturas</a:t>
            </a:r>
            <a:endParaRPr lang="en-US" sz="3600" b="1" dirty="0">
              <a:solidFill>
                <a:schemeClr val="bg1"/>
              </a:solidFill>
            </a:endParaRPr>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196196537"/>
              </p:ext>
            </p:extLst>
          </p:nvPr>
        </p:nvGraphicFramePr>
        <p:xfrm>
          <a:off x="693043" y="989395"/>
          <a:ext cx="8694539" cy="4600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0082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34E45A-0A63-4CC8-8CDA-8BD8B8EECE7C}"/>
              </a:ext>
            </a:extLst>
          </p:cNvPr>
          <p:cNvSpPr>
            <a:spLocks noGrp="1"/>
          </p:cNvSpPr>
          <p:nvPr>
            <p:ph type="title"/>
          </p:nvPr>
        </p:nvSpPr>
        <p:spPr/>
        <p:txBody>
          <a:bodyPr/>
          <a:lstStyle/>
          <a:p>
            <a:pPr algn="ctr"/>
            <a:r>
              <a:rPr lang="es-MX" sz="2800" b="1" dirty="0">
                <a:solidFill>
                  <a:schemeClr val="bg1"/>
                </a:solidFill>
              </a:rPr>
              <a:t>Complejidad de la información</a:t>
            </a:r>
            <a:endParaRPr lang="es-PE" sz="2800" b="1" dirty="0">
              <a:solidFill>
                <a:schemeClr val="bg1"/>
              </a:solidFill>
            </a:endParaRPr>
          </a:p>
        </p:txBody>
      </p:sp>
      <p:sp>
        <p:nvSpPr>
          <p:cNvPr id="3" name="Marcador de contenido 2">
            <a:extLst>
              <a:ext uri="{FF2B5EF4-FFF2-40B4-BE49-F238E27FC236}">
                <a16:creationId xmlns:a16="http://schemas.microsoft.com/office/drawing/2014/main" id="{959D8242-710A-4E7C-9E8C-C6AC3C7B1EEA}"/>
              </a:ext>
            </a:extLst>
          </p:cNvPr>
          <p:cNvSpPr>
            <a:spLocks noGrp="1"/>
          </p:cNvSpPr>
          <p:nvPr>
            <p:ph idx="1"/>
          </p:nvPr>
        </p:nvSpPr>
        <p:spPr/>
        <p:txBody>
          <a:bodyPr>
            <a:normAutofit fontScale="47500" lnSpcReduction="20000"/>
          </a:bodyPr>
          <a:lstStyle/>
          <a:p>
            <a:pPr marL="0" indent="0">
              <a:buNone/>
            </a:pPr>
            <a:r>
              <a:rPr lang="es-MX" dirty="0"/>
              <a:t>Desde las reformas de Deng </a:t>
            </a:r>
            <a:r>
              <a:rPr lang="es-MX" dirty="0" err="1"/>
              <a:t>Xiaoping</a:t>
            </a:r>
            <a:r>
              <a:rPr lang="es-MX" dirty="0"/>
              <a:t>, China ha ido parcialmente alejándose del modelo fundado por la revolución de Mao </a:t>
            </a:r>
            <a:r>
              <a:rPr lang="es-MX" dirty="0" err="1"/>
              <a:t>Tse</a:t>
            </a:r>
            <a:r>
              <a:rPr lang="es-MX" dirty="0"/>
              <a:t>-Tung. Actualmente, algunos analistas consideran que en este país conviven características de los modelos comunista y capitalista. Esta consideración se funda en que China, por un lado, </a:t>
            </a:r>
          </a:p>
          <a:p>
            <a:pPr marL="514350" indent="-514350">
              <a:buAutoNum type="alphaUcParenR"/>
            </a:pPr>
            <a:r>
              <a:rPr lang="es-MX" dirty="0"/>
              <a:t>es gobernada solo por el Partido Comunista, pero, por otro, su economía acepta la propiedad privada, la inversión extranjera y la apertura comercial. *</a:t>
            </a:r>
          </a:p>
          <a:p>
            <a:pPr marL="514350" indent="-514350">
              <a:buAutoNum type="alphaUcParenR"/>
            </a:pPr>
            <a:r>
              <a:rPr lang="es-MX" dirty="0"/>
              <a:t>cuenta con un sistema de partido único y, por otro, su economía es de pleno libre mercado, sin intervención alguna del Estado ni del Partido Comunista. </a:t>
            </a:r>
          </a:p>
          <a:p>
            <a:pPr marL="514350" indent="-514350">
              <a:buAutoNum type="alphaUcParenR"/>
            </a:pPr>
            <a:r>
              <a:rPr lang="es-MX" dirty="0"/>
              <a:t>posee un sistema político liberal y competitivo y, por otro, su mercado laboral y de inversiones se ajusta al modelo de economía centralmente planificada. </a:t>
            </a:r>
          </a:p>
          <a:p>
            <a:pPr marL="514350" indent="-514350">
              <a:buAutoNum type="alphaUcParenR"/>
            </a:pPr>
            <a:r>
              <a:rPr lang="es-MX" dirty="0"/>
              <a:t>es regida por el Partido Socialista, pero, por otro, su economía se basa en la propiedad privada y en la exportación exclusiva de materias primas. </a:t>
            </a:r>
          </a:p>
          <a:p>
            <a:pPr marL="0" indent="0">
              <a:buNone/>
            </a:pPr>
            <a:r>
              <a:rPr lang="es-MX" b="1" dirty="0"/>
              <a:t>Solución</a:t>
            </a:r>
          </a:p>
          <a:p>
            <a:pPr marL="0" indent="0" algn="just">
              <a:buNone/>
            </a:pPr>
            <a:r>
              <a:rPr lang="es-MX" dirty="0"/>
              <a:t>Desde las reformas liberalizadoras de Deng </a:t>
            </a:r>
            <a:r>
              <a:rPr lang="es-MX" dirty="0" err="1"/>
              <a:t>Xiaping</a:t>
            </a:r>
            <a:r>
              <a:rPr lang="es-MX" dirty="0"/>
              <a:t>, China abandonó progresivamente su economía centralmente planificada. Esta se rige actualmente por principios propios de la economía capitalista, como la propiedad privada, la inversión extranjera y la apertura al comercio internacional, aunque ello no impide que el Estado chino mantenga un rol activo en la economía, como propietario de empresas, así como en su planificación. Un rasgo propio del comunismo fundado por Mao </a:t>
            </a:r>
            <a:r>
              <a:rPr lang="es-MX" dirty="0" err="1"/>
              <a:t>Tse</a:t>
            </a:r>
            <a:r>
              <a:rPr lang="es-MX" dirty="0"/>
              <a:t>-Tung, aún presente, es el dominio del país por el Partido Comunista Chino, como partido hegemónico.</a:t>
            </a:r>
            <a:endParaRPr lang="es-PE" dirty="0"/>
          </a:p>
        </p:txBody>
      </p:sp>
    </p:spTree>
    <p:extLst>
      <p:ext uri="{BB962C8B-B14F-4D97-AF65-F5344CB8AC3E}">
        <p14:creationId xmlns:p14="http://schemas.microsoft.com/office/powerpoint/2010/main" val="3186180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sz="2976" b="1" dirty="0">
                <a:solidFill>
                  <a:schemeClr val="bg1"/>
                </a:solidFill>
              </a:rPr>
              <a:t>Ejercicio de </a:t>
            </a:r>
            <a:r>
              <a:rPr lang="es-MX" sz="2976" b="1" i="1" dirty="0">
                <a:solidFill>
                  <a:schemeClr val="bg1"/>
                </a:solidFill>
              </a:rPr>
              <a:t>competencias</a:t>
            </a:r>
            <a:endParaRPr lang="en-US" sz="2976" b="1" i="1" dirty="0">
              <a:solidFill>
                <a:schemeClr val="bg1"/>
              </a:solidFill>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4247452965"/>
              </p:ext>
            </p:extLst>
          </p:nvPr>
        </p:nvGraphicFramePr>
        <p:xfrm>
          <a:off x="693043" y="1243691"/>
          <a:ext cx="8694539" cy="3863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8335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3600" b="1" dirty="0">
                <a:solidFill>
                  <a:schemeClr val="bg1"/>
                </a:solidFill>
              </a:rPr>
              <a:t>Aplicación</a:t>
            </a:r>
            <a:endParaRPr lang="en-US" sz="3600" b="1" dirty="0">
              <a:solidFill>
                <a:schemeClr val="bg1"/>
              </a:solidFill>
            </a:endParaRPr>
          </a:p>
        </p:txBody>
      </p:sp>
      <p:sp>
        <p:nvSpPr>
          <p:cNvPr id="3" name="Marcador de contenido 2"/>
          <p:cNvSpPr>
            <a:spLocks noGrp="1"/>
          </p:cNvSpPr>
          <p:nvPr>
            <p:ph sz="half" idx="1"/>
          </p:nvPr>
        </p:nvSpPr>
        <p:spPr>
          <a:xfrm>
            <a:off x="693043" y="1219961"/>
            <a:ext cx="4284266" cy="3597912"/>
          </a:xfrm>
        </p:spPr>
        <p:style>
          <a:lnRef idx="2">
            <a:schemeClr val="accent1"/>
          </a:lnRef>
          <a:fillRef idx="1">
            <a:schemeClr val="lt1"/>
          </a:fillRef>
          <a:effectRef idx="0">
            <a:schemeClr val="accent1"/>
          </a:effectRef>
          <a:fontRef idx="minor">
            <a:schemeClr val="dk1"/>
          </a:fontRef>
        </p:style>
        <p:txBody>
          <a:bodyPr>
            <a:normAutofit fontScale="92500"/>
          </a:bodyPr>
          <a:lstStyle/>
          <a:p>
            <a:r>
              <a:rPr lang="es-MX" sz="2200" dirty="0"/>
              <a:t>El alumno selecciona, transfiere y utiliza datos los procesa por medio de algoritmos, métodos, principios, axiomas, conceptos y/o procedimientos para completar un problema o tarea. </a:t>
            </a:r>
          </a:p>
          <a:p>
            <a:r>
              <a:rPr lang="es-MX" sz="2200" dirty="0"/>
              <a:t>Utiliza la información que ha recibido en situaciones nuevas y concretas para resolver problemas. </a:t>
            </a:r>
            <a:endParaRPr lang="en-US" sz="2200" dirty="0"/>
          </a:p>
          <a:p>
            <a:r>
              <a:rPr lang="es-MX" sz="2200" dirty="0"/>
              <a:t>Utiliza las habilidades adquiridas a nuevas situaciones que se le presentan. </a:t>
            </a:r>
          </a:p>
          <a:p>
            <a:endParaRPr lang="es-MX" dirty="0"/>
          </a:p>
          <a:p>
            <a:pPr marL="0" indent="0">
              <a:buNone/>
            </a:pPr>
            <a:endParaRPr lang="es-MX" dirty="0"/>
          </a:p>
        </p:txBody>
      </p:sp>
      <p:sp>
        <p:nvSpPr>
          <p:cNvPr id="4" name="Marcador de contenido 3"/>
          <p:cNvSpPr>
            <a:spLocks noGrp="1"/>
          </p:cNvSpPr>
          <p:nvPr>
            <p:ph sz="half" idx="2"/>
          </p:nvPr>
        </p:nvSpPr>
        <p:spPr>
          <a:xfrm>
            <a:off x="5103316" y="1219961"/>
            <a:ext cx="4284266" cy="3597912"/>
          </a:xfrm>
        </p:spPr>
        <p:style>
          <a:lnRef idx="2">
            <a:schemeClr val="accent2"/>
          </a:lnRef>
          <a:fillRef idx="1">
            <a:schemeClr val="lt1"/>
          </a:fillRef>
          <a:effectRef idx="0">
            <a:schemeClr val="accent2"/>
          </a:effectRef>
          <a:fontRef idx="minor">
            <a:schemeClr val="dk1"/>
          </a:fontRef>
        </p:style>
        <p:txBody>
          <a:bodyPr>
            <a:normAutofit fontScale="92500"/>
          </a:bodyPr>
          <a:lstStyle/>
          <a:p>
            <a:pPr marL="0" indent="0">
              <a:buNone/>
            </a:pPr>
            <a:r>
              <a:rPr lang="es-MX" sz="2200" dirty="0"/>
              <a:t>El nivel de dificultad se puede graduar en función de</a:t>
            </a:r>
          </a:p>
          <a:p>
            <a:r>
              <a:rPr lang="es-MX" sz="2200" dirty="0"/>
              <a:t>el número de elementos a los que se debe aplicar un algoritmo, método, concepto y/o procedimiento.</a:t>
            </a:r>
            <a:endParaRPr lang="en-US" sz="2200" dirty="0"/>
          </a:p>
          <a:p>
            <a:r>
              <a:rPr lang="es-MX" sz="2200" dirty="0"/>
              <a:t>la complejidad del algoritmo, método, concepto y/o procedimiento que debe ser aplicado al caso propuesto; esto es, el número de pasos que se deben realizar para ejecutarlo.</a:t>
            </a:r>
            <a:endParaRPr lang="en-US" sz="2200" dirty="0"/>
          </a:p>
          <a:p>
            <a:endParaRPr lang="en-US" dirty="0"/>
          </a:p>
        </p:txBody>
      </p:sp>
    </p:spTree>
    <p:extLst>
      <p:ext uri="{BB962C8B-B14F-4D97-AF65-F5344CB8AC3E}">
        <p14:creationId xmlns:p14="http://schemas.microsoft.com/office/powerpoint/2010/main" val="282397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3600" b="1" dirty="0">
                <a:solidFill>
                  <a:schemeClr val="bg1"/>
                </a:solidFill>
              </a:rPr>
              <a:t>Análisis</a:t>
            </a:r>
            <a:endParaRPr lang="en-US" sz="3600" b="1" dirty="0">
              <a:solidFill>
                <a:schemeClr val="bg1"/>
              </a:solidFill>
            </a:endParaRPr>
          </a:p>
        </p:txBody>
      </p:sp>
      <p:sp>
        <p:nvSpPr>
          <p:cNvPr id="3" name="Marcador de contenido 2"/>
          <p:cNvSpPr>
            <a:spLocks noGrp="1"/>
          </p:cNvSpPr>
          <p:nvPr>
            <p:ph sz="half" idx="1"/>
          </p:nvPr>
        </p:nvSpPr>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p>
            <a:r>
              <a:rPr lang="es-MX" dirty="0"/>
              <a:t>El alumno distingue, clasifica y relaciona evidencias o estructuras de un hecho o de una pregunta.</a:t>
            </a:r>
          </a:p>
          <a:p>
            <a:r>
              <a:rPr lang="es-MX" dirty="0"/>
              <a:t>Intenta entender la estructura de la organización del material informativo examinando las partes de les que se compone. </a:t>
            </a:r>
          </a:p>
          <a:p>
            <a:r>
              <a:rPr lang="es-MX" dirty="0"/>
              <a:t>La información le sirve para desarrollar inferencias, deductivas o inductivas. </a:t>
            </a:r>
            <a:endParaRPr lang="en-US" dirty="0"/>
          </a:p>
        </p:txBody>
      </p:sp>
      <p:sp>
        <p:nvSpPr>
          <p:cNvPr id="4" name="Marcador de contenido 3"/>
          <p:cNvSpPr>
            <a:spLocks noGrp="1"/>
          </p:cNvSpPr>
          <p:nvPr>
            <p:ph sz="half" idx="2"/>
          </p:nvPr>
        </p:nvSpPr>
        <p:spPr/>
        <p:style>
          <a:lnRef idx="2">
            <a:schemeClr val="accent4"/>
          </a:lnRef>
          <a:fillRef idx="1">
            <a:schemeClr val="lt1"/>
          </a:fillRef>
          <a:effectRef idx="0">
            <a:schemeClr val="accent4"/>
          </a:effectRef>
          <a:fontRef idx="minor">
            <a:schemeClr val="dk1"/>
          </a:fontRef>
        </p:style>
        <p:txBody>
          <a:bodyPr>
            <a:normAutofit fontScale="62500" lnSpcReduction="20000"/>
          </a:bodyPr>
          <a:lstStyle/>
          <a:p>
            <a:pPr marL="0" indent="0">
              <a:buNone/>
            </a:pPr>
            <a:r>
              <a:rPr lang="es-MX" dirty="0"/>
              <a:t>Inferencia deductiva / inductiva</a:t>
            </a:r>
            <a:endParaRPr lang="en-US" dirty="0"/>
          </a:p>
          <a:p>
            <a:r>
              <a:rPr lang="es-MX" dirty="0"/>
              <a:t>Por el número de premisas para llegar a la conclusión (a mayor número de premisas, mayor el nivel de dificultad).</a:t>
            </a:r>
            <a:endParaRPr lang="en-US" dirty="0"/>
          </a:p>
          <a:p>
            <a:r>
              <a:rPr lang="es-MX" dirty="0"/>
              <a:t>Por el grado de relación manifiesta (explícita) entre las premisas (mientras más explícita es la conexión entre las premisas, disminuye el nivel de dificultad de la destreza).</a:t>
            </a:r>
            <a:endParaRPr lang="en-US" dirty="0"/>
          </a:p>
          <a:p>
            <a:r>
              <a:rPr lang="es-MX" dirty="0"/>
              <a:t>Para la inferencia deductiva, el nivel de dificultad puede graduarse en función de que se emplee para el reactivo una inferencia simple o una inferencia compuesta.</a:t>
            </a:r>
            <a:endParaRPr lang="en-US" dirty="0"/>
          </a:p>
          <a:p>
            <a:endParaRPr lang="en-US" dirty="0"/>
          </a:p>
        </p:txBody>
      </p:sp>
    </p:spTree>
    <p:extLst>
      <p:ext uri="{BB962C8B-B14F-4D97-AF65-F5344CB8AC3E}">
        <p14:creationId xmlns:p14="http://schemas.microsoft.com/office/powerpoint/2010/main" val="3276922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sz="3200" b="1" dirty="0">
                <a:solidFill>
                  <a:schemeClr val="bg1"/>
                </a:solidFill>
              </a:rPr>
              <a:t>Síntesis</a:t>
            </a:r>
            <a:endParaRPr lang="en-US" sz="3200" b="1" dirty="0">
              <a:solidFill>
                <a:schemeClr val="bg1"/>
              </a:solidFill>
            </a:endParaRPr>
          </a:p>
        </p:txBody>
      </p:sp>
      <p:sp>
        <p:nvSpPr>
          <p:cNvPr id="3" name="Marcador de contenido 2"/>
          <p:cNvSpPr>
            <a:spLocks noGrp="1"/>
          </p:cNvSpPr>
          <p:nvPr>
            <p:ph sz="half" idx="1"/>
          </p:nvPr>
        </p:nvSpPr>
        <p:spPr/>
        <p:style>
          <a:lnRef idx="2">
            <a:schemeClr val="accent1"/>
          </a:lnRef>
          <a:fillRef idx="1">
            <a:schemeClr val="lt1"/>
          </a:fillRef>
          <a:effectRef idx="0">
            <a:schemeClr val="accent1"/>
          </a:effectRef>
          <a:fontRef idx="minor">
            <a:schemeClr val="dk1"/>
          </a:fontRef>
        </p:style>
        <p:txBody>
          <a:bodyPr>
            <a:normAutofit/>
          </a:bodyPr>
          <a:lstStyle/>
          <a:p>
            <a:r>
              <a:rPr lang="es-MX" sz="1900" dirty="0"/>
              <a:t>Integrar información en nuevas fórmulas.</a:t>
            </a:r>
          </a:p>
          <a:p>
            <a:r>
              <a:rPr lang="es-MX" sz="1900" dirty="0"/>
              <a:t>Relacionar elementos de diversa naturaleza y establecer conexiones para obtener conclusiones.</a:t>
            </a:r>
            <a:endParaRPr lang="en-US" sz="1900" dirty="0"/>
          </a:p>
        </p:txBody>
      </p:sp>
      <p:sp>
        <p:nvSpPr>
          <p:cNvPr id="4" name="Marcador de contenido 3"/>
          <p:cNvSpPr>
            <a:spLocks noGrp="1"/>
          </p:cNvSpPr>
          <p:nvPr>
            <p:ph sz="half" idx="2"/>
          </p:nvPr>
        </p:nvSpPr>
        <p:spPr/>
        <p:style>
          <a:lnRef idx="2">
            <a:schemeClr val="accent6"/>
          </a:lnRef>
          <a:fillRef idx="1">
            <a:schemeClr val="lt1"/>
          </a:fillRef>
          <a:effectRef idx="0">
            <a:schemeClr val="accent6"/>
          </a:effectRef>
          <a:fontRef idx="minor">
            <a:schemeClr val="dk1"/>
          </a:fontRef>
        </p:style>
        <p:txBody>
          <a:bodyPr>
            <a:normAutofit/>
          </a:bodyPr>
          <a:lstStyle/>
          <a:p>
            <a:r>
              <a:rPr lang="es-MX" sz="1900" dirty="0"/>
              <a:t>Por el número de elementos a los que se debe someter al proceso de integración para lograr conclusiones, extrapolaciones y/o predicciones.</a:t>
            </a:r>
            <a:endParaRPr lang="en-US" sz="1900" dirty="0"/>
          </a:p>
          <a:p>
            <a:r>
              <a:rPr lang="es-MX" sz="1900" dirty="0"/>
              <a:t>Por el grado de relación manifiesta (explícita) entre los elementos y/o premisas (mientras más explícita es la conexión entre ellos, disminuye el nivel de dificultad de la destreza).</a:t>
            </a:r>
            <a:endParaRPr lang="en-US" sz="1900" dirty="0"/>
          </a:p>
          <a:p>
            <a:endParaRPr lang="en-US" dirty="0"/>
          </a:p>
        </p:txBody>
      </p:sp>
    </p:spTree>
    <p:extLst>
      <p:ext uri="{BB962C8B-B14F-4D97-AF65-F5344CB8AC3E}">
        <p14:creationId xmlns:p14="http://schemas.microsoft.com/office/powerpoint/2010/main" val="42100306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sz="2646" b="1" dirty="0">
                <a:solidFill>
                  <a:schemeClr val="bg1"/>
                </a:solidFill>
                <a:latin typeface="+mn-lt"/>
              </a:rPr>
              <a:t>Uso del lenguaje adecuado</a:t>
            </a:r>
            <a:endParaRPr lang="en-US" sz="2646" b="1" dirty="0">
              <a:solidFill>
                <a:schemeClr val="bg1"/>
              </a:solidFill>
              <a:latin typeface="+mn-lt"/>
            </a:endParaRPr>
          </a:p>
        </p:txBody>
      </p:sp>
      <p:sp>
        <p:nvSpPr>
          <p:cNvPr id="3" name="Marcador de contenido 2"/>
          <p:cNvSpPr>
            <a:spLocks noGrp="1"/>
          </p:cNvSpPr>
          <p:nvPr>
            <p:ph idx="1"/>
          </p:nvPr>
        </p:nvSpPr>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s-MX" sz="1800" dirty="0"/>
              <a:t>Un </a:t>
            </a:r>
            <a:r>
              <a:rPr lang="es-MX" sz="1800" b="1" dirty="0"/>
              <a:t>criterio</a:t>
            </a:r>
            <a:r>
              <a:rPr lang="es-MX" sz="1800" dirty="0"/>
              <a:t> que debe </a:t>
            </a:r>
            <a:r>
              <a:rPr lang="es-MX" sz="1800" b="1" dirty="0"/>
              <a:t>descartarse</a:t>
            </a:r>
            <a:r>
              <a:rPr lang="es-MX" sz="1800" dirty="0"/>
              <a:t> como válido para establecer el nivel de </a:t>
            </a:r>
            <a:r>
              <a:rPr lang="es-MX" sz="1800" b="1" dirty="0"/>
              <a:t>dificultad</a:t>
            </a:r>
            <a:r>
              <a:rPr lang="es-MX" sz="1800" dirty="0"/>
              <a:t> es el uso de un lenguaje abstruso en sus dimensiones semántica, sintáctica y de coherencia lógica de los enunciados. </a:t>
            </a:r>
          </a:p>
          <a:p>
            <a:pPr marL="0" indent="0">
              <a:buNone/>
            </a:pPr>
            <a:r>
              <a:rPr lang="es-MX" sz="1800" dirty="0"/>
              <a:t>Para resolver los ítems, el postulante debe tener una habilidad de comprensión (decodificación de contenido) media de textos de nivel secundario. En ese sentido, todo ítem (planteamiento y alternativas) debe presentar: </a:t>
            </a:r>
          </a:p>
          <a:p>
            <a:r>
              <a:rPr lang="es-MX" sz="1800" dirty="0"/>
              <a:t>Un </a:t>
            </a:r>
            <a:r>
              <a:rPr lang="es-MX" sz="1800" b="1" dirty="0"/>
              <a:t>léxico medio </a:t>
            </a:r>
            <a:r>
              <a:rPr lang="es-MX" sz="1800" dirty="0"/>
              <a:t>para un estudiante de educación secundaria. Ello </a:t>
            </a:r>
            <a:r>
              <a:rPr lang="es-MX" sz="1800" b="1" dirty="0"/>
              <a:t>no aplica a los conceptos disciplinares</a:t>
            </a:r>
            <a:r>
              <a:rPr lang="es-MX" sz="1800" dirty="0"/>
              <a:t>, que se entienden son parte de los conocimientos aprendidos en el curso de las materias del currículo escolar. </a:t>
            </a:r>
          </a:p>
          <a:p>
            <a:r>
              <a:rPr lang="es-MX" sz="1800" dirty="0"/>
              <a:t>Una redacción </a:t>
            </a:r>
            <a:r>
              <a:rPr lang="es-MX" sz="1800" b="1" dirty="0"/>
              <a:t>clara, directa </a:t>
            </a:r>
            <a:r>
              <a:rPr lang="es-MX" sz="1800" dirty="0"/>
              <a:t>y </a:t>
            </a:r>
            <a:r>
              <a:rPr lang="es-MX" sz="1800" b="1" dirty="0"/>
              <a:t>formalmente lógica</a:t>
            </a:r>
            <a:r>
              <a:rPr lang="es-MX" sz="1800" dirty="0"/>
              <a:t>. </a:t>
            </a:r>
          </a:p>
        </p:txBody>
      </p:sp>
    </p:spTree>
    <p:extLst>
      <p:ext uri="{BB962C8B-B14F-4D97-AF65-F5344CB8AC3E}">
        <p14:creationId xmlns:p14="http://schemas.microsoft.com/office/powerpoint/2010/main" val="3489279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sz="2646" b="1" dirty="0">
                <a:solidFill>
                  <a:schemeClr val="bg1"/>
                </a:solidFill>
                <a:latin typeface="+mn-lt"/>
              </a:rPr>
              <a:t>Pasos secuenciales para la elaboración de ítems según el enfoque por competencias</a:t>
            </a:r>
            <a:endParaRPr lang="en-US" sz="2646" b="1" i="1" dirty="0">
              <a:solidFill>
                <a:schemeClr val="bg1"/>
              </a:solidFill>
              <a:latin typeface="+mn-lt"/>
            </a:endParaRPr>
          </a:p>
        </p:txBody>
      </p:sp>
      <p:sp>
        <p:nvSpPr>
          <p:cNvPr id="3" name="Marcador de contenido 2"/>
          <p:cNvSpPr>
            <a:spLocks noGrp="1"/>
          </p:cNvSpPr>
          <p:nvPr>
            <p:ph idx="1"/>
          </p:nvPr>
        </p:nvSpPr>
        <p:spPr>
          <a:solidFill>
            <a:schemeClr val="bg1"/>
          </a:solidFill>
          <a:ln>
            <a:solidFill>
              <a:schemeClr val="accent1"/>
            </a:solidFill>
          </a:ln>
        </p:spPr>
        <p:txBody>
          <a:bodyPr>
            <a:normAutofit/>
          </a:bodyPr>
          <a:lstStyle/>
          <a:p>
            <a:pPr marL="0" indent="0">
              <a:buNone/>
            </a:pPr>
            <a:r>
              <a:rPr lang="es-MX" sz="1800" dirty="0"/>
              <a:t>La construcción de un ítem exige operar sobre un conjunto básico de acciones:</a:t>
            </a:r>
          </a:p>
          <a:p>
            <a:pPr marL="425265" indent="-425265">
              <a:buAutoNum type="arabicPeriod"/>
            </a:pPr>
            <a:r>
              <a:rPr lang="es-MX" sz="1800" dirty="0"/>
              <a:t>Observar los requerimientos de la Oficina de Admisión, entre otros, el tema que corresponde al balotario de admisión.</a:t>
            </a:r>
          </a:p>
          <a:p>
            <a:pPr marL="425265" indent="-425265">
              <a:buAutoNum type="arabicPeriod"/>
            </a:pPr>
            <a:r>
              <a:rPr lang="es-MX" sz="1800" dirty="0"/>
              <a:t>Buscar la información necesaria.</a:t>
            </a:r>
          </a:p>
          <a:p>
            <a:pPr marL="425265" indent="-425265">
              <a:buAutoNum type="arabicPeriod"/>
            </a:pPr>
            <a:r>
              <a:rPr lang="es-MX" sz="1800" dirty="0"/>
              <a:t>Elegir la destreza cognitiva que buscamos activar en el postulante.</a:t>
            </a:r>
          </a:p>
          <a:p>
            <a:pPr marL="425265" indent="-425265">
              <a:buAutoNum type="arabicPeriod"/>
            </a:pPr>
            <a:r>
              <a:rPr lang="es-MX" sz="1800" dirty="0"/>
              <a:t>Determinar la posibilidad de insertar el tema elegido en un caso concreto.</a:t>
            </a:r>
          </a:p>
          <a:p>
            <a:pPr marL="425265" indent="-425265">
              <a:buAutoNum type="arabicPeriod"/>
            </a:pPr>
            <a:r>
              <a:rPr lang="es-MX" sz="1800" dirty="0"/>
              <a:t>Reajustar y reformular el ítem si no está orientado hacia el objetivo.</a:t>
            </a:r>
          </a:p>
          <a:p>
            <a:pPr marL="425265" indent="-425265">
              <a:buAutoNum type="arabicPeriod"/>
            </a:pPr>
            <a:r>
              <a:rPr lang="es-MX" sz="1800" dirty="0"/>
              <a:t>Procurar un idóneo grado de complejidad en el enunciado o las alternativas. </a:t>
            </a:r>
          </a:p>
          <a:p>
            <a:pPr marL="425265" indent="-425265">
              <a:buAutoNum type="arabicPeriod"/>
            </a:pPr>
            <a:r>
              <a:rPr lang="es-MX" sz="1800" dirty="0"/>
              <a:t>Revisar y corregir hasta llegar a una versión óptima a nivel formal.</a:t>
            </a:r>
            <a:endParaRPr lang="en-US" sz="1800" dirty="0"/>
          </a:p>
        </p:txBody>
      </p:sp>
    </p:spTree>
    <p:extLst>
      <p:ext uri="{BB962C8B-B14F-4D97-AF65-F5344CB8AC3E}">
        <p14:creationId xmlns:p14="http://schemas.microsoft.com/office/powerpoint/2010/main" val="683964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7288318" cy="508557"/>
          </a:xfrm>
        </p:spPr>
        <p:txBody>
          <a:bodyPr>
            <a:normAutofit/>
          </a:bodyPr>
          <a:lstStyle/>
          <a:p>
            <a:r>
              <a:rPr lang="en-US" sz="2600" b="1" dirty="0">
                <a:solidFill>
                  <a:schemeClr val="bg1"/>
                </a:solidFill>
              </a:rPr>
              <a:t>Item </a:t>
            </a:r>
            <a:r>
              <a:rPr lang="en-US" sz="2600" b="1" dirty="0" err="1">
                <a:solidFill>
                  <a:schemeClr val="bg1"/>
                </a:solidFill>
              </a:rPr>
              <a:t>Básico</a:t>
            </a:r>
            <a:endParaRPr lang="en-US" sz="2600" b="1" dirty="0">
              <a:solidFill>
                <a:schemeClr val="bg1"/>
              </a:solidFill>
            </a:endParaRPr>
          </a:p>
        </p:txBody>
      </p:sp>
      <p:sp>
        <p:nvSpPr>
          <p:cNvPr id="3" name="Marcador de contenido 2"/>
          <p:cNvSpPr>
            <a:spLocks noGrp="1"/>
          </p:cNvSpPr>
          <p:nvPr>
            <p:ph idx="1"/>
          </p:nvPr>
        </p:nvSpPr>
        <p:spPr/>
        <p:style>
          <a:lnRef idx="2">
            <a:schemeClr val="accent3"/>
          </a:lnRef>
          <a:fillRef idx="1">
            <a:schemeClr val="lt1"/>
          </a:fillRef>
          <a:effectRef idx="0">
            <a:schemeClr val="accent3"/>
          </a:effectRef>
          <a:fontRef idx="minor">
            <a:schemeClr val="dk1"/>
          </a:fontRef>
        </p:style>
        <p:txBody>
          <a:bodyPr>
            <a:normAutofit fontScale="47500" lnSpcReduction="20000"/>
          </a:bodyPr>
          <a:lstStyle/>
          <a:p>
            <a:pPr marL="0" indent="0">
              <a:buNone/>
            </a:pPr>
            <a:r>
              <a:rPr lang="es-ES" dirty="0"/>
              <a:t>Los zigurats fueron </a:t>
            </a:r>
            <a:r>
              <a:rPr lang="es-ES" u="sng" dirty="0"/>
              <a:t>edificaciones monumentales </a:t>
            </a:r>
            <a:r>
              <a:rPr lang="es-ES" dirty="0"/>
              <a:t>construidas por los pueblos de la civilización Mesopotamia. En su interior habitaba la casta sacerdotal que </a:t>
            </a:r>
            <a:r>
              <a:rPr lang="es-ES" u="sng" dirty="0"/>
              <a:t>rendía culto </a:t>
            </a:r>
            <a:r>
              <a:rPr lang="es-ES" dirty="0"/>
              <a:t>a los dioses y </a:t>
            </a:r>
            <a:r>
              <a:rPr lang="es-ES" u="sng" dirty="0"/>
              <a:t>gobernaba</a:t>
            </a:r>
            <a:r>
              <a:rPr lang="es-ES" dirty="0"/>
              <a:t> la sociedad en nombre de las deidades. Asimismo, allí se </a:t>
            </a:r>
            <a:r>
              <a:rPr lang="es-ES" u="sng" dirty="0"/>
              <a:t>almacenaban</a:t>
            </a:r>
            <a:r>
              <a:rPr lang="es-ES" dirty="0"/>
              <a:t> las ofrendas dejadas por campesinos y ganaderos plebeyos, recursos que eran empleados para la construcción de </a:t>
            </a:r>
            <a:r>
              <a:rPr lang="es-ES" u="sng" dirty="0"/>
              <a:t>obras públicas </a:t>
            </a:r>
            <a:r>
              <a:rPr lang="es-ES" dirty="0"/>
              <a:t>y el mantenimiento de la casta sacerdotal. En ese sentido, el zigurat tenía una función</a:t>
            </a:r>
            <a:endParaRPr lang="en-US" dirty="0"/>
          </a:p>
          <a:p>
            <a:endParaRPr lang="en-US" dirty="0"/>
          </a:p>
          <a:p>
            <a:pPr marL="425265" indent="-425265">
              <a:buAutoNum type="alphaUcParenR"/>
            </a:pPr>
            <a:r>
              <a:rPr lang="es-ES" dirty="0"/>
              <a:t>religiosa y de culto.</a:t>
            </a:r>
          </a:p>
          <a:p>
            <a:pPr marL="425265" indent="-425265">
              <a:buAutoNum type="alphaUcParenR"/>
            </a:pPr>
            <a:r>
              <a:rPr lang="es-ES" dirty="0"/>
              <a:t>religiosa y administrativa.</a:t>
            </a:r>
            <a:endParaRPr lang="en-US" dirty="0"/>
          </a:p>
          <a:p>
            <a:pPr marL="425265" indent="-425265">
              <a:buAutoNum type="alphaUcParenR"/>
            </a:pPr>
            <a:r>
              <a:rPr lang="es-ES" dirty="0"/>
              <a:t>de ingeniería y religiosa.</a:t>
            </a:r>
            <a:endParaRPr lang="en-US" dirty="0"/>
          </a:p>
          <a:p>
            <a:pPr marL="425265" indent="-425265">
              <a:buAutoNum type="alphaUcParenR"/>
            </a:pPr>
            <a:r>
              <a:rPr lang="es-ES" dirty="0"/>
              <a:t>divina y de almacenaje.</a:t>
            </a:r>
            <a:endParaRPr lang="en-US" dirty="0"/>
          </a:p>
          <a:p>
            <a:pPr marL="0" indent="0">
              <a:buNone/>
            </a:pPr>
            <a:endParaRPr lang="en-US" dirty="0"/>
          </a:p>
          <a:p>
            <a:pPr marL="0" indent="0">
              <a:buNone/>
            </a:pPr>
            <a:r>
              <a:rPr lang="es-ES" b="1" dirty="0"/>
              <a:t>Solución:</a:t>
            </a:r>
            <a:endParaRPr lang="en-US" dirty="0"/>
          </a:p>
          <a:p>
            <a:pPr marL="0" indent="0">
              <a:buNone/>
            </a:pPr>
            <a:r>
              <a:rPr lang="es-ES" dirty="0"/>
              <a:t>El zigurat cumplía una función religiosa, pues permitía el culto a los dioses mesopotámicos y era la sede de la casta sacerdotal. Cumplía también una función administrativa porque al interior del templo los sacerdotes almacenaban y luego destinaban los recursos ofrendados para fines de la sociedad (construcción de obras públicas), así como para el mantenimiento de la propia casta gobernante.</a:t>
            </a:r>
            <a:endParaRPr lang="en-US" dirty="0"/>
          </a:p>
          <a:p>
            <a:endParaRPr lang="en-US" dirty="0"/>
          </a:p>
        </p:txBody>
      </p:sp>
    </p:spTree>
    <p:extLst>
      <p:ext uri="{BB962C8B-B14F-4D97-AF65-F5344CB8AC3E}">
        <p14:creationId xmlns:p14="http://schemas.microsoft.com/office/powerpoint/2010/main" val="3823290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pPr algn="ctr"/>
            <a:r>
              <a:rPr lang="es-MX" sz="3200" b="1" dirty="0">
                <a:solidFill>
                  <a:schemeClr val="bg1"/>
                </a:solidFill>
              </a:rPr>
              <a:t>Ítem con gráfico</a:t>
            </a:r>
            <a:endParaRPr lang="en-US" sz="3200" b="1" dirty="0">
              <a:solidFill>
                <a:schemeClr val="bg1"/>
              </a:solidFill>
            </a:endParaRPr>
          </a:p>
        </p:txBody>
      </p:sp>
      <p:pic>
        <p:nvPicPr>
          <p:cNvPr id="9" name="Marcador de contenido 8" descr="Resultado de imagen para El triunfo de la Muerte.siglo XV"/>
          <p:cNvPicPr>
            <a:picLocks noGrp="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360000" y="1368275"/>
            <a:ext cx="4284266" cy="3560331"/>
          </a:xfrm>
          <a:prstGeom prst="rect">
            <a:avLst/>
          </a:prstGeom>
          <a:noFill/>
          <a:ln>
            <a:noFill/>
          </a:ln>
        </p:spPr>
      </p:pic>
      <p:sp>
        <p:nvSpPr>
          <p:cNvPr id="7" name="Marcador de contenido 6"/>
          <p:cNvSpPr>
            <a:spLocks noGrp="1"/>
          </p:cNvSpPr>
          <p:nvPr>
            <p:ph sz="half" idx="2"/>
          </p:nvPr>
        </p:nvSpPr>
        <p:spPr>
          <a:xfrm>
            <a:off x="5103316" y="1330694"/>
            <a:ext cx="4284266" cy="3597912"/>
          </a:xfrm>
        </p:spPr>
        <p:txBody>
          <a:bodyPr>
            <a:normAutofit fontScale="47500" lnSpcReduction="20000"/>
          </a:bodyPr>
          <a:lstStyle/>
          <a:p>
            <a:pPr marL="0" indent="0">
              <a:buNone/>
            </a:pPr>
            <a:r>
              <a:rPr lang="es-ES" dirty="0"/>
              <a:t>Entre las consecuencias culturales, se pudo observar importantes cambios en el imaginario medieval sobre la muerte. Un análisis de la imagen expuesta permite afirmar que </a:t>
            </a:r>
            <a:endParaRPr lang="en-US" dirty="0"/>
          </a:p>
          <a:p>
            <a:pPr marL="472516" indent="-472516">
              <a:buAutoNum type="romanUcPeriod"/>
            </a:pPr>
            <a:r>
              <a:rPr lang="es-ES" dirty="0"/>
              <a:t>La muerte dejó de ser una idea abstracta y se convirtió en algo tangible y personificado. </a:t>
            </a:r>
          </a:p>
          <a:p>
            <a:pPr marL="472516" indent="-472516">
              <a:buAutoNum type="romanUcPeriod"/>
            </a:pPr>
            <a:r>
              <a:rPr lang="es-ES" dirty="0"/>
              <a:t>Los esqueletos descarnados constituyen una imagen con la que se representa a la muerte. </a:t>
            </a:r>
            <a:endParaRPr lang="en-US" dirty="0"/>
          </a:p>
          <a:p>
            <a:pPr marL="472516" indent="-472516">
              <a:buAutoNum type="romanUcPeriod"/>
            </a:pPr>
            <a:r>
              <a:rPr lang="es-ES" dirty="0"/>
              <a:t>La muerte afecta a todos los grupos sociales: hombres y mujeres, ricos y pobres, desamparados y poderosos. </a:t>
            </a:r>
            <a:endParaRPr lang="en-US" dirty="0"/>
          </a:p>
          <a:p>
            <a:pPr marL="0" indent="0">
              <a:buNone/>
            </a:pPr>
            <a:endParaRPr lang="en-US" dirty="0"/>
          </a:p>
          <a:p>
            <a:pPr marL="0" indent="0">
              <a:buNone/>
            </a:pPr>
            <a:r>
              <a:rPr lang="es-ES" dirty="0"/>
              <a:t>A) Solo I </a:t>
            </a:r>
            <a:endParaRPr lang="en-US" dirty="0"/>
          </a:p>
          <a:p>
            <a:pPr marL="0" indent="0">
              <a:buNone/>
            </a:pPr>
            <a:r>
              <a:rPr lang="es-ES" dirty="0"/>
              <a:t>B) Solo II y III </a:t>
            </a:r>
            <a:endParaRPr lang="en-US" dirty="0"/>
          </a:p>
          <a:p>
            <a:pPr marL="0" indent="0">
              <a:buNone/>
            </a:pPr>
            <a:r>
              <a:rPr lang="es-ES" dirty="0"/>
              <a:t>C) Solo I y III </a:t>
            </a:r>
            <a:endParaRPr lang="en-US" dirty="0"/>
          </a:p>
          <a:p>
            <a:pPr marL="0" indent="0">
              <a:buNone/>
            </a:pPr>
            <a:r>
              <a:rPr lang="es-ES" dirty="0"/>
              <a:t>D) I, II y III* </a:t>
            </a:r>
            <a:endParaRPr lang="en-US" dirty="0"/>
          </a:p>
          <a:p>
            <a:pPr marL="0" indent="0">
              <a:buNone/>
            </a:pPr>
            <a:r>
              <a:rPr lang="es-ES" dirty="0"/>
              <a:t>E) Solo II</a:t>
            </a:r>
            <a:endParaRPr lang="en-US" dirty="0"/>
          </a:p>
          <a:p>
            <a:endParaRPr lang="en-US" dirty="0"/>
          </a:p>
        </p:txBody>
      </p:sp>
    </p:spTree>
    <p:extLst>
      <p:ext uri="{BB962C8B-B14F-4D97-AF65-F5344CB8AC3E}">
        <p14:creationId xmlns:p14="http://schemas.microsoft.com/office/powerpoint/2010/main" val="651409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pPr algn="ctr"/>
            <a:r>
              <a:rPr lang="es-ES" sz="4000" dirty="0">
                <a:solidFill>
                  <a:schemeClr val="bg1"/>
                </a:solidFill>
                <a:latin typeface="Calibri" panose="020F0502020204030204" pitchFamily="34" charset="0"/>
                <a:ea typeface="Calibri" panose="020F0502020204030204" pitchFamily="34" charset="0"/>
                <a:cs typeface="Times New Roman" panose="02020603050405020304" pitchFamily="18" charset="0"/>
              </a:rPr>
              <a:t>Ítem secuencia de V o F</a:t>
            </a:r>
            <a:endParaRPr lang="en-US" sz="4000" dirty="0">
              <a:solidFill>
                <a:schemeClr val="bg1"/>
              </a:solidFill>
            </a:endParaRPr>
          </a:p>
        </p:txBody>
      </p:sp>
      <p:sp>
        <p:nvSpPr>
          <p:cNvPr id="6" name="Marcador de contenido 5"/>
          <p:cNvSpPr>
            <a:spLocks noGrp="1"/>
          </p:cNvSpPr>
          <p:nvPr>
            <p:ph idx="1"/>
          </p:nvPr>
        </p:nvSpPr>
        <p:spPr>
          <a:xfrm>
            <a:off x="693043" y="1216604"/>
            <a:ext cx="8948107" cy="3821831"/>
          </a:xfrm>
        </p:spPr>
        <p:txBody>
          <a:bodyPr>
            <a:normAutofit fontScale="47500" lnSpcReduction="20000"/>
          </a:bodyPr>
          <a:lstStyle/>
          <a:p>
            <a:pPr marL="0" indent="0">
              <a:buNone/>
            </a:pPr>
            <a:r>
              <a:rPr lang="es-MX" dirty="0"/>
              <a:t>En las dos primeras décadas de vida republicana, la mayoría de los presidentes no culminaban su período de gobierno, muchas veces, debido a un golpe de Estado que podía ser inicio o el fin de una guerra por el poder que, no solo enfrentaba a presidentes y caudillos retadores, sino también a otros grupos del país. Tomando en cuenta lo descrito sobre este período, identifique el valor de la verdad (V o F) de los siguientes enunciados:</a:t>
            </a:r>
            <a:endParaRPr lang="en-US" dirty="0"/>
          </a:p>
          <a:p>
            <a:pPr marL="472516" indent="-472516">
              <a:buAutoNum type="romanUcPeriod"/>
            </a:pPr>
            <a:r>
              <a:rPr lang="es-MX" dirty="0"/>
              <a:t>El Perú fue un país políticamente inestable durante la temprana república.</a:t>
            </a:r>
          </a:p>
          <a:p>
            <a:pPr marL="472516" indent="-472516">
              <a:buAutoNum type="romanUcPeriod"/>
            </a:pPr>
            <a:r>
              <a:rPr lang="es-MX" dirty="0"/>
              <a:t>Las guerras civiles podían conducir a golpes de Estado y a la sucesión presidencial.</a:t>
            </a:r>
            <a:endParaRPr lang="en-US" dirty="0"/>
          </a:p>
          <a:p>
            <a:pPr marL="472516" indent="-472516">
              <a:buAutoNum type="romanUcPeriod"/>
            </a:pPr>
            <a:r>
              <a:rPr lang="es-MX" dirty="0"/>
              <a:t>La política y la guerra eran actividades que se encontraban muy relacionadas.</a:t>
            </a:r>
            <a:endParaRPr lang="en-US" dirty="0"/>
          </a:p>
          <a:p>
            <a:pPr marL="472516" indent="-472516">
              <a:buAutoNum type="romanUcPeriod"/>
            </a:pPr>
            <a:r>
              <a:rPr lang="es-MX" dirty="0"/>
              <a:t>Las guerras demostraban que existía un fuerte consenso entre las elites políticas.</a:t>
            </a:r>
            <a:endParaRPr lang="en-US" dirty="0"/>
          </a:p>
          <a:p>
            <a:pPr marL="0" indent="0">
              <a:buNone/>
            </a:pPr>
            <a:endParaRPr lang="en-US" dirty="0"/>
          </a:p>
          <a:p>
            <a:pPr marL="0" indent="0">
              <a:buNone/>
            </a:pPr>
            <a:r>
              <a:rPr lang="es-MX" dirty="0"/>
              <a:t>  A)    VVVF*		B) VFVF			C) FVVF			D) VVFF</a:t>
            </a:r>
            <a:endParaRPr lang="en-US" dirty="0"/>
          </a:p>
          <a:p>
            <a:pPr marL="0" indent="0">
              <a:buNone/>
            </a:pPr>
            <a:endParaRPr lang="es-MX" dirty="0"/>
          </a:p>
          <a:p>
            <a:pPr marL="0" indent="0">
              <a:buNone/>
            </a:pPr>
            <a:r>
              <a:rPr lang="es-MX" dirty="0"/>
              <a:t>Durante las primeras décadas del Perú republicano, la política y la guerra se encontraban muy relacionadas. Usualmente, los presidentes accedieron al poder luego de una cruenta guerra civil que les permitía dar un golpe de Estado. En ese período, el país sufrió una marcada inestabilidad política que se expresó en la sucesión de presidentes que no culminaban su período de mandato.</a:t>
            </a:r>
            <a:endParaRPr lang="en-US" dirty="0"/>
          </a:p>
          <a:p>
            <a:pPr marL="0" indent="0">
              <a:buNone/>
            </a:pPr>
            <a:endParaRPr lang="es-MX" dirty="0"/>
          </a:p>
          <a:p>
            <a:pPr marL="0" indent="0">
              <a:buNone/>
            </a:pPr>
            <a:r>
              <a:rPr lang="es-MX" dirty="0"/>
              <a:t>Fuente: Contreras, C. y Cueto, M. (2004). </a:t>
            </a:r>
            <a:r>
              <a:rPr lang="es-MX" i="1" dirty="0"/>
              <a:t>Historia del Perú contemporáneo</a:t>
            </a:r>
            <a:r>
              <a:rPr lang="es-MX" dirty="0"/>
              <a:t>. 3ra. Edición. Lima: Instituto de Estudios Peruanos.</a:t>
            </a:r>
            <a:endParaRPr lang="en-US" dirty="0"/>
          </a:p>
          <a:p>
            <a:pPr marL="0" indent="0">
              <a:buNone/>
            </a:pPr>
            <a:endParaRPr lang="en-US" dirty="0"/>
          </a:p>
        </p:txBody>
      </p:sp>
    </p:spTree>
    <p:extLst>
      <p:ext uri="{BB962C8B-B14F-4D97-AF65-F5344CB8AC3E}">
        <p14:creationId xmlns:p14="http://schemas.microsoft.com/office/powerpoint/2010/main" val="2787449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sz="3600" dirty="0">
                <a:solidFill>
                  <a:schemeClr val="bg1"/>
                </a:solidFill>
                <a:latin typeface="Calibri" panose="020F0502020204030204" pitchFamily="34" charset="0"/>
                <a:ea typeface="Calibri" panose="020F0502020204030204" pitchFamily="34" charset="0"/>
                <a:cs typeface="Times New Roman" panose="02020603050405020304" pitchFamily="18" charset="0"/>
              </a:rPr>
              <a:t>Ítem opciones para escoger</a:t>
            </a:r>
            <a:endParaRPr lang="en-US" sz="3600" dirty="0">
              <a:solidFill>
                <a:schemeClr val="bg1"/>
              </a:solidFill>
            </a:endParaRPr>
          </a:p>
        </p:txBody>
      </p:sp>
      <p:sp>
        <p:nvSpPr>
          <p:cNvPr id="3" name="Marcador de contenido 2"/>
          <p:cNvSpPr>
            <a:spLocks noGrp="1"/>
          </p:cNvSpPr>
          <p:nvPr>
            <p:ph idx="1"/>
          </p:nvPr>
        </p:nvSpPr>
        <p:spPr>
          <a:xfrm>
            <a:off x="259081" y="1208215"/>
            <a:ext cx="9128502" cy="4349218"/>
          </a:xfrm>
        </p:spPr>
        <p:txBody>
          <a:bodyPr>
            <a:normAutofit fontScale="47500" lnSpcReduction="20000"/>
          </a:bodyPr>
          <a:lstStyle/>
          <a:p>
            <a:pPr marL="0" indent="0">
              <a:buNone/>
            </a:pPr>
            <a:r>
              <a:rPr lang="es-MX" sz="2728" dirty="0"/>
              <a:t>La Confederación peruano-boliviana fue un experimento político que buscaba la reunificación de dos regiones que tenían fuertes vínculos históricos, comerciales y culturales: el altiplano boliviano y el sur peruano. Para lograrlo, su protector, Andrés Santa Cruz, decidió dividir el Perú en dos estados independientes, los cuales junto a Bolivia formarían un solo Estado confederado. Señale, a continuación, lo que corresponda a dicho proyecto político.</a:t>
            </a:r>
            <a:endParaRPr lang="en-US" sz="2728" dirty="0"/>
          </a:p>
          <a:p>
            <a:pPr marL="472516" indent="-472516">
              <a:buAutoNum type="romanUcPeriod"/>
            </a:pPr>
            <a:r>
              <a:rPr lang="es-MX" sz="2728" dirty="0"/>
              <a:t>En Lima existió consenso a favor de la creación de la Confederación peruano-boliviana.</a:t>
            </a:r>
            <a:endParaRPr lang="en-US" sz="2728" dirty="0"/>
          </a:p>
          <a:p>
            <a:pPr marL="472516" indent="-472516">
              <a:buAutoNum type="romanUcPeriod"/>
            </a:pPr>
            <a:r>
              <a:rPr lang="es-MX" sz="2728" dirty="0"/>
              <a:t>La Confederación fue favorable a una política de libre cambio para ambos países.</a:t>
            </a:r>
            <a:endParaRPr lang="en-US" sz="2728" dirty="0"/>
          </a:p>
          <a:p>
            <a:pPr marL="472516" indent="-472516">
              <a:buAutoNum type="romanUcPeriod"/>
            </a:pPr>
            <a:r>
              <a:rPr lang="es-MX" sz="2728" dirty="0"/>
              <a:t>La Asamblea de Tacna expresó el deseo de las elites sureñas por la unión con Bolivia.</a:t>
            </a:r>
            <a:endParaRPr lang="en-US" sz="2728" dirty="0"/>
          </a:p>
          <a:p>
            <a:pPr marL="472516" indent="-472516">
              <a:buAutoNum type="romanUcPeriod"/>
            </a:pPr>
            <a:r>
              <a:rPr lang="es-MX" sz="2728" dirty="0"/>
              <a:t>En el norte hubo oposición, pues se consideró que buscaba dividir y debilitar al Perú.</a:t>
            </a:r>
            <a:endParaRPr lang="en-US" sz="2728" dirty="0"/>
          </a:p>
          <a:p>
            <a:pPr marL="0" indent="0">
              <a:buNone/>
            </a:pPr>
            <a:endParaRPr lang="en-US" sz="2728" dirty="0"/>
          </a:p>
          <a:p>
            <a:pPr marL="0" indent="0">
              <a:buNone/>
            </a:pPr>
            <a:r>
              <a:rPr lang="en-US" sz="2728" dirty="0"/>
              <a:t>A)      FVVV</a:t>
            </a:r>
            <a:r>
              <a:rPr lang="es-MX" sz="2728" dirty="0"/>
              <a:t>II, III, IV*		B) </a:t>
            </a:r>
            <a:r>
              <a:rPr lang="es-MX" sz="2728" dirty="0" err="1"/>
              <a:t>FVVFSolo</a:t>
            </a:r>
            <a:r>
              <a:rPr lang="es-MX" sz="2728" dirty="0"/>
              <a:t> II y III		C) Solo I y IV VFFV		D) I, III y IV	</a:t>
            </a:r>
            <a:endParaRPr lang="en-US" sz="2728" dirty="0"/>
          </a:p>
          <a:p>
            <a:pPr marL="0" indent="0">
              <a:buNone/>
            </a:pPr>
            <a:endParaRPr lang="en-US" sz="2728" dirty="0"/>
          </a:p>
          <a:p>
            <a:pPr marL="0" indent="0">
              <a:buNone/>
            </a:pPr>
            <a:r>
              <a:rPr lang="es-MX" sz="2728" dirty="0"/>
              <a:t>El experimento político de la Confederación peruano-boliviana se basó en los fuertes vínculos que existían entre el altiplano boliviano y el sur peruano. Si bien, en esta región, hubo un marcado apoyo –expresado en la Asamblea de Tacna--, entre otras razones, por la política de libre cambio para ambas regiones, en Lima y en el norte existió un marcado rechazo, donde se argumentó que este proyecto al dividir al Perú en dos estados, lo terminaría debilitando. </a:t>
            </a:r>
            <a:endParaRPr lang="en-US" sz="2728" dirty="0"/>
          </a:p>
          <a:p>
            <a:pPr marL="0" indent="0">
              <a:buNone/>
            </a:pPr>
            <a:endParaRPr lang="es-MX" sz="2728" dirty="0"/>
          </a:p>
          <a:p>
            <a:pPr marL="0" indent="0">
              <a:buNone/>
            </a:pPr>
            <a:r>
              <a:rPr lang="es-MX" sz="2728" dirty="0" err="1"/>
              <a:t>Klarén</a:t>
            </a:r>
            <a:r>
              <a:rPr lang="es-MX" sz="2728" dirty="0"/>
              <a:t>, P. (2012). </a:t>
            </a:r>
            <a:r>
              <a:rPr lang="es-MX" sz="2728" i="1" dirty="0"/>
              <a:t>Nación y sociedad en la historia del Perú</a:t>
            </a:r>
            <a:r>
              <a:rPr lang="es-MX" sz="2728" dirty="0"/>
              <a:t>. Lima: Instituto de Estudios Peruanos.</a:t>
            </a:r>
            <a:endParaRPr lang="en-US" sz="2728" dirty="0"/>
          </a:p>
        </p:txBody>
      </p:sp>
    </p:spTree>
    <p:extLst>
      <p:ext uri="{BB962C8B-B14F-4D97-AF65-F5344CB8AC3E}">
        <p14:creationId xmlns:p14="http://schemas.microsoft.com/office/powerpoint/2010/main" val="536998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74EAC3-6C81-49D1-BAF3-B492E3FC4FDD}"/>
              </a:ext>
            </a:extLst>
          </p:cNvPr>
          <p:cNvSpPr>
            <a:spLocks noGrp="1"/>
          </p:cNvSpPr>
          <p:nvPr>
            <p:ph type="title"/>
          </p:nvPr>
        </p:nvSpPr>
        <p:spPr/>
        <p:txBody>
          <a:bodyPr/>
          <a:lstStyle/>
          <a:p>
            <a:pPr algn="ctr"/>
            <a:r>
              <a:rPr lang="es-ES" sz="3600" dirty="0">
                <a:solidFill>
                  <a:schemeClr val="bg1"/>
                </a:solidFill>
                <a:latin typeface="Calibri" panose="020F0502020204030204" pitchFamily="34" charset="0"/>
                <a:ea typeface="Calibri" panose="020F0502020204030204" pitchFamily="34" charset="0"/>
                <a:cs typeface="Times New Roman" panose="02020603050405020304" pitchFamily="18" charset="0"/>
              </a:rPr>
              <a:t>Ítem columnas para relacionar</a:t>
            </a:r>
            <a:endParaRPr lang="es-PE" dirty="0">
              <a:solidFill>
                <a:schemeClr val="bg1"/>
              </a:solidFill>
            </a:endParaRPr>
          </a:p>
        </p:txBody>
      </p:sp>
      <p:sp>
        <p:nvSpPr>
          <p:cNvPr id="3" name="Marcador de contenido 2">
            <a:extLst>
              <a:ext uri="{FF2B5EF4-FFF2-40B4-BE49-F238E27FC236}">
                <a16:creationId xmlns:a16="http://schemas.microsoft.com/office/drawing/2014/main" id="{F7D165DA-FAB9-48A7-BBCE-897C29B908FC}"/>
              </a:ext>
            </a:extLst>
          </p:cNvPr>
          <p:cNvSpPr>
            <a:spLocks noGrp="1"/>
          </p:cNvSpPr>
          <p:nvPr>
            <p:ph idx="1"/>
          </p:nvPr>
        </p:nvSpPr>
        <p:spPr>
          <a:xfrm>
            <a:off x="360000" y="1350000"/>
            <a:ext cx="9180000" cy="3648720"/>
          </a:xfrm>
        </p:spPr>
        <p:txBody>
          <a:bodyPr>
            <a:normAutofit fontScale="85000" lnSpcReduction="20000"/>
          </a:bodyPr>
          <a:lstStyle/>
          <a:p>
            <a:pPr marL="0" indent="0">
              <a:buNone/>
            </a:pPr>
            <a:r>
              <a:rPr lang="es-MX" sz="2000" dirty="0"/>
              <a:t>El agua es uno de los recursos naturales de vital importancia para satisfacer las necesidades humanas; sin embargo, escasea y se la contamina constantemente. A continuación, relacione el tipo de contaminante del agua con los agentes que intervienen en la contaminación. </a:t>
            </a:r>
          </a:p>
          <a:p>
            <a:pPr marL="358775" indent="0">
              <a:buNone/>
            </a:pPr>
            <a:r>
              <a:rPr lang="es-MX" sz="2000" dirty="0"/>
              <a:t>I. Sustancias tóxicas 			a. Bacterias y parásitos </a:t>
            </a:r>
          </a:p>
          <a:p>
            <a:pPr marL="358775" indent="0">
              <a:buNone/>
            </a:pPr>
            <a:r>
              <a:rPr lang="es-MX" sz="2000" dirty="0"/>
              <a:t>II. Agentes patógenos 			b. Tinturas y detergentes </a:t>
            </a:r>
          </a:p>
          <a:p>
            <a:pPr marL="358775" indent="0">
              <a:buNone/>
            </a:pPr>
            <a:r>
              <a:rPr lang="es-MX" sz="2000" dirty="0"/>
              <a:t>III. Residuos industriales 		c. Ácidos y metales pesados </a:t>
            </a:r>
          </a:p>
          <a:p>
            <a:pPr marL="0" indent="0">
              <a:buNone/>
            </a:pPr>
            <a:endParaRPr lang="es-MX" sz="2000" dirty="0"/>
          </a:p>
          <a:p>
            <a:pPr marL="0" indent="0">
              <a:buNone/>
            </a:pPr>
            <a:r>
              <a:rPr lang="es-MX" sz="2000" dirty="0"/>
              <a:t>A) </a:t>
            </a:r>
            <a:r>
              <a:rPr lang="es-MX" sz="2000" dirty="0" err="1"/>
              <a:t>Ic</a:t>
            </a:r>
            <a:r>
              <a:rPr lang="es-MX" sz="2000" dirty="0"/>
              <a:t>, </a:t>
            </a:r>
            <a:r>
              <a:rPr lang="es-MX" sz="2000" dirty="0" err="1"/>
              <a:t>IIa</a:t>
            </a:r>
            <a:r>
              <a:rPr lang="es-MX" sz="2000" dirty="0"/>
              <a:t>, </a:t>
            </a:r>
            <a:r>
              <a:rPr lang="es-MX" sz="2000" dirty="0" err="1"/>
              <a:t>IIIb</a:t>
            </a:r>
            <a:r>
              <a:rPr lang="es-MX" sz="2000" dirty="0"/>
              <a:t> *       B) </a:t>
            </a:r>
            <a:r>
              <a:rPr lang="es-MX" sz="2000" dirty="0" err="1"/>
              <a:t>Ia</a:t>
            </a:r>
            <a:r>
              <a:rPr lang="es-MX" sz="2000" dirty="0"/>
              <a:t>, </a:t>
            </a:r>
            <a:r>
              <a:rPr lang="es-MX" sz="2000" dirty="0" err="1"/>
              <a:t>IIc</a:t>
            </a:r>
            <a:r>
              <a:rPr lang="es-MX" sz="2000" dirty="0"/>
              <a:t>, </a:t>
            </a:r>
            <a:r>
              <a:rPr lang="es-MX" sz="2000" dirty="0" err="1"/>
              <a:t>IIIb</a:t>
            </a:r>
            <a:r>
              <a:rPr lang="es-MX" sz="2000" dirty="0"/>
              <a:t>       C) </a:t>
            </a:r>
            <a:r>
              <a:rPr lang="es-MX" sz="2000" dirty="0" err="1"/>
              <a:t>Ib</a:t>
            </a:r>
            <a:r>
              <a:rPr lang="es-MX" sz="2000" dirty="0"/>
              <a:t>, </a:t>
            </a:r>
            <a:r>
              <a:rPr lang="es-MX" sz="2000" dirty="0" err="1"/>
              <a:t>IIc</a:t>
            </a:r>
            <a:r>
              <a:rPr lang="es-MX" sz="2000" dirty="0"/>
              <a:t>, </a:t>
            </a:r>
            <a:r>
              <a:rPr lang="es-MX" sz="2000" dirty="0" err="1"/>
              <a:t>IIIa</a:t>
            </a:r>
            <a:r>
              <a:rPr lang="es-MX" sz="2000" dirty="0"/>
              <a:t>    D) </a:t>
            </a:r>
            <a:r>
              <a:rPr lang="es-MX" sz="2000" dirty="0" err="1"/>
              <a:t>Ib</a:t>
            </a:r>
            <a:r>
              <a:rPr lang="es-MX" sz="2000" dirty="0"/>
              <a:t>, </a:t>
            </a:r>
            <a:r>
              <a:rPr lang="es-MX" sz="2000" dirty="0" err="1"/>
              <a:t>IIa</a:t>
            </a:r>
            <a:r>
              <a:rPr lang="es-MX" sz="2000" dirty="0"/>
              <a:t>, </a:t>
            </a:r>
            <a:r>
              <a:rPr lang="es-MX" sz="2000" dirty="0" err="1"/>
              <a:t>IIIc</a:t>
            </a:r>
            <a:r>
              <a:rPr lang="es-MX" sz="2000" dirty="0"/>
              <a:t> </a:t>
            </a:r>
          </a:p>
          <a:p>
            <a:pPr marL="0" indent="0">
              <a:buNone/>
            </a:pPr>
            <a:r>
              <a:rPr lang="es-MX" sz="2000" b="1" dirty="0"/>
              <a:t>Solución</a:t>
            </a:r>
            <a:r>
              <a:rPr lang="es-MX" sz="2000" dirty="0"/>
              <a:t> </a:t>
            </a:r>
          </a:p>
          <a:p>
            <a:pPr marL="0" indent="0" algn="just">
              <a:buNone/>
            </a:pPr>
            <a:r>
              <a:rPr lang="es-MX" sz="2000" dirty="0"/>
              <a:t>El deterioro de la calidad del agua para satisfacer en forma óptima las necesidades de la sociedad humana y sus actividades, es su contaminación, que se produce por la presencia en el agua de sustancias tóxicas, tales como los ácidos, el cianuro, el arsénico, los metales pesados (como el plomo, el mercurio); por agentes patógenos tales como los virus, las bacterias, los parásitos, etc. También, por residuos industriales entre los que destacan restos de tinturas y detergentes.</a:t>
            </a:r>
            <a:endParaRPr lang="es-PE" sz="2000" dirty="0"/>
          </a:p>
        </p:txBody>
      </p:sp>
    </p:spTree>
    <p:extLst>
      <p:ext uri="{BB962C8B-B14F-4D97-AF65-F5344CB8AC3E}">
        <p14:creationId xmlns:p14="http://schemas.microsoft.com/office/powerpoint/2010/main" val="2271618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0000" y="270000"/>
            <a:ext cx="9360000" cy="552960"/>
          </a:xfrm>
        </p:spPr>
        <p:txBody>
          <a:bodyPr>
            <a:normAutofit/>
          </a:bodyPr>
          <a:lstStyle/>
          <a:p>
            <a:pPr algn="ctr"/>
            <a:r>
              <a:rPr lang="es-MX" sz="2800" b="1" dirty="0">
                <a:solidFill>
                  <a:schemeClr val="bg1"/>
                </a:solidFill>
              </a:rPr>
              <a:t>Ejemplo de ítem de Análisis por inferencia</a:t>
            </a:r>
            <a:endParaRPr lang="en-US" sz="2800" b="1" dirty="0">
              <a:solidFill>
                <a:schemeClr val="bg1"/>
              </a:solidFill>
            </a:endParaRPr>
          </a:p>
        </p:txBody>
      </p:sp>
      <p:sp>
        <p:nvSpPr>
          <p:cNvPr id="3" name="Marcador de contenido 2"/>
          <p:cNvSpPr>
            <a:spLocks noGrp="1"/>
          </p:cNvSpPr>
          <p:nvPr>
            <p:ph idx="1"/>
          </p:nvPr>
        </p:nvSpPr>
        <p:spPr>
          <a:xfrm>
            <a:off x="693043" y="1509568"/>
            <a:ext cx="8694539" cy="3804057"/>
          </a:xfrm>
        </p:spPr>
        <p:style>
          <a:lnRef idx="2">
            <a:schemeClr val="accent3"/>
          </a:lnRef>
          <a:fillRef idx="1">
            <a:schemeClr val="lt1"/>
          </a:fillRef>
          <a:effectRef idx="0">
            <a:schemeClr val="accent3"/>
          </a:effectRef>
          <a:fontRef idx="minor">
            <a:schemeClr val="dk1"/>
          </a:fontRef>
        </p:style>
        <p:txBody>
          <a:bodyPr>
            <a:normAutofit fontScale="55000" lnSpcReduction="20000"/>
          </a:bodyPr>
          <a:lstStyle/>
          <a:p>
            <a:pPr marL="0" indent="0">
              <a:buNone/>
            </a:pPr>
            <a:r>
              <a:rPr lang="es-ES" dirty="0"/>
              <a:t>En el Templo de Chavín de </a:t>
            </a:r>
            <a:r>
              <a:rPr lang="es-ES" dirty="0" err="1"/>
              <a:t>Huántar</a:t>
            </a:r>
            <a:r>
              <a:rPr lang="es-ES" dirty="0"/>
              <a:t> se consolidó una casta sacerdotal que rendía culto a diversos dioses, en especial al dios felino. Este fue también un centro de observación astronómica que permitió la </a:t>
            </a:r>
            <a:r>
              <a:rPr lang="es-ES" u="sng" dirty="0"/>
              <a:t>elaboración de acertados calendarios </a:t>
            </a:r>
            <a:r>
              <a:rPr lang="es-ES" dirty="0"/>
              <a:t>expresados en “</a:t>
            </a:r>
            <a:r>
              <a:rPr lang="es-ES" u="sng" dirty="0"/>
              <a:t>oráculos</a:t>
            </a:r>
            <a:r>
              <a:rPr lang="es-ES" dirty="0"/>
              <a:t>”. Por ello, </a:t>
            </a:r>
            <a:r>
              <a:rPr lang="es-ES" u="sng" dirty="0"/>
              <a:t>peregrinos</a:t>
            </a:r>
            <a:r>
              <a:rPr lang="es-ES" dirty="0"/>
              <a:t> provenientes de </a:t>
            </a:r>
            <a:r>
              <a:rPr lang="es-ES" u="sng" dirty="0"/>
              <a:t>diversas regiones </a:t>
            </a:r>
            <a:r>
              <a:rPr lang="es-ES" dirty="0"/>
              <a:t>del territorio andino fueron </a:t>
            </a:r>
            <a:r>
              <a:rPr lang="es-ES" u="sng" dirty="0"/>
              <a:t>atraídos a rendir culto </a:t>
            </a:r>
            <a:r>
              <a:rPr lang="es-ES" dirty="0"/>
              <a:t>y ofrendas al Templo. Por tales razones los Chavín </a:t>
            </a:r>
            <a:endParaRPr lang="en-US" dirty="0"/>
          </a:p>
          <a:p>
            <a:pPr marL="425265" indent="-425265">
              <a:buAutoNum type="alphaUcParenR"/>
            </a:pPr>
            <a:r>
              <a:rPr lang="es-ES" dirty="0"/>
              <a:t>se convirtieron en el primer imperio </a:t>
            </a:r>
            <a:r>
              <a:rPr lang="es-ES" dirty="0" err="1"/>
              <a:t>panandino</a:t>
            </a:r>
            <a:r>
              <a:rPr lang="es-ES" dirty="0"/>
              <a:t> con rasgos teocráticos.</a:t>
            </a:r>
          </a:p>
          <a:p>
            <a:pPr marL="425265" indent="-425265">
              <a:buAutoNum type="alphaUcParenR"/>
            </a:pPr>
            <a:r>
              <a:rPr lang="es-ES" dirty="0"/>
              <a:t>extendieron sus patrones culturales en gran parte de los Andes.</a:t>
            </a:r>
            <a:endParaRPr lang="en-US" dirty="0"/>
          </a:p>
          <a:p>
            <a:pPr marL="425265" indent="-425265">
              <a:buAutoNum type="alphaUcParenR"/>
            </a:pPr>
            <a:r>
              <a:rPr lang="es-ES" dirty="0"/>
              <a:t>desarrollaron un sistema de tributación compulsivo en todos los Andes.</a:t>
            </a:r>
            <a:endParaRPr lang="en-US" dirty="0"/>
          </a:p>
          <a:p>
            <a:pPr marL="425265" indent="-425265">
              <a:buAutoNum type="alphaUcParenR"/>
            </a:pPr>
            <a:r>
              <a:rPr lang="es-ES" dirty="0"/>
              <a:t>consolidaron su autoridad política sobre las culturas menos desarrolladas. </a:t>
            </a:r>
            <a:endParaRPr lang="en-US" dirty="0"/>
          </a:p>
          <a:p>
            <a:pPr marL="0" indent="0">
              <a:buNone/>
            </a:pPr>
            <a:r>
              <a:rPr lang="es-ES" b="1" dirty="0"/>
              <a:t> </a:t>
            </a:r>
            <a:endParaRPr lang="en-US" dirty="0"/>
          </a:p>
          <a:p>
            <a:pPr marL="0" indent="0">
              <a:buNone/>
            </a:pPr>
            <a:r>
              <a:rPr lang="es-ES" b="1" dirty="0"/>
              <a:t>Solución</a:t>
            </a:r>
            <a:endParaRPr lang="en-US" dirty="0"/>
          </a:p>
          <a:p>
            <a:pPr marL="0" indent="0">
              <a:buNone/>
            </a:pPr>
            <a:r>
              <a:rPr lang="es-ES" dirty="0"/>
              <a:t>Los dioses y la casta sacerdotal del Templo de Chavín de </a:t>
            </a:r>
            <a:r>
              <a:rPr lang="es-ES" dirty="0" err="1"/>
              <a:t>Huántar</a:t>
            </a:r>
            <a:r>
              <a:rPr lang="es-ES" dirty="0"/>
              <a:t> gozaron de importante prestigio en un amplio espacio de los Andes debido a los acertados “oráculos” que respondían a sus calendarios astronómicos, atrayendo así a muchos peregrinos de diversas regiones. Este prestigio permitió que los patrones culturales Chavín (como sus dioses y formas de cerámica y arquitectura) se expandieran en un amplio radio de los Andes.</a:t>
            </a:r>
            <a:endParaRPr lang="en-US" dirty="0"/>
          </a:p>
          <a:p>
            <a:endParaRPr lang="en-US" dirty="0"/>
          </a:p>
        </p:txBody>
      </p:sp>
    </p:spTree>
    <p:extLst>
      <p:ext uri="{BB962C8B-B14F-4D97-AF65-F5344CB8AC3E}">
        <p14:creationId xmlns:p14="http://schemas.microsoft.com/office/powerpoint/2010/main" val="2449989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sz="2976" b="1" dirty="0">
                <a:solidFill>
                  <a:schemeClr val="bg1"/>
                </a:solidFill>
              </a:rPr>
              <a:t>Ejemplo de contextualización</a:t>
            </a:r>
            <a:endParaRPr lang="en-US" sz="2976" b="1" dirty="0">
              <a:solidFill>
                <a:schemeClr val="bg1"/>
              </a:solidFill>
            </a:endParaRPr>
          </a:p>
        </p:txBody>
      </p:sp>
      <p:sp>
        <p:nvSpPr>
          <p:cNvPr id="3" name="Marcador de contenido 2"/>
          <p:cNvSpPr>
            <a:spLocks noGrp="1"/>
          </p:cNvSpPr>
          <p:nvPr>
            <p:ph idx="1"/>
          </p:nvPr>
        </p:nvSpPr>
        <p:spPr/>
        <p:style>
          <a:lnRef idx="2">
            <a:schemeClr val="accent2"/>
          </a:lnRef>
          <a:fillRef idx="1">
            <a:schemeClr val="lt1"/>
          </a:fillRef>
          <a:effectRef idx="0">
            <a:schemeClr val="accent2"/>
          </a:effectRef>
          <a:fontRef idx="minor">
            <a:schemeClr val="dk1"/>
          </a:fontRef>
        </p:style>
        <p:txBody>
          <a:bodyPr>
            <a:normAutofit fontScale="55000" lnSpcReduction="20000"/>
          </a:bodyPr>
          <a:lstStyle/>
          <a:p>
            <a:pPr marL="0" indent="0">
              <a:buNone/>
            </a:pPr>
            <a:r>
              <a:rPr lang="es-MX" dirty="0">
                <a:solidFill>
                  <a:srgbClr val="FF0000"/>
                </a:solidFill>
              </a:rPr>
              <a:t>El </a:t>
            </a:r>
            <a:r>
              <a:rPr lang="es-MX" u="sng" dirty="0">
                <a:solidFill>
                  <a:srgbClr val="FF0000"/>
                </a:solidFill>
              </a:rPr>
              <a:t>confucionismo</a:t>
            </a:r>
            <a:r>
              <a:rPr lang="es-MX" dirty="0">
                <a:solidFill>
                  <a:srgbClr val="FF0000"/>
                </a:solidFill>
              </a:rPr>
              <a:t> fue una de las doctrinas más </a:t>
            </a:r>
            <a:r>
              <a:rPr lang="es-MX" u="sng" dirty="0">
                <a:solidFill>
                  <a:srgbClr val="FF0000"/>
                </a:solidFill>
              </a:rPr>
              <a:t>importantes de la civilización china</a:t>
            </a:r>
            <a:r>
              <a:rPr lang="es-MX" dirty="0">
                <a:solidFill>
                  <a:srgbClr val="FF0000"/>
                </a:solidFill>
              </a:rPr>
              <a:t>. Si bien no fue una religión, </a:t>
            </a:r>
            <a:r>
              <a:rPr lang="es-MX" dirty="0"/>
              <a:t>exigía una serie de </a:t>
            </a:r>
            <a:r>
              <a:rPr lang="es-MX" u="sng" dirty="0">
                <a:solidFill>
                  <a:schemeClr val="accent1">
                    <a:lumMod val="75000"/>
                  </a:schemeClr>
                </a:solidFill>
              </a:rPr>
              <a:t>conductas</a:t>
            </a:r>
            <a:r>
              <a:rPr lang="es-MX" dirty="0"/>
              <a:t> basadas en estrictos </a:t>
            </a:r>
            <a:r>
              <a:rPr lang="es-MX" u="sng" dirty="0">
                <a:solidFill>
                  <a:schemeClr val="accent1">
                    <a:lumMod val="75000"/>
                  </a:schemeClr>
                </a:solidFill>
              </a:rPr>
              <a:t>principios</a:t>
            </a:r>
            <a:r>
              <a:rPr lang="es-MX" dirty="0">
                <a:solidFill>
                  <a:schemeClr val="accent1">
                    <a:lumMod val="75000"/>
                  </a:schemeClr>
                </a:solidFill>
              </a:rPr>
              <a:t> morales que </a:t>
            </a:r>
            <a:r>
              <a:rPr lang="es-MX" u="sng" dirty="0">
                <a:solidFill>
                  <a:schemeClr val="accent1">
                    <a:lumMod val="75000"/>
                  </a:schemeClr>
                </a:solidFill>
              </a:rPr>
              <a:t>ordenaban de manera jerárquica </a:t>
            </a:r>
            <a:r>
              <a:rPr lang="es-MX" dirty="0"/>
              <a:t>las relaciones de los </a:t>
            </a:r>
            <a:r>
              <a:rPr lang="es-MX" u="sng" dirty="0">
                <a:solidFill>
                  <a:schemeClr val="accent1">
                    <a:lumMod val="75000"/>
                  </a:schemeClr>
                </a:solidFill>
              </a:rPr>
              <a:t>miembros de la sociedad</a:t>
            </a:r>
            <a:r>
              <a:rPr lang="es-MX" dirty="0"/>
              <a:t>. Así, mientras los </a:t>
            </a:r>
            <a:r>
              <a:rPr lang="es-MX" u="sng" dirty="0"/>
              <a:t>hijos</a:t>
            </a:r>
            <a:r>
              <a:rPr lang="es-MX" dirty="0"/>
              <a:t> debían </a:t>
            </a:r>
            <a:r>
              <a:rPr lang="es-MX" u="sng" dirty="0"/>
              <a:t>obediencia</a:t>
            </a:r>
            <a:r>
              <a:rPr lang="es-MX" dirty="0"/>
              <a:t> a los </a:t>
            </a:r>
            <a:r>
              <a:rPr lang="es-MX" u="sng" dirty="0"/>
              <a:t>padres</a:t>
            </a:r>
            <a:r>
              <a:rPr lang="es-MX" dirty="0"/>
              <a:t> y </a:t>
            </a:r>
            <a:r>
              <a:rPr lang="es-MX" u="sng" dirty="0"/>
              <a:t>ancianos</a:t>
            </a:r>
            <a:r>
              <a:rPr lang="es-MX" dirty="0"/>
              <a:t>,</a:t>
            </a:r>
            <a:endParaRPr lang="en-US" dirty="0"/>
          </a:p>
          <a:p>
            <a:pPr marL="425265" indent="-425265">
              <a:buAutoNum type="alphaUcParenR"/>
            </a:pPr>
            <a:r>
              <a:rPr lang="es-MX" dirty="0"/>
              <a:t>los súbditos debían acatar el mandato de los gobernantes.</a:t>
            </a:r>
          </a:p>
          <a:p>
            <a:pPr marL="425265" indent="-425265">
              <a:buAutoNum type="alphaUcParenR"/>
            </a:pPr>
            <a:r>
              <a:rPr lang="es-MX" dirty="0"/>
              <a:t>los hermanos mayores debían respetar a los menores.</a:t>
            </a:r>
            <a:endParaRPr lang="en-US" dirty="0"/>
          </a:p>
          <a:p>
            <a:pPr marL="425265" indent="-425265">
              <a:buAutoNum type="alphaUcParenR"/>
            </a:pPr>
            <a:r>
              <a:rPr lang="es-MX" dirty="0"/>
              <a:t>los hombres debían obedecer las órdenes de sus esposas.</a:t>
            </a:r>
            <a:endParaRPr lang="en-US" dirty="0"/>
          </a:p>
          <a:p>
            <a:pPr marL="425265" indent="-425265">
              <a:buAutoNum type="alphaUcParenR"/>
            </a:pPr>
            <a:r>
              <a:rPr lang="es-MX" dirty="0"/>
              <a:t>los plebeyos debían obediencia a la nobleza samurái.</a:t>
            </a:r>
            <a:endParaRPr lang="en-US" dirty="0"/>
          </a:p>
          <a:p>
            <a:endParaRPr lang="en-US" dirty="0"/>
          </a:p>
          <a:p>
            <a:pPr marL="0" indent="0">
              <a:buNone/>
            </a:pPr>
            <a:r>
              <a:rPr lang="es-MX" b="1" dirty="0"/>
              <a:t>Solución</a:t>
            </a:r>
            <a:endParaRPr lang="en-US" dirty="0"/>
          </a:p>
          <a:p>
            <a:pPr marL="0" indent="0">
              <a:buNone/>
            </a:pPr>
            <a:r>
              <a:rPr lang="es-MX" dirty="0"/>
              <a:t>El confucionismo fue una filosofía que tuvo una enorme importancia en la cultura china. Por centurias fue parte de la cultura de la población común y fundamento de la obediencia al gobierno de sus emperadores. Por un lado, establece máximas de honestidad, humanidad y respeto, pero al mismo tiempo exigía una moral jerárquica, donde el menor debía respeto y obediencia al mayor o superior: los hijos a los padres, los hermanos menores a los mayores, las esposas a los esposos y, especialmente, los súbditos a los gobernantes.</a:t>
            </a:r>
            <a:endParaRPr lang="en-US" dirty="0"/>
          </a:p>
          <a:p>
            <a:endParaRPr lang="en-US" dirty="0"/>
          </a:p>
        </p:txBody>
      </p:sp>
    </p:spTree>
    <p:extLst>
      <p:ext uri="{BB962C8B-B14F-4D97-AF65-F5344CB8AC3E}">
        <p14:creationId xmlns:p14="http://schemas.microsoft.com/office/powerpoint/2010/main" val="30804947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D884C2-495A-46E7-B202-96B74BB8C4C7}"/>
              </a:ext>
            </a:extLst>
          </p:cNvPr>
          <p:cNvSpPr>
            <a:spLocks noGrp="1"/>
          </p:cNvSpPr>
          <p:nvPr>
            <p:ph type="title"/>
          </p:nvPr>
        </p:nvSpPr>
        <p:spPr/>
        <p:txBody>
          <a:bodyPr/>
          <a:lstStyle/>
          <a:p>
            <a:r>
              <a:rPr lang="es-MX" sz="2646" b="1" dirty="0">
                <a:solidFill>
                  <a:schemeClr val="bg1"/>
                </a:solidFill>
                <a:latin typeface="Calibri" panose="020F0502020204030204" pitchFamily="34" charset="0"/>
                <a:cs typeface="Times New Roman" panose="02020603050405020304" pitchFamily="18" charset="0"/>
              </a:rPr>
              <a:t>Aspectos formales para la elaboración de ítems</a:t>
            </a:r>
            <a:endParaRPr lang="es-PE" sz="2646" b="1" dirty="0">
              <a:solidFill>
                <a:schemeClr val="bg1"/>
              </a:solidFill>
              <a:latin typeface="Calibri" panose="020F0502020204030204" pitchFamily="34" charset="0"/>
              <a:cs typeface="Times New Roman" panose="02020603050405020304" pitchFamily="18" charset="0"/>
            </a:endParaRPr>
          </a:p>
        </p:txBody>
      </p:sp>
      <p:pic>
        <p:nvPicPr>
          <p:cNvPr id="5" name="Marcador de contenido 4">
            <a:extLst>
              <a:ext uri="{FF2B5EF4-FFF2-40B4-BE49-F238E27FC236}">
                <a16:creationId xmlns:a16="http://schemas.microsoft.com/office/drawing/2014/main" id="{0AC8FDA1-21C1-4973-AAE1-1B04D66F3A45}"/>
              </a:ext>
            </a:extLst>
          </p:cNvPr>
          <p:cNvPicPr>
            <a:picLocks noGrp="1" noChangeAspect="1"/>
          </p:cNvPicPr>
          <p:nvPr>
            <p:ph idx="1"/>
          </p:nvPr>
        </p:nvPicPr>
        <p:blipFill>
          <a:blip r:embed="rId2"/>
          <a:stretch>
            <a:fillRect/>
          </a:stretch>
        </p:blipFill>
        <p:spPr>
          <a:xfrm>
            <a:off x="559518" y="1483391"/>
            <a:ext cx="9094481" cy="3386028"/>
          </a:xfrm>
        </p:spPr>
      </p:pic>
    </p:spTree>
    <p:extLst>
      <p:ext uri="{BB962C8B-B14F-4D97-AF65-F5344CB8AC3E}">
        <p14:creationId xmlns:p14="http://schemas.microsoft.com/office/powerpoint/2010/main" val="2053390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F575CD-9510-4ECE-9B3F-7528573B17DB}"/>
              </a:ext>
            </a:extLst>
          </p:cNvPr>
          <p:cNvSpPr>
            <a:spLocks noGrp="1"/>
          </p:cNvSpPr>
          <p:nvPr>
            <p:ph type="title"/>
          </p:nvPr>
        </p:nvSpPr>
        <p:spPr/>
        <p:txBody>
          <a:bodyPr/>
          <a:lstStyle/>
          <a:p>
            <a:r>
              <a:rPr lang="es-MX" sz="2646" b="1" dirty="0">
                <a:solidFill>
                  <a:schemeClr val="bg1"/>
                </a:solidFill>
                <a:latin typeface="Calibri" panose="020F0502020204030204" pitchFamily="34" charset="0"/>
                <a:cs typeface="Times New Roman" panose="02020603050405020304" pitchFamily="18" charset="0"/>
              </a:rPr>
              <a:t>Aspectos formales para la elaboración de ítems</a:t>
            </a:r>
            <a:endParaRPr lang="es-PE" sz="2646" b="1" dirty="0">
              <a:solidFill>
                <a:schemeClr val="bg1"/>
              </a:solidFill>
              <a:latin typeface="Calibri" panose="020F0502020204030204" pitchFamily="34" charset="0"/>
              <a:cs typeface="Times New Roman" panose="02020603050405020304" pitchFamily="18" charset="0"/>
            </a:endParaRPr>
          </a:p>
        </p:txBody>
      </p:sp>
      <p:pic>
        <p:nvPicPr>
          <p:cNvPr id="5" name="Marcador de contenido 4">
            <a:extLst>
              <a:ext uri="{FF2B5EF4-FFF2-40B4-BE49-F238E27FC236}">
                <a16:creationId xmlns:a16="http://schemas.microsoft.com/office/drawing/2014/main" id="{2386417C-8E5F-4536-B96D-A94B44AA055F}"/>
              </a:ext>
            </a:extLst>
          </p:cNvPr>
          <p:cNvPicPr>
            <a:picLocks noGrp="1" noChangeAspect="1"/>
          </p:cNvPicPr>
          <p:nvPr>
            <p:ph idx="1"/>
          </p:nvPr>
        </p:nvPicPr>
        <p:blipFill>
          <a:blip r:embed="rId2"/>
          <a:stretch>
            <a:fillRect/>
          </a:stretch>
        </p:blipFill>
        <p:spPr>
          <a:xfrm>
            <a:off x="693043" y="2077433"/>
            <a:ext cx="8694539" cy="2462056"/>
          </a:xfrm>
        </p:spPr>
      </p:pic>
    </p:spTree>
    <p:extLst>
      <p:ext uri="{BB962C8B-B14F-4D97-AF65-F5344CB8AC3E}">
        <p14:creationId xmlns:p14="http://schemas.microsoft.com/office/powerpoint/2010/main" val="45287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11AB0-EAC7-49D1-9D27-4A637E89E8B6}"/>
              </a:ext>
            </a:extLst>
          </p:cNvPr>
          <p:cNvSpPr>
            <a:spLocks noGrp="1"/>
          </p:cNvSpPr>
          <p:nvPr>
            <p:ph type="title"/>
          </p:nvPr>
        </p:nvSpPr>
        <p:spPr/>
        <p:txBody>
          <a:bodyPr/>
          <a:lstStyle/>
          <a:p>
            <a:r>
              <a:rPr lang="es-MX" sz="2646" b="1" dirty="0">
                <a:solidFill>
                  <a:schemeClr val="bg1"/>
                </a:solidFill>
                <a:latin typeface="Calibri" panose="020F0502020204030204" pitchFamily="34" charset="0"/>
                <a:cs typeface="Times New Roman" panose="02020603050405020304" pitchFamily="18" charset="0"/>
              </a:rPr>
              <a:t>Aspectos formales para la elaboración de ítems</a:t>
            </a:r>
            <a:endParaRPr lang="es-PE" sz="2646" b="1" dirty="0">
              <a:solidFill>
                <a:schemeClr val="bg1"/>
              </a:solidFill>
              <a:latin typeface="Calibri" panose="020F0502020204030204" pitchFamily="34" charset="0"/>
              <a:cs typeface="Times New Roman" panose="02020603050405020304" pitchFamily="18" charset="0"/>
            </a:endParaRPr>
          </a:p>
        </p:txBody>
      </p:sp>
      <p:pic>
        <p:nvPicPr>
          <p:cNvPr id="5" name="Marcador de contenido 4">
            <a:extLst>
              <a:ext uri="{FF2B5EF4-FFF2-40B4-BE49-F238E27FC236}">
                <a16:creationId xmlns:a16="http://schemas.microsoft.com/office/drawing/2014/main" id="{D34A40B0-03E4-4CD8-85C1-BDC69F0DA464}"/>
              </a:ext>
            </a:extLst>
          </p:cNvPr>
          <p:cNvPicPr>
            <a:picLocks noGrp="1" noChangeAspect="1"/>
          </p:cNvPicPr>
          <p:nvPr>
            <p:ph idx="1"/>
          </p:nvPr>
        </p:nvPicPr>
        <p:blipFill>
          <a:blip r:embed="rId2"/>
          <a:stretch>
            <a:fillRect/>
          </a:stretch>
        </p:blipFill>
        <p:spPr>
          <a:xfrm>
            <a:off x="693043" y="2431180"/>
            <a:ext cx="8694539" cy="1754561"/>
          </a:xfrm>
        </p:spPr>
      </p:pic>
    </p:spTree>
    <p:extLst>
      <p:ext uri="{BB962C8B-B14F-4D97-AF65-F5344CB8AC3E}">
        <p14:creationId xmlns:p14="http://schemas.microsoft.com/office/powerpoint/2010/main" val="506895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Ejemplos de ítems</a:t>
            </a:r>
            <a:endParaRPr lang="en-US" b="1" dirty="0"/>
          </a:p>
        </p:txBody>
      </p:sp>
      <p:sp>
        <p:nvSpPr>
          <p:cNvPr id="5" name="Marcador de texto 4"/>
          <p:cNvSpPr>
            <a:spLocks noGrp="1"/>
          </p:cNvSpPr>
          <p:nvPr>
            <p:ph type="body" idx="1"/>
          </p:nvPr>
        </p:nvSpPr>
        <p:spPr/>
        <p:txBody>
          <a:bodyPr/>
          <a:lstStyle/>
          <a:p>
            <a:endParaRPr lang="en-US"/>
          </a:p>
        </p:txBody>
      </p:sp>
    </p:spTree>
    <p:extLst>
      <p:ext uri="{BB962C8B-B14F-4D97-AF65-F5344CB8AC3E}">
        <p14:creationId xmlns:p14="http://schemas.microsoft.com/office/powerpoint/2010/main" val="1833284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3340" y="301993"/>
            <a:ext cx="9608820" cy="741947"/>
          </a:xfrm>
        </p:spPr>
        <p:txBody>
          <a:bodyPr>
            <a:normAutofit/>
          </a:bodyPr>
          <a:lstStyle/>
          <a:p>
            <a:pPr algn="ctr"/>
            <a:r>
              <a:rPr lang="es-MX" sz="2400" b="1" dirty="0">
                <a:solidFill>
                  <a:schemeClr val="bg1"/>
                </a:solidFill>
              </a:rPr>
              <a:t>Alto nivel de dificultad (manejo de información y el ejercicio de destrezas cognitivas: análisis por inferencia).</a:t>
            </a:r>
            <a:r>
              <a:rPr lang="es-MX" sz="2400" dirty="0">
                <a:solidFill>
                  <a:schemeClr val="bg1"/>
                </a:solidFill>
              </a:rPr>
              <a:t> </a:t>
            </a:r>
            <a:endParaRPr lang="en-US" sz="2400" dirty="0">
              <a:solidFill>
                <a:schemeClr val="bg1"/>
              </a:solidFill>
            </a:endParaRPr>
          </a:p>
        </p:txBody>
      </p:sp>
      <p:sp>
        <p:nvSpPr>
          <p:cNvPr id="3" name="Marcador de contenido 2"/>
          <p:cNvSpPr>
            <a:spLocks noGrp="1"/>
          </p:cNvSpPr>
          <p:nvPr>
            <p:ph idx="1"/>
          </p:nvPr>
        </p:nvSpPr>
        <p:spPr>
          <a:xfrm>
            <a:off x="360000" y="1350000"/>
            <a:ext cx="9180000" cy="3595380"/>
          </a:xfrm>
          <a:ln>
            <a:solidFill>
              <a:schemeClr val="bg1"/>
            </a:solidFill>
          </a:ln>
        </p:spPr>
        <p:style>
          <a:lnRef idx="2">
            <a:schemeClr val="accent1"/>
          </a:lnRef>
          <a:fillRef idx="1">
            <a:schemeClr val="lt1"/>
          </a:fillRef>
          <a:effectRef idx="0">
            <a:schemeClr val="accent1"/>
          </a:effectRef>
          <a:fontRef idx="minor">
            <a:schemeClr val="dk1"/>
          </a:fontRef>
        </p:style>
        <p:txBody>
          <a:bodyPr>
            <a:normAutofit fontScale="47500" lnSpcReduction="20000"/>
          </a:bodyPr>
          <a:lstStyle/>
          <a:p>
            <a:pPr marL="0" indent="0">
              <a:buNone/>
            </a:pPr>
            <a:r>
              <a:rPr lang="es-MX" dirty="0"/>
              <a:t>Por sus condiciones geográficas, la región conocida como </a:t>
            </a:r>
            <a:r>
              <a:rPr lang="es-MX" dirty="0" err="1"/>
              <a:t>Hélade</a:t>
            </a:r>
            <a:r>
              <a:rPr lang="es-MX" dirty="0"/>
              <a:t> tuvo una impronta determinante en la constitución de la vida </a:t>
            </a:r>
            <a:r>
              <a:rPr lang="es-MX" u="sng" dirty="0"/>
              <a:t>política</a:t>
            </a:r>
            <a:r>
              <a:rPr lang="es-MX" dirty="0"/>
              <a:t> de las polis griegas. La Península griega contaba en su interior con una red de montañas que delimitaba pequeños valles e </a:t>
            </a:r>
            <a:r>
              <a:rPr lang="es-MX" u="sng" dirty="0"/>
              <a:t>incomunicaba</a:t>
            </a:r>
            <a:r>
              <a:rPr lang="es-MX" dirty="0"/>
              <a:t> a las diversas regiones. De similar manera, la hidrografía permitió </a:t>
            </a:r>
            <a:r>
              <a:rPr lang="es-MX" u="sng" dirty="0"/>
              <a:t>determinar áreas específicas</a:t>
            </a:r>
            <a:r>
              <a:rPr lang="es-MX" dirty="0"/>
              <a:t>, como el río del Peloponeso, donde se fundó Esparta, y el mar Negro, lugar de asentamiento de la ciudad de Atenas. Por estas razones, se puede inferir que la </a:t>
            </a:r>
            <a:r>
              <a:rPr lang="es-MX" u="sng" dirty="0"/>
              <a:t>geografía</a:t>
            </a:r>
            <a:r>
              <a:rPr lang="es-MX" dirty="0"/>
              <a:t> favoreció un aspecto característico de la historia griega, a saber,</a:t>
            </a:r>
          </a:p>
          <a:p>
            <a:pPr marL="0" indent="0">
              <a:buNone/>
            </a:pPr>
            <a:endParaRPr lang="en-US" dirty="0"/>
          </a:p>
          <a:p>
            <a:pPr marL="425265" indent="-425265">
              <a:buAutoNum type="alphaUcParenR"/>
            </a:pPr>
            <a:r>
              <a:rPr lang="es-MX" dirty="0"/>
              <a:t>la formación de comunidades </a:t>
            </a:r>
            <a:r>
              <a:rPr lang="es-MX" u="sng" dirty="0"/>
              <a:t>independientes</a:t>
            </a:r>
            <a:r>
              <a:rPr lang="es-MX" dirty="0"/>
              <a:t> celosas de su </a:t>
            </a:r>
            <a:r>
              <a:rPr lang="es-MX" u="sng" dirty="0"/>
              <a:t>autonomía</a:t>
            </a:r>
            <a:r>
              <a:rPr lang="es-MX" dirty="0"/>
              <a:t>.*</a:t>
            </a:r>
          </a:p>
          <a:p>
            <a:pPr marL="425265" indent="-425265">
              <a:buAutoNum type="alphaUcParenR"/>
            </a:pPr>
            <a:r>
              <a:rPr lang="es-MX" dirty="0"/>
              <a:t>la conformación de reinos autónomos con pretensiones imperialistas</a:t>
            </a:r>
            <a:endParaRPr lang="en-US" dirty="0"/>
          </a:p>
          <a:p>
            <a:pPr marL="425265" indent="-425265">
              <a:buAutoNum type="alphaUcParenR"/>
            </a:pPr>
            <a:r>
              <a:rPr lang="es-MX" dirty="0"/>
              <a:t>la fragmentación económica y comercial de la totalidad de Grecia.</a:t>
            </a:r>
            <a:endParaRPr lang="en-US" dirty="0"/>
          </a:p>
          <a:p>
            <a:pPr marL="425265" indent="-425265">
              <a:buAutoNum type="alphaUcParenR"/>
            </a:pPr>
            <a:r>
              <a:rPr lang="es-MX" dirty="0"/>
              <a:t>la pérdida progresiva de los patrones culturales que unía a los griegos.</a:t>
            </a:r>
            <a:endParaRPr lang="en-US" dirty="0"/>
          </a:p>
          <a:p>
            <a:pPr marL="0" indent="0">
              <a:buNone/>
            </a:pPr>
            <a:endParaRPr lang="en-US" dirty="0"/>
          </a:p>
          <a:p>
            <a:pPr marL="0" indent="0">
              <a:buNone/>
            </a:pPr>
            <a:r>
              <a:rPr lang="es-MX" b="1" dirty="0"/>
              <a:t>Solución</a:t>
            </a:r>
            <a:endParaRPr lang="en-US" dirty="0"/>
          </a:p>
          <a:p>
            <a:pPr marL="0" indent="0">
              <a:buNone/>
            </a:pPr>
            <a:r>
              <a:rPr lang="es-MX" dirty="0"/>
              <a:t>Las condiciones geográficas de Grecia abonaron en la constitución de comunidades humanas, independientes unas de otras y con fuertes identidades locales; las cuales con el pasar del tiempo conformaría unas polis o ciudades griegas, sumamente celosas de su autonomía. Por ejemplo, la existencia de cadenas de montañas que separaban los valles o el asentamiento en Penínsulas rodeadas de mar hizo que las polis primigenias dominaran regiones específicas y tuvieran esporádicos vínculos entre sí, lo que abonaba a su sentimiento de independencia y defensa de su autonomía.</a:t>
            </a:r>
            <a:endParaRPr lang="en-US" dirty="0"/>
          </a:p>
          <a:p>
            <a:endParaRPr lang="en-US" dirty="0"/>
          </a:p>
        </p:txBody>
      </p:sp>
    </p:spTree>
    <p:extLst>
      <p:ext uri="{BB962C8B-B14F-4D97-AF65-F5344CB8AC3E}">
        <p14:creationId xmlns:p14="http://schemas.microsoft.com/office/powerpoint/2010/main" val="1978609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3043" y="301993"/>
            <a:ext cx="7288318" cy="719087"/>
          </a:xfrm>
        </p:spPr>
        <p:txBody>
          <a:bodyPr>
            <a:normAutofit/>
          </a:bodyPr>
          <a:lstStyle/>
          <a:p>
            <a:pPr algn="ctr"/>
            <a:r>
              <a:rPr lang="es-MX" sz="2600" b="1" dirty="0">
                <a:solidFill>
                  <a:schemeClr val="bg1"/>
                </a:solidFill>
              </a:rPr>
              <a:t>Ejemplo de ítem de síntesis por integración de información (Dificultad: media)</a:t>
            </a:r>
            <a:endParaRPr lang="en-US" sz="2600" b="1" dirty="0">
              <a:solidFill>
                <a:schemeClr val="bg1"/>
              </a:solidFill>
            </a:endParaRPr>
          </a:p>
        </p:txBody>
      </p:sp>
      <p:sp>
        <p:nvSpPr>
          <p:cNvPr id="3" name="Marcador de contenido 2"/>
          <p:cNvSpPr>
            <a:spLocks noGrp="1"/>
          </p:cNvSpPr>
          <p:nvPr>
            <p:ph idx="1"/>
          </p:nvPr>
        </p:nvSpPr>
        <p:spPr>
          <a:ln>
            <a:solidFill>
              <a:schemeClr val="bg1"/>
            </a:solidFill>
          </a:ln>
        </p:spPr>
        <p:style>
          <a:lnRef idx="2">
            <a:schemeClr val="accent3"/>
          </a:lnRef>
          <a:fillRef idx="1">
            <a:schemeClr val="lt1"/>
          </a:fillRef>
          <a:effectRef idx="0">
            <a:schemeClr val="accent3"/>
          </a:effectRef>
          <a:fontRef idx="minor">
            <a:schemeClr val="dk1"/>
          </a:fontRef>
        </p:style>
        <p:txBody>
          <a:bodyPr>
            <a:normAutofit fontScale="47500" lnSpcReduction="20000"/>
          </a:bodyPr>
          <a:lstStyle/>
          <a:p>
            <a:pPr marL="0" indent="0">
              <a:buNone/>
            </a:pPr>
            <a:r>
              <a:rPr lang="es-ES" dirty="0"/>
              <a:t>Los zigurats fueron </a:t>
            </a:r>
            <a:r>
              <a:rPr lang="es-ES" u="sng" dirty="0"/>
              <a:t>edificaciones monumentales </a:t>
            </a:r>
            <a:r>
              <a:rPr lang="es-ES" dirty="0"/>
              <a:t>construidas por los pueblos de la civilización Mesopotamia. En su interior habitaba la casta sacerdotal que </a:t>
            </a:r>
            <a:r>
              <a:rPr lang="es-ES" u="sng" dirty="0"/>
              <a:t>rendía culto </a:t>
            </a:r>
            <a:r>
              <a:rPr lang="es-ES" dirty="0"/>
              <a:t>a los dioses y </a:t>
            </a:r>
            <a:r>
              <a:rPr lang="es-ES" u="sng" dirty="0"/>
              <a:t>gobernaba</a:t>
            </a:r>
            <a:r>
              <a:rPr lang="es-ES" dirty="0"/>
              <a:t> la sociedad en nombre de las deidades. Asimismo, allí se </a:t>
            </a:r>
            <a:r>
              <a:rPr lang="es-ES" u="sng" dirty="0"/>
              <a:t>almacenaban</a:t>
            </a:r>
            <a:r>
              <a:rPr lang="es-ES" dirty="0"/>
              <a:t> las ofrendas dejadas por campesinos y ganaderos plebeyos, recursos que eran empleados para la construcción de </a:t>
            </a:r>
            <a:r>
              <a:rPr lang="es-ES" u="sng" dirty="0"/>
              <a:t>obras públicas </a:t>
            </a:r>
            <a:r>
              <a:rPr lang="es-ES" dirty="0"/>
              <a:t>y el mantenimiento de la casta sacerdotal. En ese sentido, el zigurat tenía una función</a:t>
            </a:r>
            <a:endParaRPr lang="en-US" dirty="0"/>
          </a:p>
          <a:p>
            <a:endParaRPr lang="en-US" dirty="0"/>
          </a:p>
          <a:p>
            <a:pPr marL="425265" indent="-425265">
              <a:buAutoNum type="alphaUcParenR"/>
            </a:pPr>
            <a:r>
              <a:rPr lang="es-ES" dirty="0"/>
              <a:t>religiosa y de culto.</a:t>
            </a:r>
          </a:p>
          <a:p>
            <a:pPr marL="425265" indent="-425265">
              <a:buAutoNum type="alphaUcParenR"/>
            </a:pPr>
            <a:r>
              <a:rPr lang="es-ES" dirty="0"/>
              <a:t>religiosa y administrativa.</a:t>
            </a:r>
            <a:endParaRPr lang="en-US" dirty="0"/>
          </a:p>
          <a:p>
            <a:pPr marL="425265" indent="-425265">
              <a:buAutoNum type="alphaUcParenR"/>
            </a:pPr>
            <a:r>
              <a:rPr lang="es-ES" dirty="0"/>
              <a:t>de ingeniería y religiosa.</a:t>
            </a:r>
            <a:endParaRPr lang="en-US" dirty="0"/>
          </a:p>
          <a:p>
            <a:pPr marL="425265" indent="-425265">
              <a:buAutoNum type="alphaUcParenR"/>
            </a:pPr>
            <a:r>
              <a:rPr lang="es-ES" dirty="0"/>
              <a:t>divina y de almacenaje.</a:t>
            </a:r>
            <a:endParaRPr lang="en-US" dirty="0"/>
          </a:p>
          <a:p>
            <a:pPr marL="0" indent="0">
              <a:buNone/>
            </a:pPr>
            <a:endParaRPr lang="en-US" dirty="0"/>
          </a:p>
          <a:p>
            <a:pPr marL="0" indent="0">
              <a:buNone/>
            </a:pPr>
            <a:r>
              <a:rPr lang="es-ES" b="1" dirty="0"/>
              <a:t>Solución:</a:t>
            </a:r>
            <a:endParaRPr lang="en-US" dirty="0"/>
          </a:p>
          <a:p>
            <a:pPr marL="0" indent="0">
              <a:buNone/>
            </a:pPr>
            <a:r>
              <a:rPr lang="es-ES" dirty="0"/>
              <a:t>El zigurat cumplía una función religiosa, pues permitía el culto a los dioses mesopotámicos y era la sede de la casta sacerdotal. Cumplía también una función administrativa porque al interior del templo los sacerdotes almacenaban y luego destinaban los recursos ofrendados para fines de la sociedad (construcción de obras públicas), así como para el mantenimiento de la propia casta gobernante.</a:t>
            </a:r>
            <a:endParaRPr lang="en-US" dirty="0"/>
          </a:p>
          <a:p>
            <a:endParaRPr lang="en-US" dirty="0"/>
          </a:p>
        </p:txBody>
      </p:sp>
    </p:spTree>
    <p:extLst>
      <p:ext uri="{BB962C8B-B14F-4D97-AF65-F5344CB8AC3E}">
        <p14:creationId xmlns:p14="http://schemas.microsoft.com/office/powerpoint/2010/main" val="32825416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MX" sz="2976" b="1" dirty="0">
                <a:solidFill>
                  <a:schemeClr val="bg1"/>
                </a:solidFill>
              </a:rPr>
              <a:t>Ejemplo de síntesis por extrapolación (dificultad: Fácil) </a:t>
            </a:r>
            <a:endParaRPr lang="en-US" sz="2976" b="1" dirty="0">
              <a:solidFill>
                <a:schemeClr val="bg1"/>
              </a:solidFill>
            </a:endParaRPr>
          </a:p>
        </p:txBody>
      </p:sp>
      <p:sp>
        <p:nvSpPr>
          <p:cNvPr id="3" name="Marcador de contenido 2"/>
          <p:cNvSpPr>
            <a:spLocks noGrp="1"/>
          </p:cNvSpPr>
          <p:nvPr>
            <p:ph idx="1"/>
          </p:nvPr>
        </p:nvSpPr>
        <p:spPr>
          <a:ln>
            <a:solidFill>
              <a:schemeClr val="bg1"/>
            </a:solidFill>
          </a:ln>
        </p:spPr>
        <p:style>
          <a:lnRef idx="2">
            <a:schemeClr val="accent2"/>
          </a:lnRef>
          <a:fillRef idx="1">
            <a:schemeClr val="lt1"/>
          </a:fillRef>
          <a:effectRef idx="0">
            <a:schemeClr val="accent2"/>
          </a:effectRef>
          <a:fontRef idx="minor">
            <a:schemeClr val="dk1"/>
          </a:fontRef>
        </p:style>
        <p:txBody>
          <a:bodyPr>
            <a:normAutofit/>
          </a:bodyPr>
          <a:lstStyle/>
          <a:p>
            <a:pPr marL="0" indent="0">
              <a:buNone/>
            </a:pPr>
            <a:r>
              <a:rPr lang="es-MX" sz="1300" dirty="0">
                <a:solidFill>
                  <a:schemeClr val="tx1">
                    <a:lumMod val="95000"/>
                    <a:lumOff val="5000"/>
                  </a:schemeClr>
                </a:solidFill>
              </a:rPr>
              <a:t>El confucionismo fue una de las doctrinas más importantes de la civilización china. Si bien no fue una religión, exigía una serie de </a:t>
            </a:r>
            <a:r>
              <a:rPr lang="es-MX" sz="1300" u="sng" dirty="0">
                <a:solidFill>
                  <a:schemeClr val="tx1">
                    <a:lumMod val="95000"/>
                    <a:lumOff val="5000"/>
                  </a:schemeClr>
                </a:solidFill>
              </a:rPr>
              <a:t>conductas</a:t>
            </a:r>
            <a:r>
              <a:rPr lang="es-MX" sz="1300" dirty="0">
                <a:solidFill>
                  <a:schemeClr val="tx1">
                    <a:lumMod val="95000"/>
                    <a:lumOff val="5000"/>
                  </a:schemeClr>
                </a:solidFill>
              </a:rPr>
              <a:t> basadas en estrictos </a:t>
            </a:r>
            <a:r>
              <a:rPr lang="es-MX" sz="1300" u="sng" dirty="0">
                <a:solidFill>
                  <a:schemeClr val="tx1">
                    <a:lumMod val="95000"/>
                    <a:lumOff val="5000"/>
                  </a:schemeClr>
                </a:solidFill>
              </a:rPr>
              <a:t>principios</a:t>
            </a:r>
            <a:r>
              <a:rPr lang="es-MX" sz="1300" dirty="0">
                <a:solidFill>
                  <a:schemeClr val="tx1">
                    <a:lumMod val="95000"/>
                    <a:lumOff val="5000"/>
                  </a:schemeClr>
                </a:solidFill>
              </a:rPr>
              <a:t> morales que </a:t>
            </a:r>
            <a:r>
              <a:rPr lang="es-MX" sz="1300" u="sng" dirty="0">
                <a:solidFill>
                  <a:schemeClr val="tx1">
                    <a:lumMod val="95000"/>
                    <a:lumOff val="5000"/>
                  </a:schemeClr>
                </a:solidFill>
              </a:rPr>
              <a:t>ordenaban de manera jerárquica </a:t>
            </a:r>
            <a:r>
              <a:rPr lang="es-MX" sz="1300" dirty="0">
                <a:solidFill>
                  <a:schemeClr val="tx1">
                    <a:lumMod val="95000"/>
                    <a:lumOff val="5000"/>
                  </a:schemeClr>
                </a:solidFill>
              </a:rPr>
              <a:t>las relaciones de los </a:t>
            </a:r>
            <a:r>
              <a:rPr lang="es-MX" sz="1300" u="sng" dirty="0">
                <a:solidFill>
                  <a:schemeClr val="tx1">
                    <a:lumMod val="95000"/>
                    <a:lumOff val="5000"/>
                  </a:schemeClr>
                </a:solidFill>
              </a:rPr>
              <a:t>miembros de la sociedad</a:t>
            </a:r>
            <a:r>
              <a:rPr lang="es-MX" sz="1300" dirty="0">
                <a:solidFill>
                  <a:schemeClr val="tx1">
                    <a:lumMod val="95000"/>
                    <a:lumOff val="5000"/>
                  </a:schemeClr>
                </a:solidFill>
              </a:rPr>
              <a:t>. Así, mientras los </a:t>
            </a:r>
            <a:r>
              <a:rPr lang="es-MX" sz="1300" u="sng" dirty="0">
                <a:solidFill>
                  <a:schemeClr val="tx1">
                    <a:lumMod val="95000"/>
                    <a:lumOff val="5000"/>
                  </a:schemeClr>
                </a:solidFill>
              </a:rPr>
              <a:t>hijos</a:t>
            </a:r>
            <a:r>
              <a:rPr lang="es-MX" sz="1300" dirty="0">
                <a:solidFill>
                  <a:schemeClr val="tx1">
                    <a:lumMod val="95000"/>
                    <a:lumOff val="5000"/>
                  </a:schemeClr>
                </a:solidFill>
              </a:rPr>
              <a:t> debían </a:t>
            </a:r>
            <a:r>
              <a:rPr lang="es-MX" sz="1300" u="sng" dirty="0">
                <a:solidFill>
                  <a:schemeClr val="tx1">
                    <a:lumMod val="95000"/>
                    <a:lumOff val="5000"/>
                  </a:schemeClr>
                </a:solidFill>
              </a:rPr>
              <a:t>obediencia</a:t>
            </a:r>
            <a:r>
              <a:rPr lang="es-MX" sz="1300" dirty="0">
                <a:solidFill>
                  <a:schemeClr val="tx1">
                    <a:lumMod val="95000"/>
                    <a:lumOff val="5000"/>
                  </a:schemeClr>
                </a:solidFill>
              </a:rPr>
              <a:t> a los </a:t>
            </a:r>
            <a:r>
              <a:rPr lang="es-MX" sz="1300" u="sng" dirty="0">
                <a:solidFill>
                  <a:schemeClr val="tx1">
                    <a:lumMod val="95000"/>
                    <a:lumOff val="5000"/>
                  </a:schemeClr>
                </a:solidFill>
              </a:rPr>
              <a:t>padres</a:t>
            </a:r>
            <a:r>
              <a:rPr lang="es-MX" sz="1300" dirty="0">
                <a:solidFill>
                  <a:schemeClr val="tx1">
                    <a:lumMod val="95000"/>
                    <a:lumOff val="5000"/>
                  </a:schemeClr>
                </a:solidFill>
              </a:rPr>
              <a:t> y </a:t>
            </a:r>
            <a:r>
              <a:rPr lang="es-MX" sz="1300" u="sng" dirty="0">
                <a:solidFill>
                  <a:schemeClr val="tx1">
                    <a:lumMod val="95000"/>
                    <a:lumOff val="5000"/>
                  </a:schemeClr>
                </a:solidFill>
              </a:rPr>
              <a:t>ancianos</a:t>
            </a:r>
            <a:r>
              <a:rPr lang="es-MX" sz="1300" dirty="0">
                <a:solidFill>
                  <a:schemeClr val="tx1">
                    <a:lumMod val="95000"/>
                    <a:lumOff val="5000"/>
                  </a:schemeClr>
                </a:solidFill>
              </a:rPr>
              <a:t>,</a:t>
            </a:r>
            <a:endParaRPr lang="en-US" sz="1300" dirty="0">
              <a:solidFill>
                <a:schemeClr val="tx1">
                  <a:lumMod val="95000"/>
                  <a:lumOff val="5000"/>
                </a:schemeClr>
              </a:solidFill>
            </a:endParaRPr>
          </a:p>
          <a:p>
            <a:pPr marL="425265" indent="-425265">
              <a:buAutoNum type="alphaUcParenR"/>
            </a:pPr>
            <a:r>
              <a:rPr lang="es-MX" sz="1300" dirty="0"/>
              <a:t>los súbditos debían acatar el mandato de los gobernantes.</a:t>
            </a:r>
          </a:p>
          <a:p>
            <a:pPr marL="425265" indent="-425265">
              <a:buAutoNum type="alphaUcParenR"/>
            </a:pPr>
            <a:r>
              <a:rPr lang="es-MX" sz="1300" dirty="0"/>
              <a:t>los hermanos mayores debían respetar a los menores.</a:t>
            </a:r>
            <a:endParaRPr lang="en-US" sz="1300" dirty="0"/>
          </a:p>
          <a:p>
            <a:pPr marL="425265" indent="-425265">
              <a:buAutoNum type="alphaUcParenR"/>
            </a:pPr>
            <a:r>
              <a:rPr lang="es-MX" sz="1300" dirty="0"/>
              <a:t>los hombres debían obedecer las órdenes de sus esposas.</a:t>
            </a:r>
            <a:endParaRPr lang="en-US" sz="1300" dirty="0"/>
          </a:p>
          <a:p>
            <a:pPr marL="425265" indent="-425265">
              <a:buAutoNum type="alphaUcParenR"/>
            </a:pPr>
            <a:r>
              <a:rPr lang="es-MX" sz="1300" dirty="0"/>
              <a:t>los plebeyos debían obediencia a la nobleza samurái.</a:t>
            </a:r>
            <a:endParaRPr lang="en-US" sz="1300" dirty="0"/>
          </a:p>
          <a:p>
            <a:endParaRPr lang="en-US" sz="1300" dirty="0"/>
          </a:p>
          <a:p>
            <a:pPr marL="0" indent="0">
              <a:buNone/>
            </a:pPr>
            <a:r>
              <a:rPr lang="es-MX" sz="1300" b="1" dirty="0"/>
              <a:t>Solución</a:t>
            </a:r>
            <a:endParaRPr lang="en-US" sz="1300" dirty="0"/>
          </a:p>
          <a:p>
            <a:pPr marL="0" indent="0">
              <a:buNone/>
            </a:pPr>
            <a:r>
              <a:rPr lang="es-MX" sz="1300" dirty="0"/>
              <a:t>El confucionismo fue una filosofía que tuvo una enorme importancia en la cultura china. Por centurias fue parte de la cultura de la población común y fundamento de la obediencia al gobierno de sus emperadores. Por un lado, establece máximas de honestidad, humanidad y respeto, pero al mismo tiempo exigía una moral jerárquica, donde el menor debía respeto y obediencia al mayor o superior: los hijos a los padres, los hermanos menores a los mayores, las esposas a los esposos y, especialmente, los súbditos a los gobernantes.</a:t>
            </a:r>
            <a:endParaRPr lang="en-US" sz="1500" dirty="0"/>
          </a:p>
          <a:p>
            <a:endParaRPr lang="en-US" dirty="0"/>
          </a:p>
        </p:txBody>
      </p:sp>
    </p:spTree>
    <p:extLst>
      <p:ext uri="{BB962C8B-B14F-4D97-AF65-F5344CB8AC3E}">
        <p14:creationId xmlns:p14="http://schemas.microsoft.com/office/powerpoint/2010/main" val="2982787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es-MX" sz="2976" b="1" dirty="0">
                <a:solidFill>
                  <a:schemeClr val="bg1"/>
                </a:solidFill>
              </a:rPr>
              <a:t>Ejemplo de Análisis, por ejercicio de la inferencia (Dificultad: media)</a:t>
            </a:r>
            <a:endParaRPr lang="en-US" sz="2976" b="1" dirty="0">
              <a:solidFill>
                <a:schemeClr val="bg1"/>
              </a:solidFill>
            </a:endParaRPr>
          </a:p>
        </p:txBody>
      </p:sp>
      <p:sp>
        <p:nvSpPr>
          <p:cNvPr id="3" name="Marcador de contenido 2"/>
          <p:cNvSpPr>
            <a:spLocks noGrp="1"/>
          </p:cNvSpPr>
          <p:nvPr>
            <p:ph idx="1"/>
          </p:nvPr>
        </p:nvSpPr>
        <p:spPr>
          <a:xfrm>
            <a:off x="693043" y="1509569"/>
            <a:ext cx="8694539" cy="3496772"/>
          </a:xfrm>
          <a:ln>
            <a:solidFill>
              <a:schemeClr val="bg1"/>
            </a:solidFill>
          </a:ln>
        </p:spPr>
        <p:style>
          <a:lnRef idx="2">
            <a:schemeClr val="accent4"/>
          </a:lnRef>
          <a:fillRef idx="1">
            <a:schemeClr val="lt1"/>
          </a:fillRef>
          <a:effectRef idx="0">
            <a:schemeClr val="accent4"/>
          </a:effectRef>
          <a:fontRef idx="minor">
            <a:schemeClr val="dk1"/>
          </a:fontRef>
        </p:style>
        <p:txBody>
          <a:bodyPr>
            <a:normAutofit lnSpcReduction="10000"/>
          </a:bodyPr>
          <a:lstStyle/>
          <a:p>
            <a:pPr marL="0" indent="0">
              <a:buNone/>
            </a:pPr>
            <a:r>
              <a:rPr lang="es-ES" sz="1400" dirty="0"/>
              <a:t>En el Templo de Chavín de </a:t>
            </a:r>
            <a:r>
              <a:rPr lang="es-ES" sz="1400" dirty="0" err="1"/>
              <a:t>Huántar</a:t>
            </a:r>
            <a:r>
              <a:rPr lang="es-ES" sz="1400" dirty="0"/>
              <a:t> se consolidó una casta sacerdotal que rendía culto a diversos dioses, en especial al dios felino. Este fue también un centro de observación astronómica que permitió la </a:t>
            </a:r>
            <a:r>
              <a:rPr lang="es-ES" sz="1400" u="sng" dirty="0"/>
              <a:t>elaboración de acertados calendarios </a:t>
            </a:r>
            <a:r>
              <a:rPr lang="es-ES" sz="1400" dirty="0"/>
              <a:t>expresados en “</a:t>
            </a:r>
            <a:r>
              <a:rPr lang="es-ES" sz="1400" u="sng" dirty="0"/>
              <a:t>oráculos</a:t>
            </a:r>
            <a:r>
              <a:rPr lang="es-ES" sz="1400" dirty="0"/>
              <a:t>”. Por ello, </a:t>
            </a:r>
            <a:r>
              <a:rPr lang="es-ES" sz="1400" u="sng" dirty="0"/>
              <a:t>peregrinos</a:t>
            </a:r>
            <a:r>
              <a:rPr lang="es-ES" sz="1400" dirty="0"/>
              <a:t> provenientes de </a:t>
            </a:r>
            <a:r>
              <a:rPr lang="es-ES" sz="1400" u="sng" dirty="0"/>
              <a:t>diversas regiones </a:t>
            </a:r>
            <a:r>
              <a:rPr lang="es-ES" sz="1400" dirty="0"/>
              <a:t>del territorio andino fueron </a:t>
            </a:r>
            <a:r>
              <a:rPr lang="es-ES" sz="1400" u="sng" dirty="0"/>
              <a:t>atraídos a rendir culto </a:t>
            </a:r>
            <a:r>
              <a:rPr lang="es-ES" sz="1400" dirty="0"/>
              <a:t>y ofrendas al Templo. Por tales razones los Chavín </a:t>
            </a:r>
            <a:endParaRPr lang="en-US" sz="1400" dirty="0"/>
          </a:p>
          <a:p>
            <a:pPr marL="425265" indent="-425265">
              <a:buAutoNum type="alphaUcParenR"/>
            </a:pPr>
            <a:r>
              <a:rPr lang="es-ES" sz="1400" dirty="0"/>
              <a:t>se convirtieron en el primer imperio </a:t>
            </a:r>
            <a:r>
              <a:rPr lang="es-ES" sz="1400" dirty="0" err="1"/>
              <a:t>panandino</a:t>
            </a:r>
            <a:r>
              <a:rPr lang="es-ES" sz="1400" dirty="0"/>
              <a:t> con rasgos teocráticos.</a:t>
            </a:r>
          </a:p>
          <a:p>
            <a:pPr marL="425265" indent="-425265">
              <a:buAutoNum type="alphaUcParenR"/>
            </a:pPr>
            <a:r>
              <a:rPr lang="es-ES" sz="1400" dirty="0"/>
              <a:t>extendieron sus patrones culturales en gran parte de los Andes.</a:t>
            </a:r>
            <a:endParaRPr lang="en-US" sz="1400" dirty="0"/>
          </a:p>
          <a:p>
            <a:pPr marL="425265" indent="-425265">
              <a:buAutoNum type="alphaUcParenR"/>
            </a:pPr>
            <a:r>
              <a:rPr lang="es-ES" sz="1400" dirty="0"/>
              <a:t>desarrollaron un sistema de tributación compulsivo en todos los Andes.</a:t>
            </a:r>
            <a:endParaRPr lang="en-US" sz="1400" dirty="0"/>
          </a:p>
          <a:p>
            <a:pPr marL="425265" indent="-425265">
              <a:buAutoNum type="alphaUcParenR"/>
            </a:pPr>
            <a:r>
              <a:rPr lang="es-ES" sz="1400" dirty="0"/>
              <a:t>consolidaron su autoridad política sobre las culturas menos desarrolladas. </a:t>
            </a:r>
            <a:endParaRPr lang="en-US" sz="1400" dirty="0"/>
          </a:p>
          <a:p>
            <a:pPr marL="0" indent="0">
              <a:buNone/>
            </a:pPr>
            <a:r>
              <a:rPr lang="es-ES" sz="1400" b="1" dirty="0"/>
              <a:t> </a:t>
            </a:r>
            <a:endParaRPr lang="en-US" sz="1400" dirty="0"/>
          </a:p>
          <a:p>
            <a:pPr marL="0" indent="0">
              <a:buNone/>
            </a:pPr>
            <a:r>
              <a:rPr lang="es-ES" sz="1400" b="1" dirty="0"/>
              <a:t>Solución</a:t>
            </a:r>
            <a:endParaRPr lang="en-US" sz="1400" dirty="0"/>
          </a:p>
          <a:p>
            <a:pPr marL="0" indent="0">
              <a:buNone/>
            </a:pPr>
            <a:r>
              <a:rPr lang="es-ES" sz="1400" dirty="0"/>
              <a:t>Los dioses y la casta sacerdotal del Templo de Chavín de </a:t>
            </a:r>
            <a:r>
              <a:rPr lang="es-ES" sz="1400" dirty="0" err="1"/>
              <a:t>Huántar</a:t>
            </a:r>
            <a:r>
              <a:rPr lang="es-ES" sz="1400" dirty="0"/>
              <a:t> gozaron de importante prestigio en un amplio espacio de los Andes debido a los acertados “oráculos” que respondían a sus calendarios astronómicos, atrayendo así a muchos peregrinos de diversas regiones. Este prestigio permitió que los patrones culturales Chavín (como sus dioses y formas de cerámica y arquitectura) se expandieran en un amplio radio de los Andes.</a:t>
            </a:r>
            <a:endParaRPr lang="en-US" sz="1400" dirty="0"/>
          </a:p>
          <a:p>
            <a:endParaRPr lang="en-US" dirty="0"/>
          </a:p>
        </p:txBody>
      </p:sp>
    </p:spTree>
    <p:extLst>
      <p:ext uri="{BB962C8B-B14F-4D97-AF65-F5344CB8AC3E}">
        <p14:creationId xmlns:p14="http://schemas.microsoft.com/office/powerpoint/2010/main" val="33161342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C891EF-E20A-4927-AED9-8FC69975F702}"/>
              </a:ext>
            </a:extLst>
          </p:cNvPr>
          <p:cNvSpPr>
            <a:spLocks noGrp="1"/>
          </p:cNvSpPr>
          <p:nvPr>
            <p:ph type="title"/>
          </p:nvPr>
        </p:nvSpPr>
        <p:spPr/>
        <p:txBody>
          <a:bodyPr/>
          <a:lstStyle/>
          <a:p>
            <a:pPr algn="ctr"/>
            <a:r>
              <a:rPr lang="es-MX" sz="2976" b="1" dirty="0">
                <a:solidFill>
                  <a:schemeClr val="bg1"/>
                </a:solidFill>
              </a:rPr>
              <a:t>Ejemplo de ítem de Geografía</a:t>
            </a:r>
            <a:endParaRPr lang="es-PE" sz="2976" b="1" dirty="0">
              <a:solidFill>
                <a:schemeClr val="bg1"/>
              </a:solidFill>
            </a:endParaRPr>
          </a:p>
        </p:txBody>
      </p:sp>
      <p:sp>
        <p:nvSpPr>
          <p:cNvPr id="3" name="Marcador de contenido 2">
            <a:extLst>
              <a:ext uri="{FF2B5EF4-FFF2-40B4-BE49-F238E27FC236}">
                <a16:creationId xmlns:a16="http://schemas.microsoft.com/office/drawing/2014/main" id="{1DD033D5-3185-4E7B-8FA9-3DBB56C2D38E}"/>
              </a:ext>
            </a:extLst>
          </p:cNvPr>
          <p:cNvSpPr>
            <a:spLocks noGrp="1"/>
          </p:cNvSpPr>
          <p:nvPr>
            <p:ph idx="1"/>
          </p:nvPr>
        </p:nvSpPr>
        <p:spPr/>
        <p:txBody>
          <a:bodyPr>
            <a:normAutofit fontScale="85000" lnSpcReduction="20000"/>
          </a:bodyPr>
          <a:lstStyle/>
          <a:p>
            <a:pPr marL="0" indent="0" algn="just">
              <a:lnSpc>
                <a:spcPct val="107000"/>
              </a:lnSpc>
              <a:buClr>
                <a:srgbClr val="222222"/>
              </a:buClr>
              <a:buSzPts val="1100"/>
              <a:buNone/>
              <a:tabLst>
                <a:tab pos="294010" algn="l"/>
                <a:tab pos="3389516" algn="l"/>
              </a:tabLst>
            </a:pPr>
            <a:r>
              <a:rPr lang="es-PE" sz="1488" dirty="0">
                <a:latin typeface="Arial" panose="020B0604020202020204" pitchFamily="34" charset="0"/>
                <a:ea typeface="Calibri" panose="020F0502020204030204" pitchFamily="34" charset="0"/>
                <a:cs typeface="Times New Roman" panose="02020603050405020304" pitchFamily="18" charset="0"/>
              </a:rPr>
              <a:t>El agua es uno de los recursos naturales de vital importancia para satisfacer las necesidades humanas; sin embargo, escasea y se la contamina constantemente. A continuación, relacione el tipo de contaminante del agua con los agentes que intervienen en la contaminación. </a:t>
            </a:r>
            <a:endParaRPr lang="es-PE" sz="1488" dirty="0">
              <a:latin typeface="Calibri" panose="020F0502020204030204" pitchFamily="34" charset="0"/>
              <a:ea typeface="Calibri" panose="020F0502020204030204" pitchFamily="34" charset="0"/>
              <a:cs typeface="Times New Roman" panose="02020603050405020304" pitchFamily="18" charset="0"/>
            </a:endParaRPr>
          </a:p>
          <a:p>
            <a:pPr marL="283510" indent="-283510" algn="just">
              <a:lnSpc>
                <a:spcPct val="107000"/>
              </a:lnSpc>
              <a:buFont typeface="+mj-lt"/>
              <a:buAutoNum type="romanUcPeriod"/>
              <a:tabLst>
                <a:tab pos="294010" algn="l"/>
                <a:tab pos="1188641" algn="l"/>
                <a:tab pos="2069621" algn="l"/>
                <a:tab pos="2964777" algn="l"/>
                <a:tab pos="3852582" algn="l"/>
              </a:tabLst>
            </a:pPr>
            <a:r>
              <a:rPr lang="es-PE" sz="1488" dirty="0">
                <a:latin typeface="Arial" panose="020B0604020202020204" pitchFamily="34" charset="0"/>
                <a:ea typeface="Calibri" panose="020F0502020204030204" pitchFamily="34" charset="0"/>
                <a:cs typeface="Times New Roman" panose="02020603050405020304" pitchFamily="18" charset="0"/>
              </a:rPr>
              <a:t>Sustancias tóxicas	a. Bacterias y parásitos  </a:t>
            </a:r>
            <a:endParaRPr lang="es-PE" sz="1488" dirty="0">
              <a:latin typeface="Calibri" panose="020F0502020204030204" pitchFamily="34" charset="0"/>
              <a:ea typeface="Calibri" panose="020F0502020204030204" pitchFamily="34" charset="0"/>
              <a:cs typeface="Times New Roman" panose="02020603050405020304" pitchFamily="18" charset="0"/>
            </a:endParaRPr>
          </a:p>
          <a:p>
            <a:pPr marL="283510" indent="-283510" algn="just">
              <a:lnSpc>
                <a:spcPct val="107000"/>
              </a:lnSpc>
              <a:buFont typeface="+mj-lt"/>
              <a:buAutoNum type="romanUcPeriod"/>
              <a:tabLst>
                <a:tab pos="294010" algn="l"/>
                <a:tab pos="1188641" algn="l"/>
                <a:tab pos="2069621" algn="l"/>
                <a:tab pos="2964777" algn="l"/>
                <a:tab pos="3852582" algn="l"/>
              </a:tabLst>
            </a:pPr>
            <a:r>
              <a:rPr lang="es-PE" sz="1488" dirty="0">
                <a:latin typeface="Arial" panose="020B0604020202020204" pitchFamily="34" charset="0"/>
                <a:ea typeface="Calibri" panose="020F0502020204030204" pitchFamily="34" charset="0"/>
                <a:cs typeface="Times New Roman" panose="02020603050405020304" pitchFamily="18" charset="0"/>
              </a:rPr>
              <a:t>Agentes patógenos	b. Tinturas y detergentes</a:t>
            </a:r>
            <a:endParaRPr lang="es-PE" sz="1488" dirty="0">
              <a:latin typeface="Calibri" panose="020F0502020204030204" pitchFamily="34" charset="0"/>
              <a:ea typeface="Calibri" panose="020F0502020204030204" pitchFamily="34" charset="0"/>
              <a:cs typeface="Times New Roman" panose="02020603050405020304" pitchFamily="18" charset="0"/>
            </a:endParaRPr>
          </a:p>
          <a:p>
            <a:pPr marL="283510" indent="-283510" algn="just">
              <a:lnSpc>
                <a:spcPct val="107000"/>
              </a:lnSpc>
              <a:buFont typeface="+mj-lt"/>
              <a:buAutoNum type="romanUcPeriod"/>
              <a:tabLst>
                <a:tab pos="294010" algn="l"/>
                <a:tab pos="1188641" algn="l"/>
                <a:tab pos="2069621" algn="l"/>
                <a:tab pos="2964777" algn="l"/>
                <a:tab pos="3852582" algn="l"/>
              </a:tabLst>
            </a:pPr>
            <a:r>
              <a:rPr lang="es-PE" sz="1488" dirty="0">
                <a:latin typeface="Arial" panose="020B0604020202020204" pitchFamily="34" charset="0"/>
                <a:ea typeface="Calibri" panose="020F0502020204030204" pitchFamily="34" charset="0"/>
                <a:cs typeface="Times New Roman" panose="02020603050405020304" pitchFamily="18" charset="0"/>
              </a:rPr>
              <a:t>Residuos industriales	c. Ácidos y metales pesados</a:t>
            </a:r>
            <a:endParaRPr lang="es-PE" sz="1488" dirty="0">
              <a:latin typeface="Calibri" panose="020F0502020204030204" pitchFamily="34" charset="0"/>
              <a:ea typeface="Calibri" panose="020F0502020204030204" pitchFamily="34" charset="0"/>
              <a:cs typeface="Times New Roman" panose="02020603050405020304" pitchFamily="18" charset="0"/>
            </a:endParaRPr>
          </a:p>
          <a:p>
            <a:pPr marL="292218" indent="0" algn="just">
              <a:lnSpc>
                <a:spcPct val="107000"/>
              </a:lnSpc>
              <a:buNone/>
              <a:tabLst>
                <a:tab pos="521343" algn="l"/>
                <a:tab pos="1188641" algn="l"/>
                <a:tab pos="2069621" algn="l"/>
                <a:tab pos="2964777" algn="l"/>
              </a:tabLst>
            </a:pPr>
            <a:r>
              <a:rPr lang="es-PE" sz="1488" dirty="0">
                <a:latin typeface="Arial" panose="020B0604020202020204" pitchFamily="34" charset="0"/>
                <a:ea typeface="Calibri" panose="020F0502020204030204" pitchFamily="34" charset="0"/>
                <a:cs typeface="Times New Roman" panose="02020603050405020304" pitchFamily="18" charset="0"/>
              </a:rPr>
              <a:t> </a:t>
            </a:r>
            <a:endParaRPr lang="es-PE" sz="1488" dirty="0">
              <a:latin typeface="Calibri" panose="020F0502020204030204" pitchFamily="34" charset="0"/>
              <a:ea typeface="Calibri" panose="020F0502020204030204" pitchFamily="34" charset="0"/>
              <a:cs typeface="Times New Roman" panose="02020603050405020304" pitchFamily="18" charset="0"/>
            </a:endParaRPr>
          </a:p>
          <a:p>
            <a:pPr marL="283510" indent="-283510" algn="just">
              <a:lnSpc>
                <a:spcPct val="107000"/>
              </a:lnSpc>
              <a:spcAft>
                <a:spcPts val="661"/>
              </a:spcAft>
              <a:buSzPts val="1100"/>
              <a:buFont typeface="Arial" panose="020B0604020202020204" pitchFamily="34" charset="0"/>
              <a:buAutoNum type="alphaUcParenR"/>
              <a:tabLst>
                <a:tab pos="521343" algn="l"/>
                <a:tab pos="3795880" algn="l"/>
              </a:tabLst>
            </a:pPr>
            <a:r>
              <a:rPr lang="es-PE" sz="1488" dirty="0" err="1">
                <a:latin typeface="Arial" panose="020B0604020202020204" pitchFamily="34" charset="0"/>
                <a:ea typeface="Calibri" panose="020F0502020204030204" pitchFamily="34" charset="0"/>
                <a:cs typeface="Times New Roman" panose="02020603050405020304" pitchFamily="18" charset="0"/>
              </a:rPr>
              <a:t>Ic</a:t>
            </a:r>
            <a:r>
              <a:rPr lang="es-PE" sz="1488" dirty="0">
                <a:latin typeface="Arial" panose="020B0604020202020204" pitchFamily="34" charset="0"/>
                <a:ea typeface="Calibri" panose="020F0502020204030204" pitchFamily="34" charset="0"/>
                <a:cs typeface="Times New Roman" panose="02020603050405020304" pitchFamily="18" charset="0"/>
              </a:rPr>
              <a:t>, </a:t>
            </a:r>
            <a:r>
              <a:rPr lang="es-PE" sz="1488" dirty="0" err="1">
                <a:latin typeface="Arial" panose="020B0604020202020204" pitchFamily="34" charset="0"/>
                <a:ea typeface="Calibri" panose="020F0502020204030204" pitchFamily="34" charset="0"/>
                <a:cs typeface="Times New Roman" panose="02020603050405020304" pitchFamily="18" charset="0"/>
              </a:rPr>
              <a:t>IIa</a:t>
            </a:r>
            <a:r>
              <a:rPr lang="es-PE" sz="1488" dirty="0">
                <a:latin typeface="Arial" panose="020B0604020202020204" pitchFamily="34" charset="0"/>
                <a:ea typeface="Calibri" panose="020F0502020204030204" pitchFamily="34" charset="0"/>
                <a:cs typeface="Times New Roman" panose="02020603050405020304" pitchFamily="18" charset="0"/>
              </a:rPr>
              <a:t>, </a:t>
            </a:r>
            <a:r>
              <a:rPr lang="es-PE" sz="1488" dirty="0" err="1">
                <a:latin typeface="Arial" panose="020B0604020202020204" pitchFamily="34" charset="0"/>
                <a:ea typeface="Calibri" panose="020F0502020204030204" pitchFamily="34" charset="0"/>
                <a:cs typeface="Times New Roman" panose="02020603050405020304" pitchFamily="18" charset="0"/>
              </a:rPr>
              <a:t>IIIb</a:t>
            </a:r>
            <a:r>
              <a:rPr lang="es-PE" sz="1488" dirty="0">
                <a:latin typeface="Arial" panose="020B0604020202020204" pitchFamily="34" charset="0"/>
                <a:ea typeface="Calibri" panose="020F0502020204030204" pitchFamily="34" charset="0"/>
                <a:cs typeface="Times New Roman" panose="02020603050405020304" pitchFamily="18" charset="0"/>
              </a:rPr>
              <a:t> *               B)  </a:t>
            </a:r>
            <a:r>
              <a:rPr lang="es-PE" sz="1488" dirty="0" err="1">
                <a:latin typeface="Arial" panose="020B0604020202020204" pitchFamily="34" charset="0"/>
                <a:ea typeface="Calibri" panose="020F0502020204030204" pitchFamily="34" charset="0"/>
                <a:cs typeface="Times New Roman" panose="02020603050405020304" pitchFamily="18" charset="0"/>
              </a:rPr>
              <a:t>Ia</a:t>
            </a:r>
            <a:r>
              <a:rPr lang="es-PE" sz="1488" dirty="0">
                <a:latin typeface="Arial" panose="020B0604020202020204" pitchFamily="34" charset="0"/>
                <a:ea typeface="Calibri" panose="020F0502020204030204" pitchFamily="34" charset="0"/>
                <a:cs typeface="Times New Roman" panose="02020603050405020304" pitchFamily="18" charset="0"/>
              </a:rPr>
              <a:t>, </a:t>
            </a:r>
            <a:r>
              <a:rPr lang="es-PE" sz="1488" dirty="0" err="1">
                <a:latin typeface="Arial" panose="020B0604020202020204" pitchFamily="34" charset="0"/>
                <a:ea typeface="Calibri" panose="020F0502020204030204" pitchFamily="34" charset="0"/>
                <a:cs typeface="Times New Roman" panose="02020603050405020304" pitchFamily="18" charset="0"/>
              </a:rPr>
              <a:t>IIc</a:t>
            </a:r>
            <a:r>
              <a:rPr lang="es-PE" sz="1488" dirty="0">
                <a:latin typeface="Arial" panose="020B0604020202020204" pitchFamily="34" charset="0"/>
                <a:ea typeface="Calibri" panose="020F0502020204030204" pitchFamily="34" charset="0"/>
                <a:cs typeface="Times New Roman" panose="02020603050405020304" pitchFamily="18" charset="0"/>
              </a:rPr>
              <a:t>, </a:t>
            </a:r>
            <a:r>
              <a:rPr lang="es-PE" sz="1488" dirty="0" err="1">
                <a:latin typeface="Arial" panose="020B0604020202020204" pitchFamily="34" charset="0"/>
                <a:ea typeface="Calibri" panose="020F0502020204030204" pitchFamily="34" charset="0"/>
                <a:cs typeface="Times New Roman" panose="02020603050405020304" pitchFamily="18" charset="0"/>
              </a:rPr>
              <a:t>IIIb</a:t>
            </a:r>
            <a:r>
              <a:rPr lang="es-PE" sz="1488" dirty="0">
                <a:latin typeface="Arial" panose="020B0604020202020204" pitchFamily="34" charset="0"/>
                <a:ea typeface="Calibri" panose="020F0502020204030204" pitchFamily="34" charset="0"/>
                <a:cs typeface="Times New Roman" panose="02020603050405020304" pitchFamily="18" charset="0"/>
              </a:rPr>
              <a:t>       	C)  </a:t>
            </a:r>
            <a:r>
              <a:rPr lang="es-PE" sz="1488" dirty="0" err="1">
                <a:latin typeface="Arial" panose="020B0604020202020204" pitchFamily="34" charset="0"/>
                <a:ea typeface="Calibri" panose="020F0502020204030204" pitchFamily="34" charset="0"/>
                <a:cs typeface="Times New Roman" panose="02020603050405020304" pitchFamily="18" charset="0"/>
              </a:rPr>
              <a:t>Ib</a:t>
            </a:r>
            <a:r>
              <a:rPr lang="es-PE" sz="1488" dirty="0">
                <a:latin typeface="Arial" panose="020B0604020202020204" pitchFamily="34" charset="0"/>
                <a:ea typeface="Calibri" panose="020F0502020204030204" pitchFamily="34" charset="0"/>
                <a:cs typeface="Times New Roman" panose="02020603050405020304" pitchFamily="18" charset="0"/>
              </a:rPr>
              <a:t>, </a:t>
            </a:r>
            <a:r>
              <a:rPr lang="es-PE" sz="1488" dirty="0" err="1">
                <a:latin typeface="Arial" panose="020B0604020202020204" pitchFamily="34" charset="0"/>
                <a:ea typeface="Calibri" panose="020F0502020204030204" pitchFamily="34" charset="0"/>
                <a:cs typeface="Times New Roman" panose="02020603050405020304" pitchFamily="18" charset="0"/>
              </a:rPr>
              <a:t>IIc</a:t>
            </a:r>
            <a:r>
              <a:rPr lang="es-PE" sz="1488" dirty="0">
                <a:latin typeface="Arial" panose="020B0604020202020204" pitchFamily="34" charset="0"/>
                <a:ea typeface="Calibri" panose="020F0502020204030204" pitchFamily="34" charset="0"/>
                <a:cs typeface="Times New Roman" panose="02020603050405020304" pitchFamily="18" charset="0"/>
              </a:rPr>
              <a:t>, </a:t>
            </a:r>
            <a:r>
              <a:rPr lang="es-PE" sz="1488" dirty="0" err="1">
                <a:latin typeface="Arial" panose="020B0604020202020204" pitchFamily="34" charset="0"/>
                <a:ea typeface="Calibri" panose="020F0502020204030204" pitchFamily="34" charset="0"/>
                <a:cs typeface="Times New Roman" panose="02020603050405020304" pitchFamily="18" charset="0"/>
              </a:rPr>
              <a:t>IIIa</a:t>
            </a:r>
            <a:r>
              <a:rPr lang="es-PE" sz="1488" dirty="0">
                <a:latin typeface="Arial" panose="020B0604020202020204" pitchFamily="34" charset="0"/>
                <a:ea typeface="Calibri" panose="020F0502020204030204" pitchFamily="34" charset="0"/>
                <a:cs typeface="Times New Roman" panose="02020603050405020304" pitchFamily="18" charset="0"/>
              </a:rPr>
              <a:t>          	D)  </a:t>
            </a:r>
            <a:r>
              <a:rPr lang="es-PE" sz="1488" dirty="0" err="1">
                <a:latin typeface="Arial" panose="020B0604020202020204" pitchFamily="34" charset="0"/>
                <a:ea typeface="Calibri" panose="020F0502020204030204" pitchFamily="34" charset="0"/>
                <a:cs typeface="Times New Roman" panose="02020603050405020304" pitchFamily="18" charset="0"/>
              </a:rPr>
              <a:t>Ib</a:t>
            </a:r>
            <a:r>
              <a:rPr lang="es-PE" sz="1488" dirty="0">
                <a:latin typeface="Arial" panose="020B0604020202020204" pitchFamily="34" charset="0"/>
                <a:ea typeface="Calibri" panose="020F0502020204030204" pitchFamily="34" charset="0"/>
                <a:cs typeface="Times New Roman" panose="02020603050405020304" pitchFamily="18" charset="0"/>
              </a:rPr>
              <a:t>, </a:t>
            </a:r>
            <a:r>
              <a:rPr lang="es-PE" sz="1488" dirty="0" err="1">
                <a:latin typeface="Arial" panose="020B0604020202020204" pitchFamily="34" charset="0"/>
                <a:ea typeface="Calibri" panose="020F0502020204030204" pitchFamily="34" charset="0"/>
                <a:cs typeface="Times New Roman" panose="02020603050405020304" pitchFamily="18" charset="0"/>
              </a:rPr>
              <a:t>IIa</a:t>
            </a:r>
            <a:r>
              <a:rPr lang="es-PE" sz="1488" dirty="0">
                <a:latin typeface="Arial" panose="020B0604020202020204" pitchFamily="34" charset="0"/>
                <a:ea typeface="Calibri" panose="020F0502020204030204" pitchFamily="34" charset="0"/>
                <a:cs typeface="Times New Roman" panose="02020603050405020304" pitchFamily="18" charset="0"/>
              </a:rPr>
              <a:t>, </a:t>
            </a:r>
            <a:r>
              <a:rPr lang="es-PE" sz="1488" dirty="0" err="1">
                <a:latin typeface="Arial" panose="020B0604020202020204" pitchFamily="34" charset="0"/>
                <a:ea typeface="Calibri" panose="020F0502020204030204" pitchFamily="34" charset="0"/>
                <a:cs typeface="Times New Roman" panose="02020603050405020304" pitchFamily="18" charset="0"/>
              </a:rPr>
              <a:t>IIIc</a:t>
            </a:r>
            <a:endParaRPr lang="es-PE" sz="1488"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661"/>
              </a:spcAft>
              <a:buNone/>
              <a:tabLst>
                <a:tab pos="294010" algn="l"/>
                <a:tab pos="1188641" algn="l"/>
                <a:tab pos="2069621" algn="l"/>
                <a:tab pos="2964777" algn="l"/>
                <a:tab pos="3852582" algn="l"/>
              </a:tabLst>
            </a:pPr>
            <a:r>
              <a:rPr lang="es-ES" sz="1488" b="1" dirty="0">
                <a:latin typeface="Arial" panose="020B0604020202020204" pitchFamily="34" charset="0"/>
                <a:ea typeface="Calibri" panose="020F0502020204030204" pitchFamily="34" charset="0"/>
                <a:cs typeface="Times New Roman" panose="02020603050405020304" pitchFamily="18" charset="0"/>
              </a:rPr>
              <a:t> </a:t>
            </a:r>
            <a:r>
              <a:rPr lang="es-PE" sz="1488" b="1" dirty="0">
                <a:latin typeface="Arial" panose="020B0604020202020204" pitchFamily="34" charset="0"/>
                <a:ea typeface="Calibri" panose="020F0502020204030204" pitchFamily="34" charset="0"/>
                <a:cs typeface="Times New Roman" panose="02020603050405020304" pitchFamily="18" charset="0"/>
              </a:rPr>
              <a:t>Solución:</a:t>
            </a:r>
          </a:p>
          <a:p>
            <a:pPr marL="0" indent="0" algn="just">
              <a:lnSpc>
                <a:spcPct val="107000"/>
              </a:lnSpc>
              <a:spcAft>
                <a:spcPts val="661"/>
              </a:spcAft>
              <a:buNone/>
              <a:tabLst>
                <a:tab pos="294010" algn="l"/>
                <a:tab pos="1188641" algn="l"/>
                <a:tab pos="2069621" algn="l"/>
                <a:tab pos="2964777" algn="l"/>
                <a:tab pos="3852582" algn="l"/>
              </a:tabLst>
            </a:pPr>
            <a:r>
              <a:rPr lang="es-PE" sz="1488" dirty="0">
                <a:latin typeface="Arial" panose="020B0604020202020204" pitchFamily="34" charset="0"/>
                <a:ea typeface="Calibri" panose="020F0502020204030204" pitchFamily="34" charset="0"/>
                <a:cs typeface="Times New Roman" panose="02020603050405020304" pitchFamily="18" charset="0"/>
              </a:rPr>
              <a:t>El deterioro de la calidad del agua para satisfacer en forma óptima las necesidades de la sociedad humana y sus actividades, es su contaminación, que se produce por la presencia en el agua de sustancias tóxicas, tales como los ácidos, el cianuro, el arsénico, los metales pesados (como el plomo, el mercurio); por agentes patógenos tales como los virus, las bacterias, los parásitos, etc. También, por residuos industriales entre los que destacan restos de tinturas y detergentes.</a:t>
            </a:r>
            <a:endParaRPr lang="es-PE" sz="1488" dirty="0">
              <a:latin typeface="Calibri" panose="020F0502020204030204" pitchFamily="34" charset="0"/>
              <a:ea typeface="Calibri" panose="020F0502020204030204" pitchFamily="34" charset="0"/>
              <a:cs typeface="Times New Roman" panose="02020603050405020304" pitchFamily="18" charset="0"/>
            </a:endParaRPr>
          </a:p>
          <a:p>
            <a:endParaRPr lang="es-PE" dirty="0"/>
          </a:p>
        </p:txBody>
      </p:sp>
    </p:spTree>
    <p:extLst>
      <p:ext uri="{BB962C8B-B14F-4D97-AF65-F5344CB8AC3E}">
        <p14:creationId xmlns:p14="http://schemas.microsoft.com/office/powerpoint/2010/main" val="25370233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BACE6F-2407-4D3D-88E6-3C3283B60118}"/>
              </a:ext>
            </a:extLst>
          </p:cNvPr>
          <p:cNvSpPr>
            <a:spLocks noGrp="1"/>
          </p:cNvSpPr>
          <p:nvPr>
            <p:ph type="title"/>
          </p:nvPr>
        </p:nvSpPr>
        <p:spPr>
          <a:xfrm>
            <a:off x="799498" y="995684"/>
            <a:ext cx="2207126" cy="1472716"/>
          </a:xfrm>
        </p:spPr>
        <p:txBody>
          <a:bodyPr>
            <a:normAutofit/>
          </a:bodyPr>
          <a:lstStyle/>
          <a:p>
            <a:r>
              <a:rPr lang="es-MX" sz="2976" b="1" dirty="0">
                <a:solidFill>
                  <a:schemeClr val="bg1"/>
                </a:solidFill>
              </a:rPr>
              <a:t>Ejemplo de ítem de Geografía</a:t>
            </a:r>
            <a:endParaRPr lang="es-PE" sz="2976" b="1" dirty="0">
              <a:solidFill>
                <a:schemeClr val="bg1"/>
              </a:solidFill>
            </a:endParaRPr>
          </a:p>
        </p:txBody>
      </p:sp>
      <p:pic>
        <p:nvPicPr>
          <p:cNvPr id="5" name="Marcador de contenido 4">
            <a:extLst>
              <a:ext uri="{FF2B5EF4-FFF2-40B4-BE49-F238E27FC236}">
                <a16:creationId xmlns:a16="http://schemas.microsoft.com/office/drawing/2014/main" id="{84126C15-41DC-4B8F-8D80-DF4437634190}"/>
              </a:ext>
            </a:extLst>
          </p:cNvPr>
          <p:cNvPicPr>
            <a:picLocks noChangeAspect="1"/>
          </p:cNvPicPr>
          <p:nvPr/>
        </p:nvPicPr>
        <p:blipFill>
          <a:blip r:embed="rId2"/>
          <a:stretch>
            <a:fillRect/>
          </a:stretch>
        </p:blipFill>
        <p:spPr>
          <a:xfrm>
            <a:off x="4001341" y="510539"/>
            <a:ext cx="5523659" cy="4343743"/>
          </a:xfrm>
          <a:prstGeom prst="rect">
            <a:avLst/>
          </a:prstGeom>
        </p:spPr>
      </p:pic>
      <p:sp>
        <p:nvSpPr>
          <p:cNvPr id="23" name="Content Placeholder 8">
            <a:extLst>
              <a:ext uri="{FF2B5EF4-FFF2-40B4-BE49-F238E27FC236}">
                <a16:creationId xmlns:a16="http://schemas.microsoft.com/office/drawing/2014/main" id="{FF0AAAB6-B341-4F22-8302-C96DAFF614DB}"/>
              </a:ext>
            </a:extLst>
          </p:cNvPr>
          <p:cNvSpPr>
            <a:spLocks noGrp="1"/>
          </p:cNvSpPr>
          <p:nvPr>
            <p:ph idx="1"/>
          </p:nvPr>
        </p:nvSpPr>
        <p:spPr>
          <a:xfrm>
            <a:off x="799497" y="2774198"/>
            <a:ext cx="2207127" cy="2006975"/>
          </a:xfrm>
        </p:spPr>
        <p:txBody>
          <a:bodyPr>
            <a:normAutofit/>
          </a:bodyPr>
          <a:lstStyle/>
          <a:p>
            <a:pPr marL="0" indent="0">
              <a:buNone/>
            </a:pPr>
            <a:r>
              <a:rPr lang="en-US" sz="1984" b="1" dirty="0" err="1"/>
              <a:t>Análisis</a:t>
            </a:r>
            <a:r>
              <a:rPr lang="en-US" sz="1984" b="1" dirty="0"/>
              <a:t> de </a:t>
            </a:r>
            <a:r>
              <a:rPr lang="en-US" sz="1984" b="1" dirty="0" err="1"/>
              <a:t>información</a:t>
            </a:r>
            <a:endParaRPr lang="en-US" sz="1984" b="1" dirty="0"/>
          </a:p>
        </p:txBody>
      </p:sp>
    </p:spTree>
    <p:extLst>
      <p:ext uri="{BB962C8B-B14F-4D97-AF65-F5344CB8AC3E}">
        <p14:creationId xmlns:p14="http://schemas.microsoft.com/office/powerpoint/2010/main" val="29074144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62DB95C-CC23-44DE-A964-4B7AAC90374B}"/>
              </a:ext>
            </a:extLst>
          </p:cNvPr>
          <p:cNvSpPr>
            <a:spLocks noGrp="1"/>
          </p:cNvSpPr>
          <p:nvPr>
            <p:ph idx="1"/>
          </p:nvPr>
        </p:nvSpPr>
        <p:spPr>
          <a:xfrm>
            <a:off x="555657" y="2172218"/>
            <a:ext cx="2207127" cy="2006975"/>
          </a:xfrm>
        </p:spPr>
        <p:txBody>
          <a:bodyPr>
            <a:normAutofit/>
          </a:bodyPr>
          <a:lstStyle/>
          <a:p>
            <a:pPr marL="0" indent="0">
              <a:buNone/>
            </a:pPr>
            <a:r>
              <a:rPr lang="en-US" sz="1984" b="1" dirty="0" err="1"/>
              <a:t>Aplicación</a:t>
            </a:r>
            <a:r>
              <a:rPr lang="en-US" sz="1984" b="1" dirty="0"/>
              <a:t> de un </a:t>
            </a:r>
            <a:r>
              <a:rPr lang="en-US" sz="1984" b="1" dirty="0" err="1"/>
              <a:t>procedimiento</a:t>
            </a:r>
            <a:endParaRPr lang="en-US" sz="1984" b="1" dirty="0"/>
          </a:p>
        </p:txBody>
      </p:sp>
      <p:pic>
        <p:nvPicPr>
          <p:cNvPr id="5" name="Marcador de contenido 4">
            <a:extLst>
              <a:ext uri="{FF2B5EF4-FFF2-40B4-BE49-F238E27FC236}">
                <a16:creationId xmlns:a16="http://schemas.microsoft.com/office/drawing/2014/main" id="{97C39664-10CD-44F1-AC3C-937DDE81E126}"/>
              </a:ext>
            </a:extLst>
          </p:cNvPr>
          <p:cNvPicPr>
            <a:picLocks noChangeAspect="1"/>
          </p:cNvPicPr>
          <p:nvPr/>
        </p:nvPicPr>
        <p:blipFill>
          <a:blip r:embed="rId2"/>
          <a:stretch>
            <a:fillRect/>
          </a:stretch>
        </p:blipFill>
        <p:spPr>
          <a:xfrm>
            <a:off x="4625341" y="257791"/>
            <a:ext cx="4791308" cy="4731417"/>
          </a:xfrm>
          <a:prstGeom prst="rect">
            <a:avLst/>
          </a:prstGeom>
        </p:spPr>
      </p:pic>
    </p:spTree>
    <p:extLst>
      <p:ext uri="{BB962C8B-B14F-4D97-AF65-F5344CB8AC3E}">
        <p14:creationId xmlns:p14="http://schemas.microsoft.com/office/powerpoint/2010/main" val="30419776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62425E-7D7E-57D5-77ED-7600DFD5B5D0}"/>
              </a:ext>
            </a:extLst>
          </p:cNvPr>
          <p:cNvSpPr>
            <a:spLocks noGrp="1"/>
          </p:cNvSpPr>
          <p:nvPr>
            <p:ph type="title"/>
          </p:nvPr>
        </p:nvSpPr>
        <p:spPr/>
        <p:txBody>
          <a:bodyPr/>
          <a:lstStyle/>
          <a:p>
            <a:pPr algn="ctr"/>
            <a:r>
              <a:rPr lang="es-ES" sz="2800" b="1" dirty="0">
                <a:solidFill>
                  <a:schemeClr val="bg1"/>
                </a:solidFill>
              </a:rPr>
              <a:t>Ejemplo de ítem de Educación Cívica </a:t>
            </a:r>
            <a:br>
              <a:rPr lang="es-ES" sz="2800" b="1" dirty="0">
                <a:solidFill>
                  <a:schemeClr val="bg1"/>
                </a:solidFill>
              </a:rPr>
            </a:br>
            <a:r>
              <a:rPr lang="es-ES" sz="2800" b="1" dirty="0">
                <a:solidFill>
                  <a:schemeClr val="bg1"/>
                </a:solidFill>
              </a:rPr>
              <a:t>(Aplicación de un concepto)</a:t>
            </a:r>
            <a:endParaRPr lang="es-PE" sz="2800" dirty="0"/>
          </a:p>
        </p:txBody>
      </p:sp>
      <p:sp>
        <p:nvSpPr>
          <p:cNvPr id="3" name="Marcador de contenido 2">
            <a:extLst>
              <a:ext uri="{FF2B5EF4-FFF2-40B4-BE49-F238E27FC236}">
                <a16:creationId xmlns:a16="http://schemas.microsoft.com/office/drawing/2014/main" id="{27CC3380-49D1-3C8C-8740-3EB7A70E2358}"/>
              </a:ext>
            </a:extLst>
          </p:cNvPr>
          <p:cNvSpPr>
            <a:spLocks noGrp="1"/>
          </p:cNvSpPr>
          <p:nvPr>
            <p:ph idx="1"/>
          </p:nvPr>
        </p:nvSpPr>
        <p:spPr>
          <a:xfrm>
            <a:off x="360000" y="1151880"/>
            <a:ext cx="9180000" cy="3938280"/>
          </a:xfrm>
        </p:spPr>
        <p:txBody>
          <a:bodyPr>
            <a:noAutofit/>
          </a:bodyPr>
          <a:lstStyle/>
          <a:p>
            <a:pPr marL="0" indent="0" algn="just">
              <a:spcAft>
                <a:spcPts val="800"/>
              </a:spcAft>
              <a:buNone/>
            </a:pPr>
            <a:r>
              <a:rPr lang="es-ES" sz="1200" b="0" i="0" u="none" strike="noStrike" dirty="0">
                <a:solidFill>
                  <a:srgbClr val="000000"/>
                </a:solidFill>
                <a:effectLst/>
              </a:rPr>
              <a:t>Los ciudadanos del distrito de San Vicente están indignados por la pésima gestión que viene realizando su alcalde. Después de un año de asumir el cargo, las calles y avenidas están llenas de desperdicios y causan mal olor, durante la pandemia hubo lugares donde se </a:t>
            </a:r>
            <a:r>
              <a:rPr lang="es-ES" sz="1200" dirty="0">
                <a:solidFill>
                  <a:srgbClr val="000000"/>
                </a:solidFill>
              </a:rPr>
              <a:t>realizaron constantemente fiestas </a:t>
            </a:r>
            <a:r>
              <a:rPr lang="es-ES" sz="1200" b="0" i="0" u="none" strike="noStrike" dirty="0" err="1">
                <a:solidFill>
                  <a:srgbClr val="000000"/>
                </a:solidFill>
                <a:effectLst/>
              </a:rPr>
              <a:t>Covid</a:t>
            </a:r>
            <a:r>
              <a:rPr lang="es-ES" sz="1200" b="0" i="0" u="none" strike="noStrike" dirty="0">
                <a:solidFill>
                  <a:srgbClr val="000000"/>
                </a:solidFill>
                <a:effectLst/>
              </a:rPr>
              <a:t>, pese a que el burgomaestre estaba informado al respecto. Algunos vecinos molestos, lo sindican como involucrado en presuntos actos de corrupción. Varios de ellos quieren organizarse para que el alcalde deje el cargo, por lo que vienen juntando firmas para que se realice un proceso de consulta en el que se le pregunte a los ciudadanos si desean que esta autoridad deje el cargo o se mantenga en él</a:t>
            </a:r>
          </a:p>
          <a:p>
            <a:pPr marL="0" indent="0" algn="just">
              <a:spcAft>
                <a:spcPts val="800"/>
              </a:spcAft>
              <a:buNone/>
            </a:pPr>
            <a:r>
              <a:rPr lang="es-ES" sz="1200" b="0" i="0" u="none" strike="noStrike" dirty="0">
                <a:solidFill>
                  <a:srgbClr val="000000"/>
                </a:solidFill>
                <a:effectLst/>
              </a:rPr>
              <a:t>¿Qué mecanismo de participación ciudadana deben ejercer los vecinos?</a:t>
            </a:r>
            <a:endParaRPr lang="es-ES" sz="1200" b="0" dirty="0">
              <a:effectLst/>
            </a:endParaRPr>
          </a:p>
          <a:p>
            <a:pPr marL="342900" indent="-342900" rtl="0" fontAlgn="base">
              <a:buAutoNum type="alphaUcParenR"/>
            </a:pPr>
            <a:r>
              <a:rPr lang="es-ES" sz="1200" b="0" i="0" u="none" strike="noStrike" dirty="0">
                <a:solidFill>
                  <a:srgbClr val="000000"/>
                </a:solidFill>
                <a:effectLst/>
              </a:rPr>
              <a:t>Rendición de cuenta</a:t>
            </a:r>
          </a:p>
          <a:p>
            <a:pPr marL="342900" indent="-342900" rtl="0" fontAlgn="base">
              <a:buAutoNum type="alphaUcParenR"/>
            </a:pPr>
            <a:r>
              <a:rPr lang="es-ES" sz="1200" b="0" i="0" u="none" strike="noStrike" dirty="0">
                <a:solidFill>
                  <a:srgbClr val="000000"/>
                </a:solidFill>
                <a:effectLst/>
              </a:rPr>
              <a:t>Referéndum</a:t>
            </a:r>
          </a:p>
          <a:p>
            <a:pPr marL="342900" indent="-342900" rtl="0" fontAlgn="base">
              <a:buAutoNum type="alphaUcParenR"/>
            </a:pPr>
            <a:r>
              <a:rPr lang="es-ES" sz="1200" b="0" i="0" u="none" strike="noStrike" dirty="0">
                <a:solidFill>
                  <a:srgbClr val="000000"/>
                </a:solidFill>
                <a:effectLst/>
              </a:rPr>
              <a:t>Revocatoria</a:t>
            </a:r>
          </a:p>
          <a:p>
            <a:pPr marL="342900" indent="-342900" rtl="0" fontAlgn="base">
              <a:buAutoNum type="alphaUcParenR"/>
            </a:pPr>
            <a:r>
              <a:rPr lang="es-ES" sz="1200" b="0" i="0" u="none" strike="noStrike" dirty="0">
                <a:solidFill>
                  <a:srgbClr val="000000"/>
                </a:solidFill>
                <a:effectLst/>
              </a:rPr>
              <a:t>Remoción</a:t>
            </a:r>
          </a:p>
          <a:p>
            <a:pPr marL="0" indent="0">
              <a:buNone/>
            </a:pPr>
            <a:r>
              <a:rPr lang="es-PE" sz="1200" b="1" dirty="0"/>
              <a:t>Solución</a:t>
            </a:r>
          </a:p>
          <a:p>
            <a:pPr marL="0" indent="0">
              <a:buNone/>
            </a:pPr>
            <a:r>
              <a:rPr lang="es-ES" sz="1200" b="0" i="0" u="none" strike="noStrike" dirty="0">
                <a:solidFill>
                  <a:srgbClr val="000000"/>
                </a:solidFill>
                <a:effectLst/>
              </a:rPr>
              <a:t>La constitución de la República del Perú, en su artículo </a:t>
            </a:r>
            <a:r>
              <a:rPr lang="es-ES" sz="1200" b="0" i="0" u="none" strike="noStrike" dirty="0" err="1">
                <a:solidFill>
                  <a:srgbClr val="000000"/>
                </a:solidFill>
                <a:effectLst/>
              </a:rPr>
              <a:t>N°</a:t>
            </a:r>
            <a:r>
              <a:rPr lang="es-ES" sz="1200" b="0" i="0" u="none" strike="noStrike" dirty="0">
                <a:solidFill>
                  <a:srgbClr val="000000"/>
                </a:solidFill>
                <a:effectLst/>
              </a:rPr>
              <a:t> 31, establece que los ciudadanos tienen derecho a participar en los asuntos públicos mediante referéndum, iniciativa legislativa, remoción y revocatoria de autoridades. El derecho de revocatoria establece que los ciudadanos pueden ser consultados en un proceso electoral si desean que sus autoridades (de los gobiernos regionales y locales) se mantengan en el cargo. El proceso puede realizarse, sólo un año después de iniciado el período de gobierno y hasta un año antes de su término, y luego de que se alcanzado el 25% de firmas de los electores de la circunscripción.</a:t>
            </a:r>
            <a:endParaRPr lang="es-PE" sz="1200" dirty="0"/>
          </a:p>
        </p:txBody>
      </p:sp>
    </p:spTree>
    <p:extLst>
      <p:ext uri="{BB962C8B-B14F-4D97-AF65-F5344CB8AC3E}">
        <p14:creationId xmlns:p14="http://schemas.microsoft.com/office/powerpoint/2010/main" val="17863188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D4FD8E-B449-CB2A-A4FD-BEF974890974}"/>
              </a:ext>
            </a:extLst>
          </p:cNvPr>
          <p:cNvSpPr>
            <a:spLocks noGrp="1"/>
          </p:cNvSpPr>
          <p:nvPr>
            <p:ph type="title"/>
          </p:nvPr>
        </p:nvSpPr>
        <p:spPr>
          <a:xfrm>
            <a:off x="359999" y="270000"/>
            <a:ext cx="9720625" cy="720000"/>
          </a:xfrm>
        </p:spPr>
        <p:txBody>
          <a:bodyPr/>
          <a:lstStyle/>
          <a:p>
            <a:pPr algn="ctr"/>
            <a:r>
              <a:rPr lang="es-ES" sz="2800" b="1" dirty="0">
                <a:solidFill>
                  <a:schemeClr val="bg1"/>
                </a:solidFill>
              </a:rPr>
              <a:t>Ejemplo de ítem de Educación Cívica</a:t>
            </a:r>
            <a:br>
              <a:rPr lang="es-ES" sz="2800" b="1" dirty="0">
                <a:solidFill>
                  <a:schemeClr val="bg1"/>
                </a:solidFill>
              </a:rPr>
            </a:br>
            <a:r>
              <a:rPr lang="es-ES" sz="2800" b="1" dirty="0">
                <a:solidFill>
                  <a:schemeClr val="bg1"/>
                </a:solidFill>
              </a:rPr>
              <a:t>(Aplicación de un concepto)</a:t>
            </a:r>
            <a:endParaRPr lang="es-PE" sz="2800" b="1" dirty="0">
              <a:solidFill>
                <a:schemeClr val="bg1"/>
              </a:solidFill>
            </a:endParaRPr>
          </a:p>
        </p:txBody>
      </p:sp>
      <p:sp>
        <p:nvSpPr>
          <p:cNvPr id="3" name="Marcador de contenido 2">
            <a:extLst>
              <a:ext uri="{FF2B5EF4-FFF2-40B4-BE49-F238E27FC236}">
                <a16:creationId xmlns:a16="http://schemas.microsoft.com/office/drawing/2014/main" id="{2E7AE182-F3EC-2DA8-35DA-20ED7B957B68}"/>
              </a:ext>
            </a:extLst>
          </p:cNvPr>
          <p:cNvSpPr>
            <a:spLocks noGrp="1"/>
          </p:cNvSpPr>
          <p:nvPr>
            <p:ph idx="1"/>
          </p:nvPr>
        </p:nvSpPr>
        <p:spPr>
          <a:xfrm>
            <a:off x="401592" y="1197600"/>
            <a:ext cx="9180000" cy="3763020"/>
          </a:xfrm>
        </p:spPr>
        <p:txBody>
          <a:bodyPr>
            <a:noAutofit/>
          </a:bodyPr>
          <a:lstStyle/>
          <a:p>
            <a:pPr marL="0" indent="0" algn="just" rtl="0">
              <a:spcAft>
                <a:spcPts val="800"/>
              </a:spcAft>
              <a:buNone/>
            </a:pPr>
            <a:r>
              <a:rPr lang="es-ES" sz="1300" b="0" i="0" u="none" strike="noStrike" dirty="0">
                <a:solidFill>
                  <a:srgbClr val="000000"/>
                </a:solidFill>
                <a:effectLst/>
              </a:rPr>
              <a:t>Pedro y Jorge son hermanos. Ambos siempre tienen discusiones por usar la computadora, pues ambos tienen trabajos que presentar en la escuela. Pedro dice: yo soy el mayor, por lo tanto, usaré primero la computadora. Jorge no acepta porque tiene trabajos que presentar hoy. No obstante, Jorge recordó que su maestra le dijo que, para resolver un conflicto, existen mecanismos, uno de ellos es similar a un contrato por el cual las partes involucradas establecen acuerdos, sin la intervención de otra persona. Ambos convienen que Jorge usará la computadora los lunes, miércoles y viernes, mientras que Pedro lo hará los martes, jueves y sábados.</a:t>
            </a:r>
          </a:p>
          <a:p>
            <a:pPr marL="0" indent="0" algn="just" rtl="0">
              <a:spcAft>
                <a:spcPts val="800"/>
              </a:spcAft>
              <a:buNone/>
            </a:pPr>
            <a:r>
              <a:rPr lang="es-ES" sz="1300" b="0" i="0" u="none" strike="noStrike" dirty="0">
                <a:solidFill>
                  <a:srgbClr val="000000"/>
                </a:solidFill>
                <a:effectLst/>
              </a:rPr>
              <a:t>Identifique cuál era el mecanismo de solución de conflictos en el que estuvo pensando Jorge:</a:t>
            </a:r>
            <a:endParaRPr lang="es-ES" sz="1300" b="0" dirty="0">
              <a:effectLst/>
            </a:endParaRPr>
          </a:p>
          <a:p>
            <a:pPr marL="342900" indent="-342900" rtl="0" fontAlgn="base">
              <a:buAutoNum type="alphaUcParenR"/>
            </a:pPr>
            <a:r>
              <a:rPr lang="es-ES" sz="1300" b="0" i="0" u="none" strike="noStrike" dirty="0">
                <a:solidFill>
                  <a:srgbClr val="000000"/>
                </a:solidFill>
                <a:effectLst/>
              </a:rPr>
              <a:t>Mediación</a:t>
            </a:r>
          </a:p>
          <a:p>
            <a:pPr marL="342900" indent="-342900" rtl="0" fontAlgn="base">
              <a:buAutoNum type="alphaUcParenR"/>
            </a:pPr>
            <a:r>
              <a:rPr lang="es-ES" sz="1300" b="0" i="0" u="none" strike="noStrike" dirty="0">
                <a:solidFill>
                  <a:srgbClr val="000000"/>
                </a:solidFill>
                <a:effectLst/>
              </a:rPr>
              <a:t>Negociación</a:t>
            </a:r>
          </a:p>
          <a:p>
            <a:pPr marL="342900" indent="-342900" rtl="0" fontAlgn="base">
              <a:buAutoNum type="alphaUcParenR"/>
            </a:pPr>
            <a:r>
              <a:rPr lang="es-ES" sz="1300" b="0" i="0" u="none" strike="noStrike" dirty="0">
                <a:solidFill>
                  <a:srgbClr val="000000"/>
                </a:solidFill>
                <a:effectLst/>
              </a:rPr>
              <a:t>Conciliación</a:t>
            </a:r>
          </a:p>
          <a:p>
            <a:pPr marL="342900" indent="-342900" rtl="0" fontAlgn="base">
              <a:buAutoNum type="alphaUcParenR"/>
            </a:pPr>
            <a:r>
              <a:rPr lang="es-ES" sz="1300" b="0" i="0" u="none" strike="noStrike" dirty="0">
                <a:solidFill>
                  <a:srgbClr val="000000"/>
                </a:solidFill>
                <a:effectLst/>
              </a:rPr>
              <a:t>Empatía</a:t>
            </a:r>
          </a:p>
          <a:p>
            <a:pPr marL="0" indent="0">
              <a:buNone/>
            </a:pPr>
            <a:r>
              <a:rPr lang="es-ES" sz="1300" b="1" i="0" u="none" strike="noStrike" dirty="0">
                <a:solidFill>
                  <a:srgbClr val="000000"/>
                </a:solidFill>
                <a:effectLst/>
              </a:rPr>
              <a:t>Solución</a:t>
            </a:r>
          </a:p>
          <a:p>
            <a:pPr marL="0" indent="0">
              <a:buNone/>
            </a:pPr>
            <a:r>
              <a:rPr lang="es-ES" sz="1300" b="0" i="0" u="none" strike="noStrike" dirty="0">
                <a:solidFill>
                  <a:srgbClr val="000000"/>
                </a:solidFill>
                <a:effectLst/>
              </a:rPr>
              <a:t>Para la solución de conflictos, existen tres mecanismos: la mediación, conciliación y negociación. Este último ha cobrado importancia por su gran similitud con un contrato conmutativo, que luego de un diálogo aceptan acuerdos recíprocos que benefician a ambos.</a:t>
            </a:r>
            <a:endParaRPr lang="es-PE" sz="1300" dirty="0"/>
          </a:p>
        </p:txBody>
      </p:sp>
    </p:spTree>
    <p:extLst>
      <p:ext uri="{BB962C8B-B14F-4D97-AF65-F5344CB8AC3E}">
        <p14:creationId xmlns:p14="http://schemas.microsoft.com/office/powerpoint/2010/main" val="18018814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5BD56A-B314-B94C-ACFE-329E04073D56}"/>
              </a:ext>
            </a:extLst>
          </p:cNvPr>
          <p:cNvSpPr>
            <a:spLocks noGrp="1"/>
          </p:cNvSpPr>
          <p:nvPr>
            <p:ph type="title"/>
          </p:nvPr>
        </p:nvSpPr>
        <p:spPr/>
        <p:txBody>
          <a:bodyPr/>
          <a:lstStyle/>
          <a:p>
            <a:pPr algn="ctr"/>
            <a:r>
              <a:rPr lang="es-ES" sz="2800" b="1" dirty="0">
                <a:solidFill>
                  <a:schemeClr val="bg1"/>
                </a:solidFill>
              </a:rPr>
              <a:t>Aplicación de principios / axiomas </a:t>
            </a:r>
            <a:endParaRPr lang="es-PE" sz="2800" b="1" dirty="0">
              <a:solidFill>
                <a:schemeClr val="bg1"/>
              </a:solidFill>
            </a:endParaRPr>
          </a:p>
        </p:txBody>
      </p:sp>
      <p:sp>
        <p:nvSpPr>
          <p:cNvPr id="3" name="Marcador de contenido 2">
            <a:extLst>
              <a:ext uri="{FF2B5EF4-FFF2-40B4-BE49-F238E27FC236}">
                <a16:creationId xmlns:a16="http://schemas.microsoft.com/office/drawing/2014/main" id="{9C9126C5-A114-7F33-39F7-4C8F4CAE3F30}"/>
              </a:ext>
            </a:extLst>
          </p:cNvPr>
          <p:cNvSpPr>
            <a:spLocks noGrp="1"/>
          </p:cNvSpPr>
          <p:nvPr>
            <p:ph idx="1"/>
          </p:nvPr>
        </p:nvSpPr>
        <p:spPr/>
        <p:txBody>
          <a:bodyPr>
            <a:normAutofit/>
          </a:bodyPr>
          <a:lstStyle/>
          <a:p>
            <a:pPr marL="0" indent="0" algn="just">
              <a:buNone/>
            </a:pPr>
            <a:r>
              <a:rPr lang="es-ES" sz="1300" dirty="0"/>
              <a:t>Si las autoridades del país X establecen tasas arancelarias iguales a cero para los productos del país Y, </a:t>
            </a:r>
            <a:r>
              <a:rPr lang="es-ES" sz="1300" i="1" dirty="0" err="1"/>
              <a:t>ceteris</a:t>
            </a:r>
            <a:r>
              <a:rPr lang="es-ES" sz="1300" i="1" dirty="0"/>
              <a:t> </a:t>
            </a:r>
            <a:r>
              <a:rPr lang="es-ES" sz="1300" i="1" dirty="0" err="1"/>
              <a:t>paribus</a:t>
            </a:r>
            <a:r>
              <a:rPr lang="es-ES" sz="1300" dirty="0"/>
              <a:t>, entonces los precios de dichos bienes en X tenderán a ............... Así, el registro de la cantidad de las importaciones de Y en X ..............., generando que la balanza comercial entre ambos países tienda a ser favorable para ...............; tal medida beneficiaría a los ............... de bienes producidos en Y residentes en X.</a:t>
            </a:r>
          </a:p>
          <a:p>
            <a:pPr marL="0" indent="0">
              <a:buNone/>
            </a:pPr>
            <a:r>
              <a:rPr lang="es-ES" sz="1300" dirty="0"/>
              <a:t>A) disminuir - aumentaría - el país Y - importadores</a:t>
            </a:r>
          </a:p>
          <a:p>
            <a:pPr marL="0" indent="0">
              <a:buNone/>
            </a:pPr>
            <a:r>
              <a:rPr lang="es-ES" sz="1300" dirty="0"/>
              <a:t>B) aumentar - disminuiría - el país X - exportadores</a:t>
            </a:r>
          </a:p>
          <a:p>
            <a:pPr marL="0" indent="0">
              <a:buNone/>
            </a:pPr>
            <a:r>
              <a:rPr lang="es-ES" sz="1300" dirty="0"/>
              <a:t>C) disminuir - bajaría - el país X - exportadores</a:t>
            </a:r>
          </a:p>
          <a:p>
            <a:pPr marL="0" indent="0">
              <a:buNone/>
            </a:pPr>
            <a:r>
              <a:rPr lang="es-ES" sz="1300" dirty="0"/>
              <a:t>D) aumentar - aumentaría - el país Y – importadores</a:t>
            </a:r>
          </a:p>
          <a:p>
            <a:pPr marL="0" indent="0">
              <a:buNone/>
            </a:pPr>
            <a:r>
              <a:rPr lang="es-ES" sz="1300" b="1" dirty="0"/>
              <a:t>Solución</a:t>
            </a:r>
          </a:p>
          <a:p>
            <a:pPr marL="0" indent="0" algn="just">
              <a:buNone/>
            </a:pPr>
            <a:r>
              <a:rPr lang="es-ES" sz="1300" dirty="0"/>
              <a:t>El comercio exterior es el intercambio de bienes entre dos o más países. Existen diferentes instrumentos para fomentar o limitar las exportaciones y las importaciones. El arancel es el impuesto cobrado a los productos importados. Al reducirse los aranceles, se reducen los precios de los bienes importados para el consumidor; esto puede generar un aumento de la demanda y mayores niveles de importación, beneficiando a los importadores del país donde hay reducción de aranceles. Como correlato, mejora la balanza comercial del país exportador, ya que se incrementaría las exportaciones hacia el país que redujo los aranceles.</a:t>
            </a:r>
            <a:endParaRPr lang="es-PE" sz="1300" dirty="0"/>
          </a:p>
        </p:txBody>
      </p:sp>
    </p:spTree>
    <p:extLst>
      <p:ext uri="{BB962C8B-B14F-4D97-AF65-F5344CB8AC3E}">
        <p14:creationId xmlns:p14="http://schemas.microsoft.com/office/powerpoint/2010/main" val="793134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1276</TotalTime>
  <Words>6460</Words>
  <Application>Microsoft Office PowerPoint</Application>
  <PresentationFormat>Personalizado</PresentationFormat>
  <Paragraphs>341</Paragraphs>
  <Slides>50</Slides>
  <Notes>6</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50</vt:i4>
      </vt:variant>
    </vt:vector>
  </HeadingPairs>
  <TitlesOfParts>
    <vt:vector size="59" baseType="lpstr">
      <vt:lpstr>Arial</vt:lpstr>
      <vt:lpstr>Arial (Títulos)</vt:lpstr>
      <vt:lpstr>Calibri</vt:lpstr>
      <vt:lpstr>Source Sans Pro</vt:lpstr>
      <vt:lpstr>Source Sans Pro Black</vt:lpstr>
      <vt:lpstr>Source Sans Pro Light</vt:lpstr>
      <vt:lpstr>Source Sans Pro Semibold</vt:lpstr>
      <vt:lpstr>Office Theme</vt:lpstr>
      <vt:lpstr>Office Theme</vt:lpstr>
      <vt:lpstr>Presentación de PowerPoint</vt:lpstr>
      <vt:lpstr>Introducción: Cambio de modelo</vt:lpstr>
      <vt:lpstr>¿Qué es una competencia?</vt:lpstr>
      <vt:lpstr>¿Qué es ser competente?</vt:lpstr>
      <vt:lpstr>Competencias: capacidades, habilidades y conocimientos</vt:lpstr>
      <vt:lpstr>Competencias y capacidades de cursos de Ciencias Sociales de la EBR</vt:lpstr>
      <vt:lpstr>Presentación de PowerPoint</vt:lpstr>
      <vt:lpstr>Ejercicio de destrezas cognitivas bajo el enfoque por competencias </vt:lpstr>
      <vt:lpstr>Taxonomía de Bloom</vt:lpstr>
      <vt:lpstr>Taxonomía de Bloom, destrezas y actividades</vt:lpstr>
      <vt:lpstr>Presentación de PowerPoint</vt:lpstr>
      <vt:lpstr>Destrezas cognitivas</vt:lpstr>
      <vt:lpstr>¿Cómo no se debe hacer un ítem según el modelo por competencias?</vt:lpstr>
      <vt:lpstr>Sobre el enunciado (Contexto y/o Cotexto)</vt:lpstr>
      <vt:lpstr>Ejemplo de un contexto / cotexto</vt:lpstr>
      <vt:lpstr>Normas formales para elaborar ítems</vt:lpstr>
      <vt:lpstr>Criterios tradicionales para la graduación de niveles de dificultad de los ítems</vt:lpstr>
      <vt:lpstr>Dimensiones para graduar niveles de dificultad según el enfoque por competencias</vt:lpstr>
      <vt:lpstr>Conocimiento de contenidos temáticos de las asignaturas </vt:lpstr>
      <vt:lpstr> </vt:lpstr>
      <vt:lpstr>Presentación de PowerPoint</vt:lpstr>
      <vt:lpstr>Graduación de dificultad por contenidos temáticos de las asignaturas</vt:lpstr>
      <vt:lpstr>Complejidad de la información</vt:lpstr>
      <vt:lpstr>Ejercicio de competencias</vt:lpstr>
      <vt:lpstr>Aplicación</vt:lpstr>
      <vt:lpstr>Análisis</vt:lpstr>
      <vt:lpstr>Síntesis</vt:lpstr>
      <vt:lpstr>Uso del lenguaje adecuado</vt:lpstr>
      <vt:lpstr>Pasos secuenciales para la elaboración de ítems según el enfoque por competencias</vt:lpstr>
      <vt:lpstr>Item Básico</vt:lpstr>
      <vt:lpstr>Ítem con gráfico</vt:lpstr>
      <vt:lpstr>Ítem secuencia de V o F</vt:lpstr>
      <vt:lpstr>Ítem opciones para escoger</vt:lpstr>
      <vt:lpstr>Ítem columnas para relacionar</vt:lpstr>
      <vt:lpstr>Ejemplo de ítem de Análisis por inferencia</vt:lpstr>
      <vt:lpstr>Ejemplo de contextualización</vt:lpstr>
      <vt:lpstr>Aspectos formales para la elaboración de ítems</vt:lpstr>
      <vt:lpstr>Aspectos formales para la elaboración de ítems</vt:lpstr>
      <vt:lpstr>Aspectos formales para la elaboración de ítems</vt:lpstr>
      <vt:lpstr>Ejemplos de ítems</vt:lpstr>
      <vt:lpstr>Alto nivel de dificultad (manejo de información y el ejercicio de destrezas cognitivas: análisis por inferencia). </vt:lpstr>
      <vt:lpstr>Ejemplo de ítem de síntesis por integración de información (Dificultad: media)</vt:lpstr>
      <vt:lpstr>Ejemplo de síntesis por extrapolación (dificultad: Fácil) </vt:lpstr>
      <vt:lpstr>Ejemplo de Análisis, por ejercicio de la inferencia (Dificultad: media)</vt:lpstr>
      <vt:lpstr>Ejemplo de ítem de Geografía</vt:lpstr>
      <vt:lpstr>Ejemplo de ítem de Geografía</vt:lpstr>
      <vt:lpstr>Presentación de PowerPoint</vt:lpstr>
      <vt:lpstr>Ejemplo de ítem de Educación Cívica  (Aplicación de un concepto)</vt:lpstr>
      <vt:lpstr>Ejemplo de ítem de Educación Cívica (Aplicación de un concepto)</vt:lpstr>
      <vt:lpstr>Aplicación de principios / axiomas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Alizarin</dc:title>
  <dc:subject/>
  <dc:creator>Usuario</dc:creator>
  <dc:description/>
  <cp:lastModifiedBy>David Víctor Velásquez Silva</cp:lastModifiedBy>
  <cp:revision>9</cp:revision>
  <dcterms:created xsi:type="dcterms:W3CDTF">2021-11-10T09:02:18Z</dcterms:created>
  <dcterms:modified xsi:type="dcterms:W3CDTF">2026-02-20T19:15:20Z</dcterms:modified>
  <dc:language>es-PE</dc:language>
</cp:coreProperties>
</file>