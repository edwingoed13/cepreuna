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4.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5.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6.xml" ContentType="application/vnd.openxmlformats-officedocument.theme+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7.xml" ContentType="application/vnd.openxmlformats-officedocument.theme+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9" r:id="rId4"/>
    <p:sldMasterId id="2147483704" r:id="rId5"/>
    <p:sldMasterId id="2147483719" r:id="rId6"/>
    <p:sldMasterId id="2147483734" r:id="rId7"/>
    <p:sldMasterId id="2147483749" r:id="rId8"/>
  </p:sldMasterIdLst>
  <p:notesMasterIdLst>
    <p:notesMasterId r:id="rId54"/>
  </p:notesMasterIdLst>
  <p:sldIdLst>
    <p:sldId id="256" r:id="rId9"/>
    <p:sldId id="292" r:id="rId10"/>
    <p:sldId id="293" r:id="rId11"/>
    <p:sldId id="294" r:id="rId12"/>
    <p:sldId id="295" r:id="rId13"/>
    <p:sldId id="296" r:id="rId14"/>
    <p:sldId id="257" r:id="rId15"/>
    <p:sldId id="298" r:id="rId16"/>
    <p:sldId id="299" r:id="rId17"/>
    <p:sldId id="300" r:id="rId18"/>
    <p:sldId id="301" r:id="rId19"/>
    <p:sldId id="302" r:id="rId20"/>
    <p:sldId id="305" r:id="rId21"/>
    <p:sldId id="306" r:id="rId22"/>
    <p:sldId id="334" r:id="rId23"/>
    <p:sldId id="335" r:id="rId24"/>
    <p:sldId id="336" r:id="rId25"/>
    <p:sldId id="310" r:id="rId26"/>
    <p:sldId id="311" r:id="rId27"/>
    <p:sldId id="312" r:id="rId28"/>
    <p:sldId id="313" r:id="rId29"/>
    <p:sldId id="314" r:id="rId30"/>
    <p:sldId id="315" r:id="rId31"/>
    <p:sldId id="316" r:id="rId32"/>
    <p:sldId id="317" r:id="rId33"/>
    <p:sldId id="318" r:id="rId34"/>
    <p:sldId id="319" r:id="rId35"/>
    <p:sldId id="320" r:id="rId36"/>
    <p:sldId id="338" r:id="rId37"/>
    <p:sldId id="340" r:id="rId38"/>
    <p:sldId id="341" r:id="rId39"/>
    <p:sldId id="326" r:id="rId40"/>
    <p:sldId id="327" r:id="rId41"/>
    <p:sldId id="343" r:id="rId42"/>
    <p:sldId id="344" r:id="rId43"/>
    <p:sldId id="346" r:id="rId44"/>
    <p:sldId id="348" r:id="rId45"/>
    <p:sldId id="272" r:id="rId46"/>
    <p:sldId id="349" r:id="rId47"/>
    <p:sldId id="350" r:id="rId48"/>
    <p:sldId id="291" r:id="rId49"/>
    <p:sldId id="288" r:id="rId50"/>
    <p:sldId id="273" r:id="rId51"/>
    <p:sldId id="285" r:id="rId52"/>
    <p:sldId id="274" r:id="rId53"/>
  </p:sldIdLst>
  <p:sldSz cx="10080625" cy="5670550"/>
  <p:notesSz cx="7559675" cy="10691813"/>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5" d="100"/>
          <a:sy n="95" d="100"/>
        </p:scale>
        <p:origin x="38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slide" Target="slides/slide42.xml"/><Relationship Id="rId55" Type="http://schemas.openxmlformats.org/officeDocument/2006/relationships/presProps" Target="pres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tableStyles" Target="tableStyles.xml"/><Relationship Id="rId5" Type="http://schemas.openxmlformats.org/officeDocument/2006/relationships/slideMaster" Target="slideMasters/slideMaster5.xml"/><Relationship Id="rId19" Type="http://schemas.openxmlformats.org/officeDocument/2006/relationships/slide" Target="slides/slide11.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viewProps" Target="viewProps.xml"/><Relationship Id="rId8" Type="http://schemas.openxmlformats.org/officeDocument/2006/relationships/slideMaster" Target="slideMasters/slideMaster8.xml"/><Relationship Id="rId51" Type="http://schemas.openxmlformats.org/officeDocument/2006/relationships/slide" Target="slides/slide43.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theme" Target="theme/theme1.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D20CED5-C8F7-40F2-8726-6D4C1D8C06F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s-PE"/>
        </a:p>
      </dgm:t>
    </dgm:pt>
    <dgm:pt modelId="{4015354F-0E29-4F07-816F-3ABE0E168C10}">
      <dgm:prSet/>
      <dgm:spPr/>
      <dgm:t>
        <a:bodyPr/>
        <a:lstStyle/>
        <a:p>
          <a:pPr>
            <a:lnSpc>
              <a:spcPct val="100000"/>
            </a:lnSpc>
          </a:pPr>
          <a:r>
            <a:rPr lang="es-ES" b="0" i="0" dirty="0">
              <a:latin typeface="Book Antiqua" panose="02040602050305030304" pitchFamily="18" charset="0"/>
            </a:rPr>
            <a:t>Supone comprender la situación que se debe afrontar y evaluar las posibilidades que se tiene para resolverla:</a:t>
          </a:r>
          <a:endParaRPr lang="es-PE" dirty="0">
            <a:latin typeface="Book Antiqua" panose="02040602050305030304" pitchFamily="18" charset="0"/>
          </a:endParaRPr>
        </a:p>
      </dgm:t>
    </dgm:pt>
    <dgm:pt modelId="{1737C08E-5E20-4C90-86D2-217270C0AC83}" type="parTrans" cxnId="{25F78D57-3472-4C9A-A174-2B8F5443CDA0}">
      <dgm:prSet/>
      <dgm:spPr/>
      <dgm:t>
        <a:bodyPr/>
        <a:lstStyle/>
        <a:p>
          <a:endParaRPr lang="es-PE"/>
        </a:p>
      </dgm:t>
    </dgm:pt>
    <dgm:pt modelId="{2B39495A-A57D-4AC1-86BA-DC3CCA24C429}" type="sibTrans" cxnId="{25F78D57-3472-4C9A-A174-2B8F5443CDA0}">
      <dgm:prSet/>
      <dgm:spPr/>
      <dgm:t>
        <a:bodyPr/>
        <a:lstStyle/>
        <a:p>
          <a:endParaRPr lang="es-PE"/>
        </a:p>
      </dgm:t>
    </dgm:pt>
    <dgm:pt modelId="{1708528B-F1E0-4B44-BAA1-2E0EE3FC7846}">
      <dgm:prSet/>
      <dgm:spPr/>
      <dgm:t>
        <a:bodyPr/>
        <a:lstStyle/>
        <a:p>
          <a:pPr>
            <a:lnSpc>
              <a:spcPct val="100000"/>
            </a:lnSpc>
          </a:pPr>
          <a:r>
            <a:rPr lang="es-ES" b="0" i="0" dirty="0">
              <a:latin typeface="Book Antiqua" panose="02040602050305030304" pitchFamily="18" charset="0"/>
            </a:rPr>
            <a:t>a) identificar los conocimientos y habilidades que uno posee o que están disponibles en el entorno </a:t>
          </a:r>
          <a:endParaRPr lang="es-PE" dirty="0">
            <a:latin typeface="Book Antiqua" panose="02040602050305030304" pitchFamily="18" charset="0"/>
          </a:endParaRPr>
        </a:p>
      </dgm:t>
    </dgm:pt>
    <dgm:pt modelId="{485EBA00-A0BD-4E70-B522-F83A360DAEDD}" type="parTrans" cxnId="{7EE4634C-CAB8-4293-BEC0-1E6C5CC69E2F}">
      <dgm:prSet/>
      <dgm:spPr/>
      <dgm:t>
        <a:bodyPr/>
        <a:lstStyle/>
        <a:p>
          <a:endParaRPr lang="es-PE"/>
        </a:p>
      </dgm:t>
    </dgm:pt>
    <dgm:pt modelId="{94C11DF5-D668-4FF0-AC60-154DE34F64A3}" type="sibTrans" cxnId="{7EE4634C-CAB8-4293-BEC0-1E6C5CC69E2F}">
      <dgm:prSet/>
      <dgm:spPr/>
      <dgm:t>
        <a:bodyPr/>
        <a:lstStyle/>
        <a:p>
          <a:endParaRPr lang="es-PE"/>
        </a:p>
      </dgm:t>
    </dgm:pt>
    <dgm:pt modelId="{EF9B9C66-6D63-45E2-8C53-BCD56FE9DF85}">
      <dgm:prSet/>
      <dgm:spPr/>
      <dgm:t>
        <a:bodyPr/>
        <a:lstStyle/>
        <a:p>
          <a:pPr>
            <a:lnSpc>
              <a:spcPct val="100000"/>
            </a:lnSpc>
          </a:pPr>
          <a:r>
            <a:rPr lang="es-ES" b="0" i="0" dirty="0">
              <a:latin typeface="Book Antiqua" panose="02040602050305030304" pitchFamily="18" charset="0"/>
            </a:rPr>
            <a:t>b) analizar las combinaciones más pertinentes a la situación y al propósito, para luego tomar decisiones</a:t>
          </a:r>
          <a:endParaRPr lang="es-PE" dirty="0">
            <a:latin typeface="Book Antiqua" panose="02040602050305030304" pitchFamily="18" charset="0"/>
          </a:endParaRPr>
        </a:p>
      </dgm:t>
    </dgm:pt>
    <dgm:pt modelId="{CE75CC9A-EAE5-4BD2-A9A0-4DF1BB8100FC}" type="parTrans" cxnId="{8DD1385E-7985-46DC-B2EC-C7BBA2D456C9}">
      <dgm:prSet/>
      <dgm:spPr/>
      <dgm:t>
        <a:bodyPr/>
        <a:lstStyle/>
        <a:p>
          <a:endParaRPr lang="es-PE"/>
        </a:p>
      </dgm:t>
    </dgm:pt>
    <dgm:pt modelId="{283A0575-1195-4320-8819-1C3336265F9E}" type="sibTrans" cxnId="{8DD1385E-7985-46DC-B2EC-C7BBA2D456C9}">
      <dgm:prSet/>
      <dgm:spPr/>
      <dgm:t>
        <a:bodyPr/>
        <a:lstStyle/>
        <a:p>
          <a:endParaRPr lang="es-PE"/>
        </a:p>
      </dgm:t>
    </dgm:pt>
    <dgm:pt modelId="{B835FB35-9139-4B08-8FCB-22CF6EB539AB}">
      <dgm:prSet/>
      <dgm:spPr/>
      <dgm:t>
        <a:bodyPr/>
        <a:lstStyle/>
        <a:p>
          <a:pPr>
            <a:lnSpc>
              <a:spcPct val="100000"/>
            </a:lnSpc>
          </a:pPr>
          <a:r>
            <a:rPr lang="es-ES" b="0" i="0" dirty="0">
              <a:latin typeface="Book Antiqua" panose="02040602050305030304" pitchFamily="18" charset="0"/>
            </a:rPr>
            <a:t>c) ejecutar o poner en acción la combinación seleccionada. </a:t>
          </a:r>
          <a:endParaRPr lang="es-PE" dirty="0">
            <a:latin typeface="Book Antiqua" panose="02040602050305030304" pitchFamily="18" charset="0"/>
          </a:endParaRPr>
        </a:p>
      </dgm:t>
    </dgm:pt>
    <dgm:pt modelId="{04DFB589-8894-4B68-8D5D-3AA80B6343B2}" type="parTrans" cxnId="{EE83F0AF-154F-42C2-9A06-19CDDDA8AB3F}">
      <dgm:prSet/>
      <dgm:spPr/>
      <dgm:t>
        <a:bodyPr/>
        <a:lstStyle/>
        <a:p>
          <a:endParaRPr lang="es-PE"/>
        </a:p>
      </dgm:t>
    </dgm:pt>
    <dgm:pt modelId="{A7D706DA-F28F-4DC4-8D74-CB8D82272553}" type="sibTrans" cxnId="{EE83F0AF-154F-42C2-9A06-19CDDDA8AB3F}">
      <dgm:prSet/>
      <dgm:spPr/>
      <dgm:t>
        <a:bodyPr/>
        <a:lstStyle/>
        <a:p>
          <a:endParaRPr lang="es-PE"/>
        </a:p>
      </dgm:t>
    </dgm:pt>
    <dgm:pt modelId="{5934938F-6DFC-4428-B132-78065283EAA7}" type="pres">
      <dgm:prSet presAssocID="{2D20CED5-C8F7-40F2-8726-6D4C1D8C06F8}" presName="root" presStyleCnt="0">
        <dgm:presLayoutVars>
          <dgm:dir/>
          <dgm:resizeHandles val="exact"/>
        </dgm:presLayoutVars>
      </dgm:prSet>
      <dgm:spPr/>
    </dgm:pt>
    <dgm:pt modelId="{1E59E155-D070-4D68-81FE-7BD949203119}" type="pres">
      <dgm:prSet presAssocID="{4015354F-0E29-4F07-816F-3ABE0E168C10}" presName="compNode" presStyleCnt="0"/>
      <dgm:spPr/>
    </dgm:pt>
    <dgm:pt modelId="{882EFB3F-9DB1-4717-BC65-E0F4ACAF79CA}" type="pres">
      <dgm:prSet presAssocID="{4015354F-0E29-4F07-816F-3ABE0E168C10}" presName="bgRect" presStyleLbl="bgShp" presStyleIdx="0" presStyleCnt="4"/>
      <dgm:spPr/>
    </dgm:pt>
    <dgm:pt modelId="{FEB428B0-4870-48A3-837F-E83F69462BD6}" type="pres">
      <dgm:prSet presAssocID="{4015354F-0E29-4F07-816F-3ABE0E168C10}" presName="iconRect" presStyleLbl="node1" presStyleIdx="0" presStyleCnt="4"/>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D362707C-C489-452A-9D56-2447295D7FAD}" type="pres">
      <dgm:prSet presAssocID="{4015354F-0E29-4F07-816F-3ABE0E168C10}" presName="spaceRect" presStyleCnt="0"/>
      <dgm:spPr/>
    </dgm:pt>
    <dgm:pt modelId="{E080ACA8-0569-431B-B2B1-5CBF3FDC6EB6}" type="pres">
      <dgm:prSet presAssocID="{4015354F-0E29-4F07-816F-3ABE0E168C10}" presName="parTx" presStyleLbl="revTx" presStyleIdx="0" presStyleCnt="4">
        <dgm:presLayoutVars>
          <dgm:chMax val="0"/>
          <dgm:chPref val="0"/>
        </dgm:presLayoutVars>
      </dgm:prSet>
      <dgm:spPr/>
    </dgm:pt>
    <dgm:pt modelId="{45E74CA5-851F-409B-8D5F-69801EE04E4A}" type="pres">
      <dgm:prSet presAssocID="{2B39495A-A57D-4AC1-86BA-DC3CCA24C429}" presName="sibTrans" presStyleCnt="0"/>
      <dgm:spPr/>
    </dgm:pt>
    <dgm:pt modelId="{00D5C155-51AC-4BC9-BC5E-B5667A50336A}" type="pres">
      <dgm:prSet presAssocID="{1708528B-F1E0-4B44-BAA1-2E0EE3FC7846}" presName="compNode" presStyleCnt="0"/>
      <dgm:spPr/>
    </dgm:pt>
    <dgm:pt modelId="{3DE3029C-D7BB-43C1-805D-E163C0DD3282}" type="pres">
      <dgm:prSet presAssocID="{1708528B-F1E0-4B44-BAA1-2E0EE3FC7846}" presName="bgRect" presStyleLbl="bgShp" presStyleIdx="1" presStyleCnt="4"/>
      <dgm:spPr/>
    </dgm:pt>
    <dgm:pt modelId="{821F592B-71A2-496A-8567-1118DB1A28F8}" type="pres">
      <dgm:prSet presAssocID="{1708528B-F1E0-4B44-BAA1-2E0EE3FC7846}" presName="iconRect" presStyleLbl="node1" presStyleIdx="1" presStyleCnt="4"/>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Aula de clases"/>
        </a:ext>
      </dgm:extLst>
    </dgm:pt>
    <dgm:pt modelId="{89FE1B1B-3104-4670-9042-490E3F1044AA}" type="pres">
      <dgm:prSet presAssocID="{1708528B-F1E0-4B44-BAA1-2E0EE3FC7846}" presName="spaceRect" presStyleCnt="0"/>
      <dgm:spPr/>
    </dgm:pt>
    <dgm:pt modelId="{C89C9F94-9569-4476-ACD2-AD253DC03D9B}" type="pres">
      <dgm:prSet presAssocID="{1708528B-F1E0-4B44-BAA1-2E0EE3FC7846}" presName="parTx" presStyleLbl="revTx" presStyleIdx="1" presStyleCnt="4">
        <dgm:presLayoutVars>
          <dgm:chMax val="0"/>
          <dgm:chPref val="0"/>
        </dgm:presLayoutVars>
      </dgm:prSet>
      <dgm:spPr/>
    </dgm:pt>
    <dgm:pt modelId="{CBE5D8C7-C743-4D91-8EC8-F3A27B914392}" type="pres">
      <dgm:prSet presAssocID="{94C11DF5-D668-4FF0-AC60-154DE34F64A3}" presName="sibTrans" presStyleCnt="0"/>
      <dgm:spPr/>
    </dgm:pt>
    <dgm:pt modelId="{370A5748-E214-4802-BBC7-F356E1383865}" type="pres">
      <dgm:prSet presAssocID="{EF9B9C66-6D63-45E2-8C53-BCD56FE9DF85}" presName="compNode" presStyleCnt="0"/>
      <dgm:spPr/>
    </dgm:pt>
    <dgm:pt modelId="{1332ECBE-E4DF-4855-A106-8153657CFDD3}" type="pres">
      <dgm:prSet presAssocID="{EF9B9C66-6D63-45E2-8C53-BCD56FE9DF85}" presName="bgRect" presStyleLbl="bgShp" presStyleIdx="2" presStyleCnt="4"/>
      <dgm:spPr/>
    </dgm:pt>
    <dgm:pt modelId="{8CA163AB-B7E2-46A9-957F-B45B8A841404}" type="pres">
      <dgm:prSet presAssocID="{EF9B9C66-6D63-45E2-8C53-BCD56FE9DF85}" presName="iconRect" presStyleLbl="node1" presStyleIdx="2" presStyleCnt="4"/>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Estadísticas"/>
        </a:ext>
      </dgm:extLst>
    </dgm:pt>
    <dgm:pt modelId="{E9853EE0-3D31-426A-8290-F6B5BD7A40FB}" type="pres">
      <dgm:prSet presAssocID="{EF9B9C66-6D63-45E2-8C53-BCD56FE9DF85}" presName="spaceRect" presStyleCnt="0"/>
      <dgm:spPr/>
    </dgm:pt>
    <dgm:pt modelId="{FC050696-3E90-4CDB-9258-EF95719C810D}" type="pres">
      <dgm:prSet presAssocID="{EF9B9C66-6D63-45E2-8C53-BCD56FE9DF85}" presName="parTx" presStyleLbl="revTx" presStyleIdx="2" presStyleCnt="4">
        <dgm:presLayoutVars>
          <dgm:chMax val="0"/>
          <dgm:chPref val="0"/>
        </dgm:presLayoutVars>
      </dgm:prSet>
      <dgm:spPr/>
    </dgm:pt>
    <dgm:pt modelId="{5171CB0E-0B01-479F-A753-876445D10E3E}" type="pres">
      <dgm:prSet presAssocID="{283A0575-1195-4320-8819-1C3336265F9E}" presName="sibTrans" presStyleCnt="0"/>
      <dgm:spPr/>
    </dgm:pt>
    <dgm:pt modelId="{69162303-CE20-47A8-B01B-1E612796795F}" type="pres">
      <dgm:prSet presAssocID="{B835FB35-9139-4B08-8FCB-22CF6EB539AB}" presName="compNode" presStyleCnt="0"/>
      <dgm:spPr/>
    </dgm:pt>
    <dgm:pt modelId="{ADEF916F-A852-44C6-8753-B7D764138D1A}" type="pres">
      <dgm:prSet presAssocID="{B835FB35-9139-4B08-8FCB-22CF6EB539AB}" presName="bgRect" presStyleLbl="bgShp" presStyleIdx="3" presStyleCnt="4"/>
      <dgm:spPr/>
    </dgm:pt>
    <dgm:pt modelId="{30D244F7-0237-4970-A7D4-4E269D1C7732}" type="pres">
      <dgm:prSet presAssocID="{B835FB35-9139-4B08-8FCB-22CF6EB539AB}" presName="iconRect" presStyleLbl="node1" presStyleIdx="3" presStyleCnt="4"/>
      <dgm:spPr>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uaderno de estrategias"/>
        </a:ext>
      </dgm:extLst>
    </dgm:pt>
    <dgm:pt modelId="{290A74AA-5FB4-40EB-9045-3206559C1E6F}" type="pres">
      <dgm:prSet presAssocID="{B835FB35-9139-4B08-8FCB-22CF6EB539AB}" presName="spaceRect" presStyleCnt="0"/>
      <dgm:spPr/>
    </dgm:pt>
    <dgm:pt modelId="{DD759C3C-9F6B-4B37-BA9E-DA9FD75287DB}" type="pres">
      <dgm:prSet presAssocID="{B835FB35-9139-4B08-8FCB-22CF6EB539AB}" presName="parTx" presStyleLbl="revTx" presStyleIdx="3" presStyleCnt="4">
        <dgm:presLayoutVars>
          <dgm:chMax val="0"/>
          <dgm:chPref val="0"/>
        </dgm:presLayoutVars>
      </dgm:prSet>
      <dgm:spPr/>
    </dgm:pt>
  </dgm:ptLst>
  <dgm:cxnLst>
    <dgm:cxn modelId="{D1261117-D3C7-49F5-A1D9-7513B2FA7D52}" type="presOf" srcId="{B835FB35-9139-4B08-8FCB-22CF6EB539AB}" destId="{DD759C3C-9F6B-4B37-BA9E-DA9FD75287DB}" srcOrd="0" destOrd="0" presId="urn:microsoft.com/office/officeart/2018/2/layout/IconVerticalSolidList"/>
    <dgm:cxn modelId="{8DD1385E-7985-46DC-B2EC-C7BBA2D456C9}" srcId="{2D20CED5-C8F7-40F2-8726-6D4C1D8C06F8}" destId="{EF9B9C66-6D63-45E2-8C53-BCD56FE9DF85}" srcOrd="2" destOrd="0" parTransId="{CE75CC9A-EAE5-4BD2-A9A0-4DF1BB8100FC}" sibTransId="{283A0575-1195-4320-8819-1C3336265F9E}"/>
    <dgm:cxn modelId="{C270A15F-D887-42CF-BBEC-38C03132E008}" type="presOf" srcId="{2D20CED5-C8F7-40F2-8726-6D4C1D8C06F8}" destId="{5934938F-6DFC-4428-B132-78065283EAA7}" srcOrd="0" destOrd="0" presId="urn:microsoft.com/office/officeart/2018/2/layout/IconVerticalSolidList"/>
    <dgm:cxn modelId="{7EE4634C-CAB8-4293-BEC0-1E6C5CC69E2F}" srcId="{2D20CED5-C8F7-40F2-8726-6D4C1D8C06F8}" destId="{1708528B-F1E0-4B44-BAA1-2E0EE3FC7846}" srcOrd="1" destOrd="0" parTransId="{485EBA00-A0BD-4E70-B522-F83A360DAEDD}" sibTransId="{94C11DF5-D668-4FF0-AC60-154DE34F64A3}"/>
    <dgm:cxn modelId="{25F78D57-3472-4C9A-A174-2B8F5443CDA0}" srcId="{2D20CED5-C8F7-40F2-8726-6D4C1D8C06F8}" destId="{4015354F-0E29-4F07-816F-3ABE0E168C10}" srcOrd="0" destOrd="0" parTransId="{1737C08E-5E20-4C90-86D2-217270C0AC83}" sibTransId="{2B39495A-A57D-4AC1-86BA-DC3CCA24C429}"/>
    <dgm:cxn modelId="{EE83F0AF-154F-42C2-9A06-19CDDDA8AB3F}" srcId="{2D20CED5-C8F7-40F2-8726-6D4C1D8C06F8}" destId="{B835FB35-9139-4B08-8FCB-22CF6EB539AB}" srcOrd="3" destOrd="0" parTransId="{04DFB589-8894-4B68-8D5D-3AA80B6343B2}" sibTransId="{A7D706DA-F28F-4DC4-8D74-CB8D82272553}"/>
    <dgm:cxn modelId="{70632ECF-3F25-4BD6-A822-354F9CF2C75C}" type="presOf" srcId="{4015354F-0E29-4F07-816F-3ABE0E168C10}" destId="{E080ACA8-0569-431B-B2B1-5CBF3FDC6EB6}" srcOrd="0" destOrd="0" presId="urn:microsoft.com/office/officeart/2018/2/layout/IconVerticalSolidList"/>
    <dgm:cxn modelId="{14D75FE0-881F-4403-8A70-526FF5E60A16}" type="presOf" srcId="{1708528B-F1E0-4B44-BAA1-2E0EE3FC7846}" destId="{C89C9F94-9569-4476-ACD2-AD253DC03D9B}" srcOrd="0" destOrd="0" presId="urn:microsoft.com/office/officeart/2018/2/layout/IconVerticalSolidList"/>
    <dgm:cxn modelId="{10705CF8-F85E-41E4-B497-E2BB37BE18B9}" type="presOf" srcId="{EF9B9C66-6D63-45E2-8C53-BCD56FE9DF85}" destId="{FC050696-3E90-4CDB-9258-EF95719C810D}" srcOrd="0" destOrd="0" presId="urn:microsoft.com/office/officeart/2018/2/layout/IconVerticalSolidList"/>
    <dgm:cxn modelId="{28E68618-6BFD-487A-88DB-FB617A4D76C8}" type="presParOf" srcId="{5934938F-6DFC-4428-B132-78065283EAA7}" destId="{1E59E155-D070-4D68-81FE-7BD949203119}" srcOrd="0" destOrd="0" presId="urn:microsoft.com/office/officeart/2018/2/layout/IconVerticalSolidList"/>
    <dgm:cxn modelId="{3FA88DAA-4ED9-46FE-8A60-0D99C0933983}" type="presParOf" srcId="{1E59E155-D070-4D68-81FE-7BD949203119}" destId="{882EFB3F-9DB1-4717-BC65-E0F4ACAF79CA}" srcOrd="0" destOrd="0" presId="urn:microsoft.com/office/officeart/2018/2/layout/IconVerticalSolidList"/>
    <dgm:cxn modelId="{85A94954-4637-4E83-95A9-79519DF95A50}" type="presParOf" srcId="{1E59E155-D070-4D68-81FE-7BD949203119}" destId="{FEB428B0-4870-48A3-837F-E83F69462BD6}" srcOrd="1" destOrd="0" presId="urn:microsoft.com/office/officeart/2018/2/layout/IconVerticalSolidList"/>
    <dgm:cxn modelId="{D6C1B7D7-853E-46C4-8054-8EE876E5C7CA}" type="presParOf" srcId="{1E59E155-D070-4D68-81FE-7BD949203119}" destId="{D362707C-C489-452A-9D56-2447295D7FAD}" srcOrd="2" destOrd="0" presId="urn:microsoft.com/office/officeart/2018/2/layout/IconVerticalSolidList"/>
    <dgm:cxn modelId="{2E8DDAD8-6DFC-4732-8827-64B8FD4F190E}" type="presParOf" srcId="{1E59E155-D070-4D68-81FE-7BD949203119}" destId="{E080ACA8-0569-431B-B2B1-5CBF3FDC6EB6}" srcOrd="3" destOrd="0" presId="urn:microsoft.com/office/officeart/2018/2/layout/IconVerticalSolidList"/>
    <dgm:cxn modelId="{5906DF5D-147A-4034-B9A7-A24C30F0704E}" type="presParOf" srcId="{5934938F-6DFC-4428-B132-78065283EAA7}" destId="{45E74CA5-851F-409B-8D5F-69801EE04E4A}" srcOrd="1" destOrd="0" presId="urn:microsoft.com/office/officeart/2018/2/layout/IconVerticalSolidList"/>
    <dgm:cxn modelId="{3D0DC929-4BDF-4CD8-A1E1-1AC8BF2303B5}" type="presParOf" srcId="{5934938F-6DFC-4428-B132-78065283EAA7}" destId="{00D5C155-51AC-4BC9-BC5E-B5667A50336A}" srcOrd="2" destOrd="0" presId="urn:microsoft.com/office/officeart/2018/2/layout/IconVerticalSolidList"/>
    <dgm:cxn modelId="{41D6880C-A270-4730-AB38-33068B845A8F}" type="presParOf" srcId="{00D5C155-51AC-4BC9-BC5E-B5667A50336A}" destId="{3DE3029C-D7BB-43C1-805D-E163C0DD3282}" srcOrd="0" destOrd="0" presId="urn:microsoft.com/office/officeart/2018/2/layout/IconVerticalSolidList"/>
    <dgm:cxn modelId="{148A73CC-CB7F-4E53-8C0C-05A37393F223}" type="presParOf" srcId="{00D5C155-51AC-4BC9-BC5E-B5667A50336A}" destId="{821F592B-71A2-496A-8567-1118DB1A28F8}" srcOrd="1" destOrd="0" presId="urn:microsoft.com/office/officeart/2018/2/layout/IconVerticalSolidList"/>
    <dgm:cxn modelId="{3161C955-3326-4CBF-978C-BB595643B484}" type="presParOf" srcId="{00D5C155-51AC-4BC9-BC5E-B5667A50336A}" destId="{89FE1B1B-3104-4670-9042-490E3F1044AA}" srcOrd="2" destOrd="0" presId="urn:microsoft.com/office/officeart/2018/2/layout/IconVerticalSolidList"/>
    <dgm:cxn modelId="{904C965B-165E-4C07-96A8-6FFDA02F4BA9}" type="presParOf" srcId="{00D5C155-51AC-4BC9-BC5E-B5667A50336A}" destId="{C89C9F94-9569-4476-ACD2-AD253DC03D9B}" srcOrd="3" destOrd="0" presId="urn:microsoft.com/office/officeart/2018/2/layout/IconVerticalSolidList"/>
    <dgm:cxn modelId="{373B6DFE-EA12-49B6-B842-F81BE4464F13}" type="presParOf" srcId="{5934938F-6DFC-4428-B132-78065283EAA7}" destId="{CBE5D8C7-C743-4D91-8EC8-F3A27B914392}" srcOrd="3" destOrd="0" presId="urn:microsoft.com/office/officeart/2018/2/layout/IconVerticalSolidList"/>
    <dgm:cxn modelId="{D58EA88A-D573-47A5-92FB-5C1D7E8AA928}" type="presParOf" srcId="{5934938F-6DFC-4428-B132-78065283EAA7}" destId="{370A5748-E214-4802-BBC7-F356E1383865}" srcOrd="4" destOrd="0" presId="urn:microsoft.com/office/officeart/2018/2/layout/IconVerticalSolidList"/>
    <dgm:cxn modelId="{028C867C-8B48-42F1-BD3C-34A748855F86}" type="presParOf" srcId="{370A5748-E214-4802-BBC7-F356E1383865}" destId="{1332ECBE-E4DF-4855-A106-8153657CFDD3}" srcOrd="0" destOrd="0" presId="urn:microsoft.com/office/officeart/2018/2/layout/IconVerticalSolidList"/>
    <dgm:cxn modelId="{E423531F-7BFB-4CBE-BC87-68D07B77CF9C}" type="presParOf" srcId="{370A5748-E214-4802-BBC7-F356E1383865}" destId="{8CA163AB-B7E2-46A9-957F-B45B8A841404}" srcOrd="1" destOrd="0" presId="urn:microsoft.com/office/officeart/2018/2/layout/IconVerticalSolidList"/>
    <dgm:cxn modelId="{7762E179-BD4E-4A2D-8143-A0CDBD92C159}" type="presParOf" srcId="{370A5748-E214-4802-BBC7-F356E1383865}" destId="{E9853EE0-3D31-426A-8290-F6B5BD7A40FB}" srcOrd="2" destOrd="0" presId="urn:microsoft.com/office/officeart/2018/2/layout/IconVerticalSolidList"/>
    <dgm:cxn modelId="{869D8F97-9C74-4041-9A85-F930C67C77C5}" type="presParOf" srcId="{370A5748-E214-4802-BBC7-F356E1383865}" destId="{FC050696-3E90-4CDB-9258-EF95719C810D}" srcOrd="3" destOrd="0" presId="urn:microsoft.com/office/officeart/2018/2/layout/IconVerticalSolidList"/>
    <dgm:cxn modelId="{CA52178A-81DD-482E-87C9-60313C9D54E0}" type="presParOf" srcId="{5934938F-6DFC-4428-B132-78065283EAA7}" destId="{5171CB0E-0B01-479F-A753-876445D10E3E}" srcOrd="5" destOrd="0" presId="urn:microsoft.com/office/officeart/2018/2/layout/IconVerticalSolidList"/>
    <dgm:cxn modelId="{501C627D-6624-4A36-89FF-FCA1D5BEC7A3}" type="presParOf" srcId="{5934938F-6DFC-4428-B132-78065283EAA7}" destId="{69162303-CE20-47A8-B01B-1E612796795F}" srcOrd="6" destOrd="0" presId="urn:microsoft.com/office/officeart/2018/2/layout/IconVerticalSolidList"/>
    <dgm:cxn modelId="{28FD978E-CBA2-4481-B438-A27A2DF7EEC1}" type="presParOf" srcId="{69162303-CE20-47A8-B01B-1E612796795F}" destId="{ADEF916F-A852-44C6-8753-B7D764138D1A}" srcOrd="0" destOrd="0" presId="urn:microsoft.com/office/officeart/2018/2/layout/IconVerticalSolidList"/>
    <dgm:cxn modelId="{AA3F5218-6D27-49A1-940D-3903C0174E5F}" type="presParOf" srcId="{69162303-CE20-47A8-B01B-1E612796795F}" destId="{30D244F7-0237-4970-A7D4-4E269D1C7732}" srcOrd="1" destOrd="0" presId="urn:microsoft.com/office/officeart/2018/2/layout/IconVerticalSolidList"/>
    <dgm:cxn modelId="{F51B27D6-29F6-4E5A-A1DE-F5D6CA39480C}" type="presParOf" srcId="{69162303-CE20-47A8-B01B-1E612796795F}" destId="{290A74AA-5FB4-40EB-9045-3206559C1E6F}" srcOrd="2" destOrd="0" presId="urn:microsoft.com/office/officeart/2018/2/layout/IconVerticalSolidList"/>
    <dgm:cxn modelId="{A8C9BC53-D0FF-46B9-8708-41DC0F5CCD4A}" type="presParOf" srcId="{69162303-CE20-47A8-B01B-1E612796795F}" destId="{DD759C3C-9F6B-4B37-BA9E-DA9FD75287D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1A862B0-2240-4454-B8C6-224B56113166}" type="doc">
      <dgm:prSet loTypeId="urn:microsoft.com/office/officeart/2005/8/layout/pyramid2" loCatId="list" qsTypeId="urn:microsoft.com/office/officeart/2005/8/quickstyle/simple1" qsCatId="simple" csTypeId="urn:microsoft.com/office/officeart/2005/8/colors/colorful4" csCatId="colorful" phldr="1"/>
      <dgm:spPr/>
    </dgm:pt>
    <dgm:pt modelId="{87EBCCFD-7E38-45BB-B0B7-FADF07D0659B}">
      <dgm:prSet phldrT="[Texto]"/>
      <dgm:spPr>
        <a:ln>
          <a:solidFill>
            <a:schemeClr val="bg1">
              <a:lumMod val="75000"/>
            </a:schemeClr>
          </a:solidFill>
        </a:ln>
      </dgm:spPr>
      <dgm:t>
        <a:bodyPr/>
        <a:lstStyle/>
        <a:p>
          <a:r>
            <a:rPr lang="es-PE" b="1" dirty="0">
              <a:latin typeface="Book Antiqua" panose="02040602050305030304" pitchFamily="18" charset="0"/>
              <a:cs typeface="Arial" panose="020B0604020202020204" pitchFamily="34" charset="0"/>
            </a:rPr>
            <a:t>Ítems difíciles</a:t>
          </a:r>
          <a:r>
            <a:rPr lang="es-PE" dirty="0">
              <a:latin typeface="Book Antiqua" panose="02040602050305030304" pitchFamily="18" charset="0"/>
              <a:cs typeface="Arial" panose="020B0604020202020204" pitchFamily="34" charset="0"/>
            </a:rPr>
            <a:t> (respondidos por un porcentaje menor de postulantes).</a:t>
          </a:r>
          <a:r>
            <a:rPr lang="es-PE" b="1" dirty="0">
              <a:latin typeface="Book Antiqua" panose="02040602050305030304" pitchFamily="18" charset="0"/>
              <a:cs typeface="Arial" panose="020B0604020202020204" pitchFamily="34" charset="0"/>
            </a:rPr>
            <a:t> </a:t>
          </a:r>
          <a:endParaRPr lang="es-PE" dirty="0">
            <a:latin typeface="Book Antiqua" panose="02040602050305030304" pitchFamily="18" charset="0"/>
          </a:endParaRPr>
        </a:p>
      </dgm:t>
    </dgm:pt>
    <dgm:pt modelId="{EFD42B60-6D32-4B96-896D-86AC01059720}" type="parTrans" cxnId="{52A30264-D6ED-414A-9109-F64802939631}">
      <dgm:prSet/>
      <dgm:spPr/>
      <dgm:t>
        <a:bodyPr/>
        <a:lstStyle/>
        <a:p>
          <a:endParaRPr lang="es-PE"/>
        </a:p>
      </dgm:t>
    </dgm:pt>
    <dgm:pt modelId="{3351DD4A-1E00-4F3A-920F-E6C650569E69}" type="sibTrans" cxnId="{52A30264-D6ED-414A-9109-F64802939631}">
      <dgm:prSet/>
      <dgm:spPr/>
      <dgm:t>
        <a:bodyPr/>
        <a:lstStyle/>
        <a:p>
          <a:endParaRPr lang="es-PE"/>
        </a:p>
      </dgm:t>
    </dgm:pt>
    <dgm:pt modelId="{1E4F0B96-B986-439A-86D1-A68DB390DB39}">
      <dgm:prSet phldrT="[Texto]"/>
      <dgm:spPr>
        <a:ln>
          <a:solidFill>
            <a:schemeClr val="bg1">
              <a:lumMod val="75000"/>
            </a:schemeClr>
          </a:solidFill>
        </a:ln>
      </dgm:spPr>
      <dgm:t>
        <a:bodyPr/>
        <a:lstStyle/>
        <a:p>
          <a:r>
            <a:rPr lang="es-PE" b="1" dirty="0">
              <a:latin typeface="Book Antiqua" panose="02040602050305030304" pitchFamily="18" charset="0"/>
              <a:cs typeface="Arial" panose="020B0604020202020204" pitchFamily="34" charset="0"/>
            </a:rPr>
            <a:t>Ítems intermedios </a:t>
          </a:r>
          <a:r>
            <a:rPr lang="es-PE" dirty="0">
              <a:latin typeface="Book Antiqua" panose="02040602050305030304" pitchFamily="18" charset="0"/>
              <a:cs typeface="Arial" panose="020B0604020202020204" pitchFamily="34" charset="0"/>
            </a:rPr>
            <a:t>(respondidos entre el </a:t>
          </a:r>
          <a:r>
            <a:rPr lang="es-PE" b="1" dirty="0">
              <a:latin typeface="Book Antiqua" panose="02040602050305030304" pitchFamily="18" charset="0"/>
              <a:cs typeface="Arial" panose="020B0604020202020204" pitchFamily="34" charset="0"/>
            </a:rPr>
            <a:t>30%</a:t>
          </a:r>
          <a:r>
            <a:rPr lang="es-PE" dirty="0">
              <a:latin typeface="Book Antiqua" panose="02040602050305030304" pitchFamily="18" charset="0"/>
              <a:cs typeface="Arial" panose="020B0604020202020204" pitchFamily="34" charset="0"/>
            </a:rPr>
            <a:t> y el </a:t>
          </a:r>
          <a:r>
            <a:rPr lang="es-PE" b="1" dirty="0">
              <a:latin typeface="Book Antiqua" panose="02040602050305030304" pitchFamily="18" charset="0"/>
              <a:cs typeface="Arial" panose="020B0604020202020204" pitchFamily="34" charset="0"/>
            </a:rPr>
            <a:t>70%</a:t>
          </a:r>
          <a:r>
            <a:rPr lang="es-PE" dirty="0">
              <a:latin typeface="Book Antiqua" panose="02040602050305030304" pitchFamily="18" charset="0"/>
              <a:cs typeface="Arial" panose="020B0604020202020204" pitchFamily="34" charset="0"/>
            </a:rPr>
            <a:t> de postulantes). </a:t>
          </a:r>
          <a:endParaRPr lang="es-PE" dirty="0">
            <a:latin typeface="Book Antiqua" panose="02040602050305030304" pitchFamily="18" charset="0"/>
          </a:endParaRPr>
        </a:p>
      </dgm:t>
    </dgm:pt>
    <dgm:pt modelId="{E487B4B3-7693-49DF-B70E-1F56A3FB0956}" type="parTrans" cxnId="{C831EEFE-482D-4ED7-9BF3-1339336AC7F6}">
      <dgm:prSet/>
      <dgm:spPr/>
      <dgm:t>
        <a:bodyPr/>
        <a:lstStyle/>
        <a:p>
          <a:endParaRPr lang="es-PE"/>
        </a:p>
      </dgm:t>
    </dgm:pt>
    <dgm:pt modelId="{602A0B41-F2FF-4F9F-B8C0-F09754F56D6E}" type="sibTrans" cxnId="{C831EEFE-482D-4ED7-9BF3-1339336AC7F6}">
      <dgm:prSet/>
      <dgm:spPr/>
      <dgm:t>
        <a:bodyPr/>
        <a:lstStyle/>
        <a:p>
          <a:endParaRPr lang="es-PE"/>
        </a:p>
      </dgm:t>
    </dgm:pt>
    <dgm:pt modelId="{6C25285E-ACEE-41B5-A9AE-2E45BCAD0416}">
      <dgm:prSet phldrT="[Texto]"/>
      <dgm:spPr>
        <a:ln>
          <a:solidFill>
            <a:schemeClr val="bg1">
              <a:lumMod val="75000"/>
            </a:schemeClr>
          </a:solidFill>
        </a:ln>
      </dgm:spPr>
      <dgm:t>
        <a:bodyPr/>
        <a:lstStyle/>
        <a:p>
          <a:r>
            <a:rPr lang="es-PE" b="1" dirty="0">
              <a:latin typeface="Book Antiqua" panose="02040602050305030304" pitchFamily="18" charset="0"/>
              <a:cs typeface="Arial" panose="020B0604020202020204" pitchFamily="34" charset="0"/>
            </a:rPr>
            <a:t>Ítems fáciles </a:t>
          </a:r>
          <a:r>
            <a:rPr lang="es-PE" dirty="0">
              <a:latin typeface="Book Antiqua" panose="02040602050305030304" pitchFamily="18" charset="0"/>
              <a:cs typeface="Arial" panose="020B0604020202020204" pitchFamily="34" charset="0"/>
            </a:rPr>
            <a:t>(respondidos por la mayoría de postulantes).</a:t>
          </a:r>
          <a:endParaRPr lang="es-PE" dirty="0">
            <a:latin typeface="Book Antiqua" panose="02040602050305030304" pitchFamily="18" charset="0"/>
          </a:endParaRPr>
        </a:p>
      </dgm:t>
    </dgm:pt>
    <dgm:pt modelId="{31F3346F-A9B0-4BA2-B02D-51C583D579C8}" type="parTrans" cxnId="{EE024601-D94D-41F6-BC73-DB81A84262BD}">
      <dgm:prSet/>
      <dgm:spPr/>
      <dgm:t>
        <a:bodyPr/>
        <a:lstStyle/>
        <a:p>
          <a:endParaRPr lang="es-PE"/>
        </a:p>
      </dgm:t>
    </dgm:pt>
    <dgm:pt modelId="{82932E6D-D655-4BE4-8DEE-BF6D425CBF00}" type="sibTrans" cxnId="{EE024601-D94D-41F6-BC73-DB81A84262BD}">
      <dgm:prSet/>
      <dgm:spPr/>
      <dgm:t>
        <a:bodyPr/>
        <a:lstStyle/>
        <a:p>
          <a:endParaRPr lang="es-PE"/>
        </a:p>
      </dgm:t>
    </dgm:pt>
    <dgm:pt modelId="{7AB6FDFC-B0BD-46BF-9AF2-A14E2FE07A11}" type="pres">
      <dgm:prSet presAssocID="{11A862B0-2240-4454-B8C6-224B56113166}" presName="compositeShape" presStyleCnt="0">
        <dgm:presLayoutVars>
          <dgm:dir/>
          <dgm:resizeHandles/>
        </dgm:presLayoutVars>
      </dgm:prSet>
      <dgm:spPr/>
    </dgm:pt>
    <dgm:pt modelId="{A43D9785-0105-4A90-94EA-382675F5D4B2}" type="pres">
      <dgm:prSet presAssocID="{11A862B0-2240-4454-B8C6-224B56113166}" presName="pyramid" presStyleLbl="node1" presStyleIdx="0" presStyleCnt="1" custLinFactNeighborX="-108"/>
      <dgm:spPr>
        <a:solidFill>
          <a:schemeClr val="accent5"/>
        </a:solidFill>
      </dgm:spPr>
    </dgm:pt>
    <dgm:pt modelId="{3185C807-C5EB-427E-B941-FE59BB164803}" type="pres">
      <dgm:prSet presAssocID="{11A862B0-2240-4454-B8C6-224B56113166}" presName="theList" presStyleCnt="0"/>
      <dgm:spPr/>
    </dgm:pt>
    <dgm:pt modelId="{0D4F232C-575E-491B-947D-CED08C6314A4}" type="pres">
      <dgm:prSet presAssocID="{87EBCCFD-7E38-45BB-B0B7-FADF07D0659B}" presName="aNode" presStyleLbl="fgAcc1" presStyleIdx="0" presStyleCnt="3">
        <dgm:presLayoutVars>
          <dgm:bulletEnabled val="1"/>
        </dgm:presLayoutVars>
      </dgm:prSet>
      <dgm:spPr/>
    </dgm:pt>
    <dgm:pt modelId="{7061535E-F150-4007-A1EB-39AACB1C8D6E}" type="pres">
      <dgm:prSet presAssocID="{87EBCCFD-7E38-45BB-B0B7-FADF07D0659B}" presName="aSpace" presStyleCnt="0"/>
      <dgm:spPr/>
    </dgm:pt>
    <dgm:pt modelId="{9ECD831F-6E5D-4647-ADF3-022031FF2727}" type="pres">
      <dgm:prSet presAssocID="{1E4F0B96-B986-439A-86D1-A68DB390DB39}" presName="aNode" presStyleLbl="fgAcc1" presStyleIdx="1" presStyleCnt="3">
        <dgm:presLayoutVars>
          <dgm:bulletEnabled val="1"/>
        </dgm:presLayoutVars>
      </dgm:prSet>
      <dgm:spPr/>
    </dgm:pt>
    <dgm:pt modelId="{06DEE8D0-8082-4EE1-AAD4-804C240FEEDC}" type="pres">
      <dgm:prSet presAssocID="{1E4F0B96-B986-439A-86D1-A68DB390DB39}" presName="aSpace" presStyleCnt="0"/>
      <dgm:spPr/>
    </dgm:pt>
    <dgm:pt modelId="{B2A453BA-5180-4FB9-AD70-D6D66B6C3AC3}" type="pres">
      <dgm:prSet presAssocID="{6C25285E-ACEE-41B5-A9AE-2E45BCAD0416}" presName="aNode" presStyleLbl="fgAcc1" presStyleIdx="2" presStyleCnt="3">
        <dgm:presLayoutVars>
          <dgm:bulletEnabled val="1"/>
        </dgm:presLayoutVars>
      </dgm:prSet>
      <dgm:spPr/>
    </dgm:pt>
    <dgm:pt modelId="{F621961E-1E94-4A55-8840-1328754F3C04}" type="pres">
      <dgm:prSet presAssocID="{6C25285E-ACEE-41B5-A9AE-2E45BCAD0416}" presName="aSpace" presStyleCnt="0"/>
      <dgm:spPr/>
    </dgm:pt>
  </dgm:ptLst>
  <dgm:cxnLst>
    <dgm:cxn modelId="{EE024601-D94D-41F6-BC73-DB81A84262BD}" srcId="{11A862B0-2240-4454-B8C6-224B56113166}" destId="{6C25285E-ACEE-41B5-A9AE-2E45BCAD0416}" srcOrd="2" destOrd="0" parTransId="{31F3346F-A9B0-4BA2-B02D-51C583D579C8}" sibTransId="{82932E6D-D655-4BE4-8DEE-BF6D425CBF00}"/>
    <dgm:cxn modelId="{2FE1D930-4172-4B2F-B854-1290F9E29BA5}" type="presOf" srcId="{1E4F0B96-B986-439A-86D1-A68DB390DB39}" destId="{9ECD831F-6E5D-4647-ADF3-022031FF2727}" srcOrd="0" destOrd="0" presId="urn:microsoft.com/office/officeart/2005/8/layout/pyramid2"/>
    <dgm:cxn modelId="{52A30264-D6ED-414A-9109-F64802939631}" srcId="{11A862B0-2240-4454-B8C6-224B56113166}" destId="{87EBCCFD-7E38-45BB-B0B7-FADF07D0659B}" srcOrd="0" destOrd="0" parTransId="{EFD42B60-6D32-4B96-896D-86AC01059720}" sibTransId="{3351DD4A-1E00-4F3A-920F-E6C650569E69}"/>
    <dgm:cxn modelId="{D2D18276-1F39-4323-A6D3-530F82AF7BFD}" type="presOf" srcId="{87EBCCFD-7E38-45BB-B0B7-FADF07D0659B}" destId="{0D4F232C-575E-491B-947D-CED08C6314A4}" srcOrd="0" destOrd="0" presId="urn:microsoft.com/office/officeart/2005/8/layout/pyramid2"/>
    <dgm:cxn modelId="{E5062E95-B969-4E60-B88E-4FA6099A02C5}" type="presOf" srcId="{11A862B0-2240-4454-B8C6-224B56113166}" destId="{7AB6FDFC-B0BD-46BF-9AF2-A14E2FE07A11}" srcOrd="0" destOrd="0" presId="urn:microsoft.com/office/officeart/2005/8/layout/pyramid2"/>
    <dgm:cxn modelId="{CB01FEF1-6593-4037-8A6D-A94F90101503}" type="presOf" srcId="{6C25285E-ACEE-41B5-A9AE-2E45BCAD0416}" destId="{B2A453BA-5180-4FB9-AD70-D6D66B6C3AC3}" srcOrd="0" destOrd="0" presId="urn:microsoft.com/office/officeart/2005/8/layout/pyramid2"/>
    <dgm:cxn modelId="{C831EEFE-482D-4ED7-9BF3-1339336AC7F6}" srcId="{11A862B0-2240-4454-B8C6-224B56113166}" destId="{1E4F0B96-B986-439A-86D1-A68DB390DB39}" srcOrd="1" destOrd="0" parTransId="{E487B4B3-7693-49DF-B70E-1F56A3FB0956}" sibTransId="{602A0B41-F2FF-4F9F-B8C0-F09754F56D6E}"/>
    <dgm:cxn modelId="{8BEC1866-1213-4773-8B5D-2556A383718B}" type="presParOf" srcId="{7AB6FDFC-B0BD-46BF-9AF2-A14E2FE07A11}" destId="{A43D9785-0105-4A90-94EA-382675F5D4B2}" srcOrd="0" destOrd="0" presId="urn:microsoft.com/office/officeart/2005/8/layout/pyramid2"/>
    <dgm:cxn modelId="{E84B377C-C35B-45F9-9337-CEB259FBA46A}" type="presParOf" srcId="{7AB6FDFC-B0BD-46BF-9AF2-A14E2FE07A11}" destId="{3185C807-C5EB-427E-B941-FE59BB164803}" srcOrd="1" destOrd="0" presId="urn:microsoft.com/office/officeart/2005/8/layout/pyramid2"/>
    <dgm:cxn modelId="{6A3353E8-9327-47C6-B1D9-757624646571}" type="presParOf" srcId="{3185C807-C5EB-427E-B941-FE59BB164803}" destId="{0D4F232C-575E-491B-947D-CED08C6314A4}" srcOrd="0" destOrd="0" presId="urn:microsoft.com/office/officeart/2005/8/layout/pyramid2"/>
    <dgm:cxn modelId="{22BE2FCF-4C78-420B-ABE6-FA3BE4B866D0}" type="presParOf" srcId="{3185C807-C5EB-427E-B941-FE59BB164803}" destId="{7061535E-F150-4007-A1EB-39AACB1C8D6E}" srcOrd="1" destOrd="0" presId="urn:microsoft.com/office/officeart/2005/8/layout/pyramid2"/>
    <dgm:cxn modelId="{949C684E-AA8D-44E7-88B9-D1E69DEF32D7}" type="presParOf" srcId="{3185C807-C5EB-427E-B941-FE59BB164803}" destId="{9ECD831F-6E5D-4647-ADF3-022031FF2727}" srcOrd="2" destOrd="0" presId="urn:microsoft.com/office/officeart/2005/8/layout/pyramid2"/>
    <dgm:cxn modelId="{C56D5986-72BB-4488-9908-C94F08619F47}" type="presParOf" srcId="{3185C807-C5EB-427E-B941-FE59BB164803}" destId="{06DEE8D0-8082-4EE1-AAD4-804C240FEEDC}" srcOrd="3" destOrd="0" presId="urn:microsoft.com/office/officeart/2005/8/layout/pyramid2"/>
    <dgm:cxn modelId="{6BC65F77-C0CE-4CE7-B579-09F84BD6066D}" type="presParOf" srcId="{3185C807-C5EB-427E-B941-FE59BB164803}" destId="{B2A453BA-5180-4FB9-AD70-D6D66B6C3AC3}" srcOrd="4" destOrd="0" presId="urn:microsoft.com/office/officeart/2005/8/layout/pyramid2"/>
    <dgm:cxn modelId="{82D6E747-90E9-4BAC-8E26-4E5A38D67F34}" type="presParOf" srcId="{3185C807-C5EB-427E-B941-FE59BB164803}" destId="{F621961E-1E94-4A55-8840-1328754F3C04}" srcOrd="5"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74E0597-EA7A-478D-BBA3-7D2BC85F42FA}"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es-ES"/>
        </a:p>
      </dgm:t>
    </dgm:pt>
    <dgm:pt modelId="{15ADDA32-BC39-466B-9812-B8233A35B9AB}">
      <dgm:prSet custT="1"/>
      <dgm:spPr/>
      <dgm:t>
        <a:bodyPr/>
        <a:lstStyle/>
        <a:p>
          <a:pPr rtl="0"/>
          <a:r>
            <a:rPr lang="es-MX" sz="2000" dirty="0">
              <a:latin typeface="Book Antiqua" panose="02040602050305030304" pitchFamily="18" charset="0"/>
            </a:rPr>
            <a:t>La graduación del nivel de dificultad, considerando los contenidos temáticos de las asignaturas, se encuentra en función del </a:t>
          </a:r>
          <a:r>
            <a:rPr lang="es-MX" sz="2000" dirty="0">
              <a:solidFill>
                <a:srgbClr val="C00000"/>
              </a:solidFill>
              <a:latin typeface="Book Antiqua" panose="02040602050305030304" pitchFamily="18" charset="0"/>
            </a:rPr>
            <a:t>grado de complejidad y/o cantidad de información y conocimientos</a:t>
          </a:r>
          <a:r>
            <a:rPr lang="es-MX" sz="2000" dirty="0">
              <a:latin typeface="Book Antiqua" panose="02040602050305030304" pitchFamily="18" charset="0"/>
            </a:rPr>
            <a:t> que el ítem exige que el estudiante disponga.  </a:t>
          </a:r>
          <a:endParaRPr lang="en-US" sz="2000" dirty="0">
            <a:latin typeface="Book Antiqua" panose="02040602050305030304" pitchFamily="18" charset="0"/>
          </a:endParaRPr>
        </a:p>
      </dgm:t>
    </dgm:pt>
    <dgm:pt modelId="{9D1A638C-673A-4958-9766-30DDF41AD744}" type="parTrans" cxnId="{DA8841F6-A5BD-4A38-81CC-7BDD6B86F288}">
      <dgm:prSet/>
      <dgm:spPr/>
      <dgm:t>
        <a:bodyPr/>
        <a:lstStyle/>
        <a:p>
          <a:endParaRPr lang="es-ES"/>
        </a:p>
      </dgm:t>
    </dgm:pt>
    <dgm:pt modelId="{10894E71-1BAA-411C-88A4-4426D1360FCF}" type="sibTrans" cxnId="{DA8841F6-A5BD-4A38-81CC-7BDD6B86F288}">
      <dgm:prSet/>
      <dgm:spPr/>
      <dgm:t>
        <a:bodyPr/>
        <a:lstStyle/>
        <a:p>
          <a:endParaRPr lang="es-ES"/>
        </a:p>
      </dgm:t>
    </dgm:pt>
    <dgm:pt modelId="{B9ECDC57-C0F0-4DA9-9F4F-07DE006EADED}">
      <dgm:prSet custT="1"/>
      <dgm:spPr/>
      <dgm:t>
        <a:bodyPr/>
        <a:lstStyle/>
        <a:p>
          <a:pPr rtl="0"/>
          <a:r>
            <a:rPr lang="es-MX" sz="2000" dirty="0">
              <a:latin typeface="Book Antiqua" panose="02040602050305030304" pitchFamily="18" charset="0"/>
            </a:rPr>
            <a:t>Estos contenidos son los ofrecidos durante el desarrollo de </a:t>
          </a:r>
          <a:r>
            <a:rPr lang="es-MX" sz="2000" dirty="0">
              <a:solidFill>
                <a:srgbClr val="C00000"/>
              </a:solidFill>
              <a:latin typeface="Book Antiqua" panose="02040602050305030304" pitchFamily="18" charset="0"/>
            </a:rPr>
            <a:t>las asignaturas del currículo de Educación Básica Regular (EBR) </a:t>
          </a:r>
          <a:r>
            <a:rPr lang="es-MX" sz="2000" dirty="0">
              <a:latin typeface="Book Antiqua" panose="02040602050305030304" pitchFamily="18" charset="0"/>
            </a:rPr>
            <a:t>y son considerados como parte del aprendizaje disciplinar en el transcurso de su formación. </a:t>
          </a:r>
          <a:endParaRPr lang="en-US" sz="2000" dirty="0">
            <a:latin typeface="Book Antiqua" panose="02040602050305030304" pitchFamily="18" charset="0"/>
          </a:endParaRPr>
        </a:p>
      </dgm:t>
    </dgm:pt>
    <dgm:pt modelId="{BC9A36E5-8BFF-427C-A7F9-3D3AF375B292}" type="parTrans" cxnId="{0994461E-7EB2-4C6E-9C65-B7EC5F3B5670}">
      <dgm:prSet/>
      <dgm:spPr/>
      <dgm:t>
        <a:bodyPr/>
        <a:lstStyle/>
        <a:p>
          <a:endParaRPr lang="es-ES"/>
        </a:p>
      </dgm:t>
    </dgm:pt>
    <dgm:pt modelId="{B9894111-0116-4F95-B43F-7D1F6ACC4609}" type="sibTrans" cxnId="{0994461E-7EB2-4C6E-9C65-B7EC5F3B5670}">
      <dgm:prSet/>
      <dgm:spPr/>
      <dgm:t>
        <a:bodyPr/>
        <a:lstStyle/>
        <a:p>
          <a:endParaRPr lang="es-ES"/>
        </a:p>
      </dgm:t>
    </dgm:pt>
    <dgm:pt modelId="{928F3E17-A338-4893-99BB-4FCB01DE291A}" type="pres">
      <dgm:prSet presAssocID="{E74E0597-EA7A-478D-BBA3-7D2BC85F42FA}" presName="linear" presStyleCnt="0">
        <dgm:presLayoutVars>
          <dgm:animLvl val="lvl"/>
          <dgm:resizeHandles val="exact"/>
        </dgm:presLayoutVars>
      </dgm:prSet>
      <dgm:spPr/>
    </dgm:pt>
    <dgm:pt modelId="{8BAB182B-81D7-41DE-BCEB-8D9CFD419912}" type="pres">
      <dgm:prSet presAssocID="{15ADDA32-BC39-466B-9812-B8233A35B9AB}" presName="parentText" presStyleLbl="node1" presStyleIdx="0" presStyleCnt="2">
        <dgm:presLayoutVars>
          <dgm:chMax val="0"/>
          <dgm:bulletEnabled val="1"/>
        </dgm:presLayoutVars>
      </dgm:prSet>
      <dgm:spPr/>
    </dgm:pt>
    <dgm:pt modelId="{5124FBF5-29FA-4DD7-89ED-93EDD1A81D52}" type="pres">
      <dgm:prSet presAssocID="{10894E71-1BAA-411C-88A4-4426D1360FCF}" presName="spacer" presStyleCnt="0"/>
      <dgm:spPr/>
    </dgm:pt>
    <dgm:pt modelId="{D8834102-CB62-4E7C-B2FA-D312BBE3BDDB}" type="pres">
      <dgm:prSet presAssocID="{B9ECDC57-C0F0-4DA9-9F4F-07DE006EADED}" presName="parentText" presStyleLbl="node1" presStyleIdx="1" presStyleCnt="2">
        <dgm:presLayoutVars>
          <dgm:chMax val="0"/>
          <dgm:bulletEnabled val="1"/>
        </dgm:presLayoutVars>
      </dgm:prSet>
      <dgm:spPr/>
    </dgm:pt>
  </dgm:ptLst>
  <dgm:cxnLst>
    <dgm:cxn modelId="{0994461E-7EB2-4C6E-9C65-B7EC5F3B5670}" srcId="{E74E0597-EA7A-478D-BBA3-7D2BC85F42FA}" destId="{B9ECDC57-C0F0-4DA9-9F4F-07DE006EADED}" srcOrd="1" destOrd="0" parTransId="{BC9A36E5-8BFF-427C-A7F9-3D3AF375B292}" sibTransId="{B9894111-0116-4F95-B43F-7D1F6ACC4609}"/>
    <dgm:cxn modelId="{F6574B28-5B8B-4C2E-A034-114ED93C8BF7}" type="presOf" srcId="{E74E0597-EA7A-478D-BBA3-7D2BC85F42FA}" destId="{928F3E17-A338-4893-99BB-4FCB01DE291A}" srcOrd="0" destOrd="0" presId="urn:microsoft.com/office/officeart/2005/8/layout/vList2"/>
    <dgm:cxn modelId="{F800243C-B6D2-45F5-AA07-E4C5EBF7DC04}" type="presOf" srcId="{B9ECDC57-C0F0-4DA9-9F4F-07DE006EADED}" destId="{D8834102-CB62-4E7C-B2FA-D312BBE3BDDB}" srcOrd="0" destOrd="0" presId="urn:microsoft.com/office/officeart/2005/8/layout/vList2"/>
    <dgm:cxn modelId="{08AF5FF3-8636-4914-A3EA-50D6BEAAD30B}" type="presOf" srcId="{15ADDA32-BC39-466B-9812-B8233A35B9AB}" destId="{8BAB182B-81D7-41DE-BCEB-8D9CFD419912}" srcOrd="0" destOrd="0" presId="urn:microsoft.com/office/officeart/2005/8/layout/vList2"/>
    <dgm:cxn modelId="{DA8841F6-A5BD-4A38-81CC-7BDD6B86F288}" srcId="{E74E0597-EA7A-478D-BBA3-7D2BC85F42FA}" destId="{15ADDA32-BC39-466B-9812-B8233A35B9AB}" srcOrd="0" destOrd="0" parTransId="{9D1A638C-673A-4958-9766-30DDF41AD744}" sibTransId="{10894E71-1BAA-411C-88A4-4426D1360FCF}"/>
    <dgm:cxn modelId="{441D7885-7FCF-4331-884A-5322C27688AF}" type="presParOf" srcId="{928F3E17-A338-4893-99BB-4FCB01DE291A}" destId="{8BAB182B-81D7-41DE-BCEB-8D9CFD419912}" srcOrd="0" destOrd="0" presId="urn:microsoft.com/office/officeart/2005/8/layout/vList2"/>
    <dgm:cxn modelId="{EC0ABF48-44BC-4DF6-9913-1103D0218072}" type="presParOf" srcId="{928F3E17-A338-4893-99BB-4FCB01DE291A}" destId="{5124FBF5-29FA-4DD7-89ED-93EDD1A81D52}" srcOrd="1" destOrd="0" presId="urn:microsoft.com/office/officeart/2005/8/layout/vList2"/>
    <dgm:cxn modelId="{C179AEC5-0530-4F86-9A4D-D60D6DA310AB}" type="presParOf" srcId="{928F3E17-A338-4893-99BB-4FCB01DE291A}" destId="{D8834102-CB62-4E7C-B2FA-D312BBE3BDDB}"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74E0597-EA7A-478D-BBA3-7D2BC85F42FA}"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es-ES"/>
        </a:p>
      </dgm:t>
    </dgm:pt>
    <dgm:pt modelId="{15ADDA32-BC39-466B-9812-B8233A35B9AB}">
      <dgm:prSet custT="1"/>
      <dgm:spPr/>
      <dgm:t>
        <a:bodyPr/>
        <a:lstStyle/>
        <a:p>
          <a:pPr rtl="0"/>
          <a:r>
            <a:rPr lang="es-MX" sz="2400" dirty="0">
              <a:latin typeface="Book Antiqua" panose="02040602050305030304" pitchFamily="18" charset="0"/>
            </a:rPr>
            <a:t>A. Información</a:t>
          </a:r>
          <a:endParaRPr lang="en-US" sz="2400" dirty="0">
            <a:latin typeface="Book Antiqua" panose="02040602050305030304" pitchFamily="18" charset="0"/>
          </a:endParaRPr>
        </a:p>
      </dgm:t>
    </dgm:pt>
    <dgm:pt modelId="{9D1A638C-673A-4958-9766-30DDF41AD744}" type="parTrans" cxnId="{DA8841F6-A5BD-4A38-81CC-7BDD6B86F288}">
      <dgm:prSet/>
      <dgm:spPr/>
      <dgm:t>
        <a:bodyPr/>
        <a:lstStyle/>
        <a:p>
          <a:endParaRPr lang="es-ES"/>
        </a:p>
      </dgm:t>
    </dgm:pt>
    <dgm:pt modelId="{10894E71-1BAA-411C-88A4-4426D1360FCF}" type="sibTrans" cxnId="{DA8841F6-A5BD-4A38-81CC-7BDD6B86F288}">
      <dgm:prSet/>
      <dgm:spPr/>
      <dgm:t>
        <a:bodyPr/>
        <a:lstStyle/>
        <a:p>
          <a:endParaRPr lang="es-ES"/>
        </a:p>
      </dgm:t>
    </dgm:pt>
    <dgm:pt modelId="{B9ECDC57-C0F0-4DA9-9F4F-07DE006EADED}">
      <dgm:prSet custT="1"/>
      <dgm:spPr/>
      <dgm:t>
        <a:bodyPr/>
        <a:lstStyle/>
        <a:p>
          <a:pPr rtl="0"/>
          <a:r>
            <a:rPr lang="es-MX" sz="2400" dirty="0">
              <a:latin typeface="Book Antiqua" panose="02040602050305030304" pitchFamily="18" charset="0"/>
            </a:rPr>
            <a:t>B. Conocimientos disciplinares</a:t>
          </a:r>
          <a:endParaRPr lang="en-US" sz="2400" dirty="0">
            <a:latin typeface="Book Antiqua" panose="02040602050305030304" pitchFamily="18" charset="0"/>
          </a:endParaRPr>
        </a:p>
      </dgm:t>
    </dgm:pt>
    <dgm:pt modelId="{BC9A36E5-8BFF-427C-A7F9-3D3AF375B292}" type="parTrans" cxnId="{0994461E-7EB2-4C6E-9C65-B7EC5F3B5670}">
      <dgm:prSet/>
      <dgm:spPr/>
      <dgm:t>
        <a:bodyPr/>
        <a:lstStyle/>
        <a:p>
          <a:endParaRPr lang="es-ES"/>
        </a:p>
      </dgm:t>
    </dgm:pt>
    <dgm:pt modelId="{B9894111-0116-4F95-B43F-7D1F6ACC4609}" type="sibTrans" cxnId="{0994461E-7EB2-4C6E-9C65-B7EC5F3B5670}">
      <dgm:prSet/>
      <dgm:spPr/>
      <dgm:t>
        <a:bodyPr/>
        <a:lstStyle/>
        <a:p>
          <a:endParaRPr lang="es-ES"/>
        </a:p>
      </dgm:t>
    </dgm:pt>
    <dgm:pt modelId="{928F3E17-A338-4893-99BB-4FCB01DE291A}" type="pres">
      <dgm:prSet presAssocID="{E74E0597-EA7A-478D-BBA3-7D2BC85F42FA}" presName="linear" presStyleCnt="0">
        <dgm:presLayoutVars>
          <dgm:animLvl val="lvl"/>
          <dgm:resizeHandles val="exact"/>
        </dgm:presLayoutVars>
      </dgm:prSet>
      <dgm:spPr/>
    </dgm:pt>
    <dgm:pt modelId="{8BAB182B-81D7-41DE-BCEB-8D9CFD419912}" type="pres">
      <dgm:prSet presAssocID="{15ADDA32-BC39-466B-9812-B8233A35B9AB}" presName="parentText" presStyleLbl="node1" presStyleIdx="0" presStyleCnt="2" custLinFactNeighborY="20671">
        <dgm:presLayoutVars>
          <dgm:chMax val="0"/>
          <dgm:bulletEnabled val="1"/>
        </dgm:presLayoutVars>
      </dgm:prSet>
      <dgm:spPr/>
    </dgm:pt>
    <dgm:pt modelId="{5124FBF5-29FA-4DD7-89ED-93EDD1A81D52}" type="pres">
      <dgm:prSet presAssocID="{10894E71-1BAA-411C-88A4-4426D1360FCF}" presName="spacer" presStyleCnt="0"/>
      <dgm:spPr/>
    </dgm:pt>
    <dgm:pt modelId="{D8834102-CB62-4E7C-B2FA-D312BBE3BDDB}" type="pres">
      <dgm:prSet presAssocID="{B9ECDC57-C0F0-4DA9-9F4F-07DE006EADED}" presName="parentText" presStyleLbl="node1" presStyleIdx="1" presStyleCnt="2">
        <dgm:presLayoutVars>
          <dgm:chMax val="0"/>
          <dgm:bulletEnabled val="1"/>
        </dgm:presLayoutVars>
      </dgm:prSet>
      <dgm:spPr/>
    </dgm:pt>
  </dgm:ptLst>
  <dgm:cxnLst>
    <dgm:cxn modelId="{0994461E-7EB2-4C6E-9C65-B7EC5F3B5670}" srcId="{E74E0597-EA7A-478D-BBA3-7D2BC85F42FA}" destId="{B9ECDC57-C0F0-4DA9-9F4F-07DE006EADED}" srcOrd="1" destOrd="0" parTransId="{BC9A36E5-8BFF-427C-A7F9-3D3AF375B292}" sibTransId="{B9894111-0116-4F95-B43F-7D1F6ACC4609}"/>
    <dgm:cxn modelId="{F6574B28-5B8B-4C2E-A034-114ED93C8BF7}" type="presOf" srcId="{E74E0597-EA7A-478D-BBA3-7D2BC85F42FA}" destId="{928F3E17-A338-4893-99BB-4FCB01DE291A}" srcOrd="0" destOrd="0" presId="urn:microsoft.com/office/officeart/2005/8/layout/vList2"/>
    <dgm:cxn modelId="{F800243C-B6D2-45F5-AA07-E4C5EBF7DC04}" type="presOf" srcId="{B9ECDC57-C0F0-4DA9-9F4F-07DE006EADED}" destId="{D8834102-CB62-4E7C-B2FA-D312BBE3BDDB}" srcOrd="0" destOrd="0" presId="urn:microsoft.com/office/officeart/2005/8/layout/vList2"/>
    <dgm:cxn modelId="{08AF5FF3-8636-4914-A3EA-50D6BEAAD30B}" type="presOf" srcId="{15ADDA32-BC39-466B-9812-B8233A35B9AB}" destId="{8BAB182B-81D7-41DE-BCEB-8D9CFD419912}" srcOrd="0" destOrd="0" presId="urn:microsoft.com/office/officeart/2005/8/layout/vList2"/>
    <dgm:cxn modelId="{DA8841F6-A5BD-4A38-81CC-7BDD6B86F288}" srcId="{E74E0597-EA7A-478D-BBA3-7D2BC85F42FA}" destId="{15ADDA32-BC39-466B-9812-B8233A35B9AB}" srcOrd="0" destOrd="0" parTransId="{9D1A638C-673A-4958-9766-30DDF41AD744}" sibTransId="{10894E71-1BAA-411C-88A4-4426D1360FCF}"/>
    <dgm:cxn modelId="{441D7885-7FCF-4331-884A-5322C27688AF}" type="presParOf" srcId="{928F3E17-A338-4893-99BB-4FCB01DE291A}" destId="{8BAB182B-81D7-41DE-BCEB-8D9CFD419912}" srcOrd="0" destOrd="0" presId="urn:microsoft.com/office/officeart/2005/8/layout/vList2"/>
    <dgm:cxn modelId="{EC0ABF48-44BC-4DF6-9913-1103D0218072}" type="presParOf" srcId="{928F3E17-A338-4893-99BB-4FCB01DE291A}" destId="{5124FBF5-29FA-4DD7-89ED-93EDD1A81D52}" srcOrd="1" destOrd="0" presId="urn:microsoft.com/office/officeart/2005/8/layout/vList2"/>
    <dgm:cxn modelId="{C179AEC5-0530-4F86-9A4D-D60D6DA310AB}" type="presParOf" srcId="{928F3E17-A338-4893-99BB-4FCB01DE291A}" destId="{D8834102-CB62-4E7C-B2FA-D312BBE3BDDB}"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DF024E0-E807-4DF7-8A6C-AA9E1928B588}" type="doc">
      <dgm:prSet loTypeId="urn:microsoft.com/office/officeart/2005/8/layout/vList5" loCatId="list" qsTypeId="urn:microsoft.com/office/officeart/2005/8/quickstyle/simple1" qsCatId="simple" csTypeId="urn:microsoft.com/office/officeart/2005/8/colors/accent6_1" csCatId="accent6" phldr="1"/>
      <dgm:spPr/>
      <dgm:t>
        <a:bodyPr/>
        <a:lstStyle/>
        <a:p>
          <a:endParaRPr lang="es-ES"/>
        </a:p>
      </dgm:t>
    </dgm:pt>
    <dgm:pt modelId="{D76BEDED-8787-461D-A336-99C00177F3CF}">
      <dgm:prSet custT="1"/>
      <dgm:spPr/>
      <dgm:t>
        <a:bodyPr/>
        <a:lstStyle/>
        <a:p>
          <a:pPr rtl="0"/>
          <a:r>
            <a:rPr lang="es-MX" sz="1200" dirty="0">
              <a:latin typeface="Book Antiqua" panose="02040602050305030304" pitchFamily="18" charset="0"/>
            </a:rPr>
            <a:t>la información es necesaria, pero </a:t>
          </a:r>
          <a:r>
            <a:rPr lang="es-MX" sz="1200" b="1" dirty="0">
              <a:latin typeface="Book Antiqua" panose="02040602050305030304" pitchFamily="18" charset="0"/>
            </a:rPr>
            <a:t>insuficiente</a:t>
          </a:r>
          <a:r>
            <a:rPr lang="es-MX" sz="1200" dirty="0">
              <a:latin typeface="Book Antiqua" panose="02040602050305030304" pitchFamily="18" charset="0"/>
            </a:rPr>
            <a:t> para resolver los ítems. </a:t>
          </a:r>
          <a:endParaRPr lang="en-US" sz="1200" dirty="0">
            <a:latin typeface="Book Antiqua" panose="02040602050305030304" pitchFamily="18" charset="0"/>
          </a:endParaRPr>
        </a:p>
      </dgm:t>
    </dgm:pt>
    <dgm:pt modelId="{4B6C3E4B-9217-41D1-9B58-4DFE6A4517BB}" type="parTrans" cxnId="{EDCAB886-3341-4356-A9F2-1CA2F449DE21}">
      <dgm:prSet/>
      <dgm:spPr/>
      <dgm:t>
        <a:bodyPr/>
        <a:lstStyle/>
        <a:p>
          <a:endParaRPr lang="es-ES"/>
        </a:p>
      </dgm:t>
    </dgm:pt>
    <dgm:pt modelId="{DA326DBB-D95C-45A1-A996-0539F4C9887D}" type="sibTrans" cxnId="{EDCAB886-3341-4356-A9F2-1CA2F449DE21}">
      <dgm:prSet/>
      <dgm:spPr/>
      <dgm:t>
        <a:bodyPr/>
        <a:lstStyle/>
        <a:p>
          <a:endParaRPr lang="es-ES"/>
        </a:p>
      </dgm:t>
    </dgm:pt>
    <dgm:pt modelId="{3F11A7E6-3221-4D42-BC75-B003B8CFCC9F}">
      <dgm:prSet custT="1"/>
      <dgm:spPr/>
      <dgm:t>
        <a:bodyPr/>
        <a:lstStyle/>
        <a:p>
          <a:pPr rtl="0"/>
          <a:r>
            <a:rPr lang="es-MX" sz="1200" dirty="0">
              <a:latin typeface="Book Antiqua" panose="02040602050305030304" pitchFamily="18" charset="0"/>
            </a:rPr>
            <a:t>no puede ser la materia sobre la que se evalúa, debemos considerarla como insumo que permite plantear preguntas.</a:t>
          </a:r>
          <a:r>
            <a:rPr lang="es-MX" sz="900" dirty="0">
              <a:latin typeface="Book Antiqua" panose="02040602050305030304" pitchFamily="18" charset="0"/>
            </a:rPr>
            <a:t>  </a:t>
          </a:r>
          <a:endParaRPr lang="en-US" sz="900" dirty="0">
            <a:latin typeface="Book Antiqua" panose="02040602050305030304" pitchFamily="18" charset="0"/>
          </a:endParaRPr>
        </a:p>
      </dgm:t>
    </dgm:pt>
    <dgm:pt modelId="{F265E17B-F65A-4725-BE98-389704355D6F}" type="parTrans" cxnId="{294305BD-C3DD-433B-B08F-B45EAF661F72}">
      <dgm:prSet/>
      <dgm:spPr/>
      <dgm:t>
        <a:bodyPr/>
        <a:lstStyle/>
        <a:p>
          <a:endParaRPr lang="es-ES"/>
        </a:p>
      </dgm:t>
    </dgm:pt>
    <dgm:pt modelId="{B69E38FE-E4A2-4DDD-B54D-1DDA8080DE37}" type="sibTrans" cxnId="{294305BD-C3DD-433B-B08F-B45EAF661F72}">
      <dgm:prSet/>
      <dgm:spPr/>
      <dgm:t>
        <a:bodyPr/>
        <a:lstStyle/>
        <a:p>
          <a:endParaRPr lang="es-ES"/>
        </a:p>
      </dgm:t>
    </dgm:pt>
    <dgm:pt modelId="{7346362F-2246-47E1-AAE8-196BAFA1CE41}">
      <dgm:prSet custT="1"/>
      <dgm:spPr/>
      <dgm:t>
        <a:bodyPr/>
        <a:lstStyle/>
        <a:p>
          <a:pPr rtl="0"/>
          <a:r>
            <a:rPr lang="es-MX" sz="1600" dirty="0">
              <a:latin typeface="Book Antiqua" panose="02040602050305030304" pitchFamily="18" charset="0"/>
            </a:rPr>
            <a:t>En función del conocimiento disciplinar se puede graduar el nivel de dificultad de los ítems por medio de </a:t>
          </a:r>
          <a:endParaRPr lang="en-US" sz="1600" dirty="0">
            <a:latin typeface="Book Antiqua" panose="02040602050305030304" pitchFamily="18" charset="0"/>
          </a:endParaRPr>
        </a:p>
      </dgm:t>
    </dgm:pt>
    <dgm:pt modelId="{8883DC17-8E65-4335-9EB9-9F4060DA8105}" type="parTrans" cxnId="{E3469058-6C24-45C2-A0EB-40A35373FFF6}">
      <dgm:prSet/>
      <dgm:spPr/>
      <dgm:t>
        <a:bodyPr/>
        <a:lstStyle/>
        <a:p>
          <a:endParaRPr lang="es-ES"/>
        </a:p>
      </dgm:t>
    </dgm:pt>
    <dgm:pt modelId="{DEF2E03C-7CEB-445D-BBD5-086ADCDDDB36}" type="sibTrans" cxnId="{E3469058-6C24-45C2-A0EB-40A35373FFF6}">
      <dgm:prSet/>
      <dgm:spPr/>
      <dgm:t>
        <a:bodyPr/>
        <a:lstStyle/>
        <a:p>
          <a:endParaRPr lang="es-ES"/>
        </a:p>
      </dgm:t>
    </dgm:pt>
    <dgm:pt modelId="{FFC4FE6D-846A-4980-8D11-045C6B5DE3B6}">
      <dgm:prSet custT="1"/>
      <dgm:spPr/>
      <dgm:t>
        <a:bodyPr/>
        <a:lstStyle/>
        <a:p>
          <a:pPr rtl="0"/>
          <a:r>
            <a:rPr lang="es-MX" sz="1000" dirty="0">
              <a:latin typeface="Book Antiqua" panose="02040602050305030304" pitchFamily="18" charset="0"/>
            </a:rPr>
            <a:t> </a:t>
          </a:r>
          <a:r>
            <a:rPr lang="es-MX" sz="1200" dirty="0">
              <a:latin typeface="Book Antiqua" panose="02040602050305030304" pitchFamily="18" charset="0"/>
            </a:rPr>
            <a:t>Uso de </a:t>
          </a:r>
          <a:r>
            <a:rPr lang="es-MX" sz="1200" b="1" dirty="0">
              <a:latin typeface="Book Antiqua" panose="02040602050305030304" pitchFamily="18" charset="0"/>
            </a:rPr>
            <a:t>vocabulario disciplinar </a:t>
          </a:r>
          <a:r>
            <a:rPr lang="es-MX" sz="1200" dirty="0">
              <a:latin typeface="Book Antiqua" panose="02040602050305030304" pitchFamily="18" charset="0"/>
            </a:rPr>
            <a:t>que remite a un campo específico de la asignatura evaluada. </a:t>
          </a:r>
          <a:endParaRPr lang="en-US" sz="1200" dirty="0">
            <a:latin typeface="Book Antiqua" panose="02040602050305030304" pitchFamily="18" charset="0"/>
          </a:endParaRPr>
        </a:p>
      </dgm:t>
    </dgm:pt>
    <dgm:pt modelId="{49860667-638B-47A7-A2D4-72517DA083C4}" type="parTrans" cxnId="{DB281C3B-5ED2-4BF9-8E26-018B11EE78D9}">
      <dgm:prSet/>
      <dgm:spPr/>
      <dgm:t>
        <a:bodyPr/>
        <a:lstStyle/>
        <a:p>
          <a:endParaRPr lang="es-ES"/>
        </a:p>
      </dgm:t>
    </dgm:pt>
    <dgm:pt modelId="{C2AF3339-F0D8-4E1C-9F3E-DF2949156EB2}" type="sibTrans" cxnId="{DB281C3B-5ED2-4BF9-8E26-018B11EE78D9}">
      <dgm:prSet/>
      <dgm:spPr/>
      <dgm:t>
        <a:bodyPr/>
        <a:lstStyle/>
        <a:p>
          <a:endParaRPr lang="es-ES"/>
        </a:p>
      </dgm:t>
    </dgm:pt>
    <dgm:pt modelId="{DBEDD4FE-9A4D-4E57-B8C6-FC5DC26A51EF}">
      <dgm:prSet custT="1"/>
      <dgm:spPr/>
      <dgm:t>
        <a:bodyPr/>
        <a:lstStyle/>
        <a:p>
          <a:pPr rtl="0"/>
          <a:r>
            <a:rPr lang="es-MX" sz="1200" dirty="0">
              <a:latin typeface="Book Antiqua" panose="02040602050305030304" pitchFamily="18" charset="0"/>
            </a:rPr>
            <a:t>Los niveles de dificultad pueden estar en función de </a:t>
          </a:r>
          <a:endParaRPr lang="en-US" sz="1200" dirty="0">
            <a:latin typeface="Book Antiqua" panose="02040602050305030304" pitchFamily="18" charset="0"/>
          </a:endParaRPr>
        </a:p>
      </dgm:t>
    </dgm:pt>
    <dgm:pt modelId="{1611E8E0-692F-4601-884A-2788CEA2C582}" type="parTrans" cxnId="{66862AEE-B141-4A19-9482-A589D4B04A00}">
      <dgm:prSet/>
      <dgm:spPr/>
      <dgm:t>
        <a:bodyPr/>
        <a:lstStyle/>
        <a:p>
          <a:endParaRPr lang="es-ES"/>
        </a:p>
      </dgm:t>
    </dgm:pt>
    <dgm:pt modelId="{F733E078-5AD1-4A7E-8BE4-41EE1A42847E}" type="sibTrans" cxnId="{66862AEE-B141-4A19-9482-A589D4B04A00}">
      <dgm:prSet/>
      <dgm:spPr/>
      <dgm:t>
        <a:bodyPr/>
        <a:lstStyle/>
        <a:p>
          <a:endParaRPr lang="es-ES"/>
        </a:p>
      </dgm:t>
    </dgm:pt>
    <dgm:pt modelId="{3F41F3CB-42BE-464F-B4A9-4826CC4E03AC}">
      <dgm:prSet custT="1"/>
      <dgm:spPr/>
      <dgm:t>
        <a:bodyPr/>
        <a:lstStyle/>
        <a:p>
          <a:pPr rtl="0"/>
          <a:r>
            <a:rPr lang="es-MX" sz="1200" dirty="0">
              <a:latin typeface="Book Antiqua" panose="02040602050305030304" pitchFamily="18" charset="0"/>
            </a:rPr>
            <a:t>el </a:t>
          </a:r>
          <a:r>
            <a:rPr lang="es-MX" sz="1200" b="1" dirty="0">
              <a:latin typeface="Book Antiqua" panose="02040602050305030304" pitchFamily="18" charset="0"/>
            </a:rPr>
            <a:t>número</a:t>
          </a:r>
          <a:r>
            <a:rPr lang="es-MX" sz="1200" dirty="0">
              <a:latin typeface="Book Antiqua" panose="02040602050305030304" pitchFamily="18" charset="0"/>
            </a:rPr>
            <a:t> de formulaciones implícitas. </a:t>
          </a:r>
          <a:endParaRPr lang="en-US" sz="1200" dirty="0">
            <a:latin typeface="Book Antiqua" panose="02040602050305030304" pitchFamily="18" charset="0"/>
          </a:endParaRPr>
        </a:p>
      </dgm:t>
    </dgm:pt>
    <dgm:pt modelId="{AD7ED3BC-0D25-41A8-AFF2-2D574634DB3B}" type="parTrans" cxnId="{CB034818-BDE0-4002-A124-5D6D03013EC7}">
      <dgm:prSet/>
      <dgm:spPr/>
      <dgm:t>
        <a:bodyPr/>
        <a:lstStyle/>
        <a:p>
          <a:endParaRPr lang="es-ES"/>
        </a:p>
      </dgm:t>
    </dgm:pt>
    <dgm:pt modelId="{F6B1BD05-6FB4-4007-BC6E-7C6379CB1C23}" type="sibTrans" cxnId="{CB034818-BDE0-4002-A124-5D6D03013EC7}">
      <dgm:prSet/>
      <dgm:spPr/>
      <dgm:t>
        <a:bodyPr/>
        <a:lstStyle/>
        <a:p>
          <a:endParaRPr lang="es-ES"/>
        </a:p>
      </dgm:t>
    </dgm:pt>
    <dgm:pt modelId="{1761C56B-A0D4-4BD3-9FEE-0A06EC902114}">
      <dgm:prSet custT="1"/>
      <dgm:spPr/>
      <dgm:t>
        <a:bodyPr/>
        <a:lstStyle/>
        <a:p>
          <a:pPr rtl="0"/>
          <a:r>
            <a:rPr lang="es-MX" sz="1200" dirty="0">
              <a:latin typeface="Book Antiqua" panose="02040602050305030304" pitchFamily="18" charset="0"/>
            </a:rPr>
            <a:t>la </a:t>
          </a:r>
          <a:r>
            <a:rPr lang="es-MX" sz="1200" b="1" dirty="0">
              <a:latin typeface="Book Antiqua" panose="02040602050305030304" pitchFamily="18" charset="0"/>
            </a:rPr>
            <a:t>complejidad</a:t>
          </a:r>
          <a:r>
            <a:rPr lang="es-MX" sz="1200" dirty="0">
              <a:latin typeface="Book Antiqua" panose="02040602050305030304" pitchFamily="18" charset="0"/>
            </a:rPr>
            <a:t> de los conceptos. </a:t>
          </a:r>
          <a:endParaRPr lang="en-US" sz="1200" dirty="0">
            <a:latin typeface="Book Antiqua" panose="02040602050305030304" pitchFamily="18" charset="0"/>
          </a:endParaRPr>
        </a:p>
      </dgm:t>
    </dgm:pt>
    <dgm:pt modelId="{D841D197-2CFC-4171-A3F2-E9784260C865}" type="parTrans" cxnId="{395DB073-2845-4A58-9596-D41272AC9FFE}">
      <dgm:prSet/>
      <dgm:spPr/>
      <dgm:t>
        <a:bodyPr/>
        <a:lstStyle/>
        <a:p>
          <a:endParaRPr lang="es-ES"/>
        </a:p>
      </dgm:t>
    </dgm:pt>
    <dgm:pt modelId="{EB7CEBFB-A9BA-4232-8B41-B07C0DAEF797}" type="sibTrans" cxnId="{395DB073-2845-4A58-9596-D41272AC9FFE}">
      <dgm:prSet/>
      <dgm:spPr/>
      <dgm:t>
        <a:bodyPr/>
        <a:lstStyle/>
        <a:p>
          <a:endParaRPr lang="es-ES"/>
        </a:p>
      </dgm:t>
    </dgm:pt>
    <dgm:pt modelId="{928E6FD9-48FE-4BF0-8166-EA4140D53C51}">
      <dgm:prSet custT="1"/>
      <dgm:spPr/>
      <dgm:t>
        <a:bodyPr/>
        <a:lstStyle/>
        <a:p>
          <a:pPr rtl="0"/>
          <a:r>
            <a:rPr lang="es-MX" sz="1600" dirty="0">
              <a:latin typeface="Book Antiqua" panose="02040602050305030304" pitchFamily="18" charset="0"/>
            </a:rPr>
            <a:t>Los contenidos temáticos que componen el ítem están presentes tanto en el enunciado como en las alternativas.</a:t>
          </a:r>
          <a:endParaRPr lang="en-US" sz="1600" dirty="0">
            <a:latin typeface="Book Antiqua" panose="02040602050305030304" pitchFamily="18" charset="0"/>
          </a:endParaRPr>
        </a:p>
      </dgm:t>
    </dgm:pt>
    <dgm:pt modelId="{B0452F1F-42E6-4CF8-92D9-92FAC06E8ED5}" type="parTrans" cxnId="{4DE082E6-D8EE-4B24-ACE8-2EE1413213A6}">
      <dgm:prSet/>
      <dgm:spPr/>
      <dgm:t>
        <a:bodyPr/>
        <a:lstStyle/>
        <a:p>
          <a:endParaRPr lang="es-ES"/>
        </a:p>
      </dgm:t>
    </dgm:pt>
    <dgm:pt modelId="{5388978D-8E34-480B-926A-1D70BA04C39D}" type="sibTrans" cxnId="{4DE082E6-D8EE-4B24-ACE8-2EE1413213A6}">
      <dgm:prSet/>
      <dgm:spPr/>
      <dgm:t>
        <a:bodyPr/>
        <a:lstStyle/>
        <a:p>
          <a:endParaRPr lang="es-ES"/>
        </a:p>
      </dgm:t>
    </dgm:pt>
    <dgm:pt modelId="{F37F94B2-8C22-473D-8A10-B548AAB728EE}">
      <dgm:prSet custT="1"/>
      <dgm:spPr/>
      <dgm:t>
        <a:bodyPr/>
        <a:lstStyle/>
        <a:p>
          <a:pPr rtl="0"/>
          <a:r>
            <a:rPr lang="es-MX" sz="1600" dirty="0">
              <a:latin typeface="Book Antiqua" panose="02040602050305030304" pitchFamily="18" charset="0"/>
            </a:rPr>
            <a:t>La información es insuficiente en el </a:t>
          </a:r>
          <a:r>
            <a:rPr lang="es-MX" sz="1600" i="1" dirty="0">
              <a:latin typeface="Book Antiqua" panose="02040602050305030304" pitchFamily="18" charset="0"/>
            </a:rPr>
            <a:t>enfoque por competencias</a:t>
          </a:r>
          <a:endParaRPr lang="en-US" sz="1600" i="1" dirty="0">
            <a:latin typeface="Book Antiqua" panose="02040602050305030304" pitchFamily="18" charset="0"/>
          </a:endParaRPr>
        </a:p>
      </dgm:t>
    </dgm:pt>
    <dgm:pt modelId="{A0D9D147-EB94-4238-BE12-A538D5BE3DC8}" type="parTrans" cxnId="{499A7FA5-820E-4198-BFC5-0E240DDB0FBD}">
      <dgm:prSet/>
      <dgm:spPr/>
      <dgm:t>
        <a:bodyPr/>
        <a:lstStyle/>
        <a:p>
          <a:endParaRPr lang="es-ES"/>
        </a:p>
      </dgm:t>
    </dgm:pt>
    <dgm:pt modelId="{8B348B69-BA1F-4051-B112-E02D29089262}" type="sibTrans" cxnId="{499A7FA5-820E-4198-BFC5-0E240DDB0FBD}">
      <dgm:prSet/>
      <dgm:spPr/>
      <dgm:t>
        <a:bodyPr/>
        <a:lstStyle/>
        <a:p>
          <a:endParaRPr lang="es-ES"/>
        </a:p>
      </dgm:t>
    </dgm:pt>
    <dgm:pt modelId="{0E5273F5-8D60-4804-B7FA-FFB638197357}">
      <dgm:prSet custT="1"/>
      <dgm:spPr/>
      <dgm:t>
        <a:bodyPr/>
        <a:lstStyle/>
        <a:p>
          <a:pPr rtl="0"/>
          <a:r>
            <a:rPr lang="es-MX" sz="1200" dirty="0">
              <a:latin typeface="Book Antiqua" panose="02040602050305030304" pitchFamily="18" charset="0"/>
            </a:rPr>
            <a:t> Incorporación de contextos (</a:t>
          </a:r>
          <a:r>
            <a:rPr lang="es-MX" sz="1200" dirty="0" err="1">
              <a:latin typeface="Book Antiqua" panose="02040602050305030304" pitchFamily="18" charset="0"/>
            </a:rPr>
            <a:t>cotextos</a:t>
          </a:r>
          <a:r>
            <a:rPr lang="es-MX" sz="1200" dirty="0">
              <a:latin typeface="Book Antiqua" panose="02040602050305030304" pitchFamily="18" charset="0"/>
            </a:rPr>
            <a:t>).  </a:t>
          </a:r>
          <a:endParaRPr lang="en-US" sz="1200" dirty="0">
            <a:latin typeface="Book Antiqua" panose="02040602050305030304" pitchFamily="18" charset="0"/>
          </a:endParaRPr>
        </a:p>
      </dgm:t>
    </dgm:pt>
    <dgm:pt modelId="{A481B7C4-E22E-4B1F-9D65-B40315AF91D6}" type="parTrans" cxnId="{CD4C747E-4D3E-41A3-B650-21300A412E53}">
      <dgm:prSet/>
      <dgm:spPr/>
      <dgm:t>
        <a:bodyPr/>
        <a:lstStyle/>
        <a:p>
          <a:endParaRPr lang="es-ES"/>
        </a:p>
      </dgm:t>
    </dgm:pt>
    <dgm:pt modelId="{7EA88546-6CA3-4171-A3E8-2F6CF729D206}" type="sibTrans" cxnId="{CD4C747E-4D3E-41A3-B650-21300A412E53}">
      <dgm:prSet/>
      <dgm:spPr/>
      <dgm:t>
        <a:bodyPr/>
        <a:lstStyle/>
        <a:p>
          <a:endParaRPr lang="es-ES"/>
        </a:p>
      </dgm:t>
    </dgm:pt>
    <dgm:pt modelId="{84F3519B-B679-452F-82E4-2DC36C451AD3}">
      <dgm:prSet custT="1"/>
      <dgm:spPr/>
      <dgm:t>
        <a:bodyPr/>
        <a:lstStyle/>
        <a:p>
          <a:pPr rtl="0"/>
          <a:r>
            <a:rPr lang="es-MX" sz="1200" b="1" dirty="0">
              <a:latin typeface="Book Antiqua" panose="02040602050305030304" pitchFamily="18" charset="0"/>
            </a:rPr>
            <a:t>Formulaciones implícitas </a:t>
          </a:r>
          <a:r>
            <a:rPr lang="es-MX" sz="1200" dirty="0">
              <a:latin typeface="Book Antiqua" panose="02040602050305030304" pitchFamily="18" charset="0"/>
            </a:rPr>
            <a:t>que adquieren sentido con el conocimiento de </a:t>
          </a:r>
          <a:r>
            <a:rPr lang="es-MX" sz="1200" b="1" dirty="0">
              <a:latin typeface="Book Antiqua" panose="02040602050305030304" pitchFamily="18" charset="0"/>
            </a:rPr>
            <a:t>vocabulario conceptual </a:t>
          </a:r>
          <a:r>
            <a:rPr lang="es-MX" sz="1200" dirty="0">
              <a:latin typeface="Book Antiqua" panose="02040602050305030304" pitchFamily="18" charset="0"/>
            </a:rPr>
            <a:t>complejo.  </a:t>
          </a:r>
          <a:endParaRPr lang="en-US" sz="1200" dirty="0">
            <a:latin typeface="Book Antiqua" panose="02040602050305030304" pitchFamily="18" charset="0"/>
          </a:endParaRPr>
        </a:p>
      </dgm:t>
    </dgm:pt>
    <dgm:pt modelId="{C3D41276-A264-4AEE-8468-4A6CB31FDBA9}" type="parTrans" cxnId="{42ADD6A6-F47D-429A-9A6C-39FCEC718303}">
      <dgm:prSet/>
      <dgm:spPr/>
      <dgm:t>
        <a:bodyPr/>
        <a:lstStyle/>
        <a:p>
          <a:endParaRPr lang="es-ES"/>
        </a:p>
      </dgm:t>
    </dgm:pt>
    <dgm:pt modelId="{5FD81558-A549-4341-8276-43A30894A949}" type="sibTrans" cxnId="{42ADD6A6-F47D-429A-9A6C-39FCEC718303}">
      <dgm:prSet/>
      <dgm:spPr/>
      <dgm:t>
        <a:bodyPr/>
        <a:lstStyle/>
        <a:p>
          <a:endParaRPr lang="es-ES"/>
        </a:p>
      </dgm:t>
    </dgm:pt>
    <dgm:pt modelId="{93DA7DD1-59CA-4FA7-9011-655960C58EF5}">
      <dgm:prSet custT="1"/>
      <dgm:spPr/>
      <dgm:t>
        <a:bodyPr/>
        <a:lstStyle/>
        <a:p>
          <a:pPr rtl="0"/>
          <a:r>
            <a:rPr lang="es-MX" sz="1400" dirty="0">
              <a:latin typeface="Book Antiqua" panose="02040602050305030304" pitchFamily="18" charset="0"/>
            </a:rPr>
            <a:t>El estudiante para comprender la información planteada en ambas partes (enunciado y alternativas) debe tener conocimientos disciplinares.</a:t>
          </a:r>
          <a:endParaRPr lang="en-US" sz="1400" dirty="0">
            <a:latin typeface="Book Antiqua" panose="02040602050305030304" pitchFamily="18" charset="0"/>
          </a:endParaRPr>
        </a:p>
      </dgm:t>
    </dgm:pt>
    <dgm:pt modelId="{4F9262B8-8BEB-4C84-8C69-55CAE5C160BB}" type="parTrans" cxnId="{3E92DAD1-F137-4913-A9DA-2D7157BE3BD3}">
      <dgm:prSet/>
      <dgm:spPr/>
      <dgm:t>
        <a:bodyPr/>
        <a:lstStyle/>
        <a:p>
          <a:endParaRPr lang="es-ES"/>
        </a:p>
      </dgm:t>
    </dgm:pt>
    <dgm:pt modelId="{73BC6AA8-22F4-41DB-B916-9FAEAE49A667}" type="sibTrans" cxnId="{3E92DAD1-F137-4913-A9DA-2D7157BE3BD3}">
      <dgm:prSet/>
      <dgm:spPr/>
      <dgm:t>
        <a:bodyPr/>
        <a:lstStyle/>
        <a:p>
          <a:endParaRPr lang="es-ES"/>
        </a:p>
      </dgm:t>
    </dgm:pt>
    <dgm:pt modelId="{9E2B5811-5044-4DD9-BEC8-A02311033B24}" type="pres">
      <dgm:prSet presAssocID="{DDF024E0-E807-4DF7-8A6C-AA9E1928B588}" presName="Name0" presStyleCnt="0">
        <dgm:presLayoutVars>
          <dgm:dir/>
          <dgm:animLvl val="lvl"/>
          <dgm:resizeHandles val="exact"/>
        </dgm:presLayoutVars>
      </dgm:prSet>
      <dgm:spPr/>
    </dgm:pt>
    <dgm:pt modelId="{A35F92E4-20F7-4D33-95B3-B9B25B119411}" type="pres">
      <dgm:prSet presAssocID="{F37F94B2-8C22-473D-8A10-B548AAB728EE}" presName="linNode" presStyleCnt="0"/>
      <dgm:spPr/>
    </dgm:pt>
    <dgm:pt modelId="{42135CD7-59A9-48A6-B09F-3A6A66F3C8F9}" type="pres">
      <dgm:prSet presAssocID="{F37F94B2-8C22-473D-8A10-B548AAB728EE}" presName="parentText" presStyleLbl="node1" presStyleIdx="0" presStyleCnt="3">
        <dgm:presLayoutVars>
          <dgm:chMax val="1"/>
          <dgm:bulletEnabled val="1"/>
        </dgm:presLayoutVars>
      </dgm:prSet>
      <dgm:spPr/>
    </dgm:pt>
    <dgm:pt modelId="{FB0A5F0C-0379-4C50-B7D5-83150F5DE44C}" type="pres">
      <dgm:prSet presAssocID="{F37F94B2-8C22-473D-8A10-B548AAB728EE}" presName="descendantText" presStyleLbl="alignAccFollowNode1" presStyleIdx="0" presStyleCnt="3">
        <dgm:presLayoutVars>
          <dgm:bulletEnabled val="1"/>
        </dgm:presLayoutVars>
      </dgm:prSet>
      <dgm:spPr/>
    </dgm:pt>
    <dgm:pt modelId="{8747272A-5CD7-46C0-943E-13B330AD34BF}" type="pres">
      <dgm:prSet presAssocID="{8B348B69-BA1F-4051-B112-E02D29089262}" presName="sp" presStyleCnt="0"/>
      <dgm:spPr/>
    </dgm:pt>
    <dgm:pt modelId="{7D001DD1-A671-4DE1-9FD4-3D1BB7ED92A7}" type="pres">
      <dgm:prSet presAssocID="{7346362F-2246-47E1-AAE8-196BAFA1CE41}" presName="linNode" presStyleCnt="0"/>
      <dgm:spPr/>
    </dgm:pt>
    <dgm:pt modelId="{8DFE5EC8-2B52-4F06-A090-495E18A30596}" type="pres">
      <dgm:prSet presAssocID="{7346362F-2246-47E1-AAE8-196BAFA1CE41}" presName="parentText" presStyleLbl="node1" presStyleIdx="1" presStyleCnt="3">
        <dgm:presLayoutVars>
          <dgm:chMax val="1"/>
          <dgm:bulletEnabled val="1"/>
        </dgm:presLayoutVars>
      </dgm:prSet>
      <dgm:spPr/>
    </dgm:pt>
    <dgm:pt modelId="{68359240-AB09-4FFF-8B8F-34FBF26F2646}" type="pres">
      <dgm:prSet presAssocID="{7346362F-2246-47E1-AAE8-196BAFA1CE41}" presName="descendantText" presStyleLbl="alignAccFollowNode1" presStyleIdx="1" presStyleCnt="3" custScaleY="179330">
        <dgm:presLayoutVars>
          <dgm:bulletEnabled val="1"/>
        </dgm:presLayoutVars>
      </dgm:prSet>
      <dgm:spPr/>
    </dgm:pt>
    <dgm:pt modelId="{A84AFAF3-B3DE-4566-A305-199909874EFF}" type="pres">
      <dgm:prSet presAssocID="{DEF2E03C-7CEB-445D-BBD5-086ADCDDDB36}" presName="sp" presStyleCnt="0"/>
      <dgm:spPr/>
    </dgm:pt>
    <dgm:pt modelId="{EFFA25C1-BD2D-401F-A7B4-F5F47D07E6DE}" type="pres">
      <dgm:prSet presAssocID="{928E6FD9-48FE-4BF0-8166-EA4140D53C51}" presName="linNode" presStyleCnt="0"/>
      <dgm:spPr/>
    </dgm:pt>
    <dgm:pt modelId="{DC622115-7187-47A1-9238-A309D148C208}" type="pres">
      <dgm:prSet presAssocID="{928E6FD9-48FE-4BF0-8166-EA4140D53C51}" presName="parentText" presStyleLbl="node1" presStyleIdx="2" presStyleCnt="3">
        <dgm:presLayoutVars>
          <dgm:chMax val="1"/>
          <dgm:bulletEnabled val="1"/>
        </dgm:presLayoutVars>
      </dgm:prSet>
      <dgm:spPr/>
    </dgm:pt>
    <dgm:pt modelId="{6FF9C153-A6DF-48DA-AB42-1984E090D679}" type="pres">
      <dgm:prSet presAssocID="{928E6FD9-48FE-4BF0-8166-EA4140D53C51}" presName="descendantText" presStyleLbl="alignAccFollowNode1" presStyleIdx="2" presStyleCnt="3">
        <dgm:presLayoutVars>
          <dgm:bulletEnabled val="1"/>
        </dgm:presLayoutVars>
      </dgm:prSet>
      <dgm:spPr/>
    </dgm:pt>
  </dgm:ptLst>
  <dgm:cxnLst>
    <dgm:cxn modelId="{52975C02-D6BA-4A16-BF0A-C169E12840F1}" type="presOf" srcId="{D76BEDED-8787-461D-A336-99C00177F3CF}" destId="{FB0A5F0C-0379-4C50-B7D5-83150F5DE44C}" srcOrd="0" destOrd="0" presId="urn:microsoft.com/office/officeart/2005/8/layout/vList5"/>
    <dgm:cxn modelId="{CB034818-BDE0-4002-A124-5D6D03013EC7}" srcId="{DBEDD4FE-9A4D-4E57-B8C6-FC5DC26A51EF}" destId="{3F41F3CB-42BE-464F-B4A9-4826CC4E03AC}" srcOrd="0" destOrd="0" parTransId="{AD7ED3BC-0D25-41A8-AFF2-2D574634DB3B}" sibTransId="{F6B1BD05-6FB4-4007-BC6E-7C6379CB1C23}"/>
    <dgm:cxn modelId="{268C3D2E-7B00-421A-9275-F7BA38E6EA75}" type="presOf" srcId="{0E5273F5-8D60-4804-B7FA-FFB638197357}" destId="{68359240-AB09-4FFF-8B8F-34FBF26F2646}" srcOrd="0" destOrd="1" presId="urn:microsoft.com/office/officeart/2005/8/layout/vList5"/>
    <dgm:cxn modelId="{DB281C3B-5ED2-4BF9-8E26-018B11EE78D9}" srcId="{7346362F-2246-47E1-AAE8-196BAFA1CE41}" destId="{FFC4FE6D-846A-4980-8D11-045C6B5DE3B6}" srcOrd="0" destOrd="0" parTransId="{49860667-638B-47A7-A2D4-72517DA083C4}" sibTransId="{C2AF3339-F0D8-4E1C-9F3E-DF2949156EB2}"/>
    <dgm:cxn modelId="{355E315B-3A16-47DF-BBF0-A8CF9C9D2A90}" type="presOf" srcId="{928E6FD9-48FE-4BF0-8166-EA4140D53C51}" destId="{DC622115-7187-47A1-9238-A309D148C208}" srcOrd="0" destOrd="0" presId="urn:microsoft.com/office/officeart/2005/8/layout/vList5"/>
    <dgm:cxn modelId="{393B0D60-A2CB-4C19-8C69-1BC47E2160E5}" type="presOf" srcId="{F37F94B2-8C22-473D-8A10-B548AAB728EE}" destId="{42135CD7-59A9-48A6-B09F-3A6A66F3C8F9}" srcOrd="0" destOrd="0" presId="urn:microsoft.com/office/officeart/2005/8/layout/vList5"/>
    <dgm:cxn modelId="{B9D53060-A851-4666-9B82-DF1F5B2C983D}" type="presOf" srcId="{3F11A7E6-3221-4D42-BC75-B003B8CFCC9F}" destId="{FB0A5F0C-0379-4C50-B7D5-83150F5DE44C}" srcOrd="0" destOrd="1" presId="urn:microsoft.com/office/officeart/2005/8/layout/vList5"/>
    <dgm:cxn modelId="{E44C4942-834E-4A94-ABB5-800ADED8BEB7}" type="presOf" srcId="{1761C56B-A0D4-4BD3-9FEE-0A06EC902114}" destId="{68359240-AB09-4FFF-8B8F-34FBF26F2646}" srcOrd="0" destOrd="5" presId="urn:microsoft.com/office/officeart/2005/8/layout/vList5"/>
    <dgm:cxn modelId="{3486B94F-4CBF-4D98-9F89-E2AED60DC8A4}" type="presOf" srcId="{93DA7DD1-59CA-4FA7-9011-655960C58EF5}" destId="{6FF9C153-A6DF-48DA-AB42-1984E090D679}" srcOrd="0" destOrd="0" presId="urn:microsoft.com/office/officeart/2005/8/layout/vList5"/>
    <dgm:cxn modelId="{395DB073-2845-4A58-9596-D41272AC9FFE}" srcId="{DBEDD4FE-9A4D-4E57-B8C6-FC5DC26A51EF}" destId="{1761C56B-A0D4-4BD3-9FEE-0A06EC902114}" srcOrd="1" destOrd="0" parTransId="{D841D197-2CFC-4171-A3F2-E9784260C865}" sibTransId="{EB7CEBFB-A9BA-4232-8B41-B07C0DAEF797}"/>
    <dgm:cxn modelId="{E3469058-6C24-45C2-A0EB-40A35373FFF6}" srcId="{DDF024E0-E807-4DF7-8A6C-AA9E1928B588}" destId="{7346362F-2246-47E1-AAE8-196BAFA1CE41}" srcOrd="1" destOrd="0" parTransId="{8883DC17-8E65-4335-9EB9-9F4060DA8105}" sibTransId="{DEF2E03C-7CEB-445D-BBD5-086ADCDDDB36}"/>
    <dgm:cxn modelId="{CD4C747E-4D3E-41A3-B650-21300A412E53}" srcId="{7346362F-2246-47E1-AAE8-196BAFA1CE41}" destId="{0E5273F5-8D60-4804-B7FA-FFB638197357}" srcOrd="1" destOrd="0" parTransId="{A481B7C4-E22E-4B1F-9D65-B40315AF91D6}" sibTransId="{7EA88546-6CA3-4171-A3E8-2F6CF729D206}"/>
    <dgm:cxn modelId="{EDCAB886-3341-4356-A9F2-1CA2F449DE21}" srcId="{F37F94B2-8C22-473D-8A10-B548AAB728EE}" destId="{D76BEDED-8787-461D-A336-99C00177F3CF}" srcOrd="0" destOrd="0" parTransId="{4B6C3E4B-9217-41D1-9B58-4DFE6A4517BB}" sibTransId="{DA326DBB-D95C-45A1-A996-0539F4C9887D}"/>
    <dgm:cxn modelId="{2E8C929A-A556-4EB4-8A43-0DD3416B4861}" type="presOf" srcId="{DDF024E0-E807-4DF7-8A6C-AA9E1928B588}" destId="{9E2B5811-5044-4DD9-BEC8-A02311033B24}" srcOrd="0" destOrd="0" presId="urn:microsoft.com/office/officeart/2005/8/layout/vList5"/>
    <dgm:cxn modelId="{499A7FA5-820E-4198-BFC5-0E240DDB0FBD}" srcId="{DDF024E0-E807-4DF7-8A6C-AA9E1928B588}" destId="{F37F94B2-8C22-473D-8A10-B548AAB728EE}" srcOrd="0" destOrd="0" parTransId="{A0D9D147-EB94-4238-BE12-A538D5BE3DC8}" sibTransId="{8B348B69-BA1F-4051-B112-E02D29089262}"/>
    <dgm:cxn modelId="{42ADD6A6-F47D-429A-9A6C-39FCEC718303}" srcId="{7346362F-2246-47E1-AAE8-196BAFA1CE41}" destId="{84F3519B-B679-452F-82E4-2DC36C451AD3}" srcOrd="2" destOrd="0" parTransId="{C3D41276-A264-4AEE-8468-4A6CB31FDBA9}" sibTransId="{5FD81558-A549-4341-8276-43A30894A949}"/>
    <dgm:cxn modelId="{294305BD-C3DD-433B-B08F-B45EAF661F72}" srcId="{F37F94B2-8C22-473D-8A10-B548AAB728EE}" destId="{3F11A7E6-3221-4D42-BC75-B003B8CFCC9F}" srcOrd="1" destOrd="0" parTransId="{F265E17B-F65A-4725-BE98-389704355D6F}" sibTransId="{B69E38FE-E4A2-4DDD-B54D-1DDA8080DE37}"/>
    <dgm:cxn modelId="{B05B6CC0-F756-45B8-B4D2-E90799586446}" type="presOf" srcId="{3F41F3CB-42BE-464F-B4A9-4826CC4E03AC}" destId="{68359240-AB09-4FFF-8B8F-34FBF26F2646}" srcOrd="0" destOrd="4" presId="urn:microsoft.com/office/officeart/2005/8/layout/vList5"/>
    <dgm:cxn modelId="{3E92DAD1-F137-4913-A9DA-2D7157BE3BD3}" srcId="{928E6FD9-48FE-4BF0-8166-EA4140D53C51}" destId="{93DA7DD1-59CA-4FA7-9011-655960C58EF5}" srcOrd="0" destOrd="0" parTransId="{4F9262B8-8BEB-4C84-8C69-55CAE5C160BB}" sibTransId="{73BC6AA8-22F4-41DB-B916-9FAEAE49A667}"/>
    <dgm:cxn modelId="{BB7E0DE5-5992-4C4A-8232-6B105893FC83}" type="presOf" srcId="{7346362F-2246-47E1-AAE8-196BAFA1CE41}" destId="{8DFE5EC8-2B52-4F06-A090-495E18A30596}" srcOrd="0" destOrd="0" presId="urn:microsoft.com/office/officeart/2005/8/layout/vList5"/>
    <dgm:cxn modelId="{4DE082E6-D8EE-4B24-ACE8-2EE1413213A6}" srcId="{DDF024E0-E807-4DF7-8A6C-AA9E1928B588}" destId="{928E6FD9-48FE-4BF0-8166-EA4140D53C51}" srcOrd="2" destOrd="0" parTransId="{B0452F1F-42E6-4CF8-92D9-92FAC06E8ED5}" sibTransId="{5388978D-8E34-480B-926A-1D70BA04C39D}"/>
    <dgm:cxn modelId="{C42D42ED-5CC6-4368-9996-67AB1BF9FC3B}" type="presOf" srcId="{84F3519B-B679-452F-82E4-2DC36C451AD3}" destId="{68359240-AB09-4FFF-8B8F-34FBF26F2646}" srcOrd="0" destOrd="2" presId="urn:microsoft.com/office/officeart/2005/8/layout/vList5"/>
    <dgm:cxn modelId="{66862AEE-B141-4A19-9482-A589D4B04A00}" srcId="{7346362F-2246-47E1-AAE8-196BAFA1CE41}" destId="{DBEDD4FE-9A4D-4E57-B8C6-FC5DC26A51EF}" srcOrd="3" destOrd="0" parTransId="{1611E8E0-692F-4601-884A-2788CEA2C582}" sibTransId="{F733E078-5AD1-4A7E-8BE4-41EE1A42847E}"/>
    <dgm:cxn modelId="{8EDBB2EF-3FDB-4028-BCE8-0FC0E26793BD}" type="presOf" srcId="{DBEDD4FE-9A4D-4E57-B8C6-FC5DC26A51EF}" destId="{68359240-AB09-4FFF-8B8F-34FBF26F2646}" srcOrd="0" destOrd="3" presId="urn:microsoft.com/office/officeart/2005/8/layout/vList5"/>
    <dgm:cxn modelId="{ECB750FB-325A-47A4-9F5D-5A3A299828FC}" type="presOf" srcId="{FFC4FE6D-846A-4980-8D11-045C6B5DE3B6}" destId="{68359240-AB09-4FFF-8B8F-34FBF26F2646}" srcOrd="0" destOrd="0" presId="urn:microsoft.com/office/officeart/2005/8/layout/vList5"/>
    <dgm:cxn modelId="{F50E75FD-6790-4689-874D-0E3EF94C0857}" type="presParOf" srcId="{9E2B5811-5044-4DD9-BEC8-A02311033B24}" destId="{A35F92E4-20F7-4D33-95B3-B9B25B119411}" srcOrd="0" destOrd="0" presId="urn:microsoft.com/office/officeart/2005/8/layout/vList5"/>
    <dgm:cxn modelId="{AD17640E-9FE3-419E-AF8A-EF6AA7F73E23}" type="presParOf" srcId="{A35F92E4-20F7-4D33-95B3-B9B25B119411}" destId="{42135CD7-59A9-48A6-B09F-3A6A66F3C8F9}" srcOrd="0" destOrd="0" presId="urn:microsoft.com/office/officeart/2005/8/layout/vList5"/>
    <dgm:cxn modelId="{F5B93FFA-315B-4EE0-A68C-417BEAFEE275}" type="presParOf" srcId="{A35F92E4-20F7-4D33-95B3-B9B25B119411}" destId="{FB0A5F0C-0379-4C50-B7D5-83150F5DE44C}" srcOrd="1" destOrd="0" presId="urn:microsoft.com/office/officeart/2005/8/layout/vList5"/>
    <dgm:cxn modelId="{B10E2253-CEC0-472E-91BB-6F37039AF481}" type="presParOf" srcId="{9E2B5811-5044-4DD9-BEC8-A02311033B24}" destId="{8747272A-5CD7-46C0-943E-13B330AD34BF}" srcOrd="1" destOrd="0" presId="urn:microsoft.com/office/officeart/2005/8/layout/vList5"/>
    <dgm:cxn modelId="{277E7128-1D6B-489A-991D-EEE88F5DD363}" type="presParOf" srcId="{9E2B5811-5044-4DD9-BEC8-A02311033B24}" destId="{7D001DD1-A671-4DE1-9FD4-3D1BB7ED92A7}" srcOrd="2" destOrd="0" presId="urn:microsoft.com/office/officeart/2005/8/layout/vList5"/>
    <dgm:cxn modelId="{DC572486-A9CF-4907-852B-265600EB6850}" type="presParOf" srcId="{7D001DD1-A671-4DE1-9FD4-3D1BB7ED92A7}" destId="{8DFE5EC8-2B52-4F06-A090-495E18A30596}" srcOrd="0" destOrd="0" presId="urn:microsoft.com/office/officeart/2005/8/layout/vList5"/>
    <dgm:cxn modelId="{218B6930-0F53-42C7-94F5-759001B5E82D}" type="presParOf" srcId="{7D001DD1-A671-4DE1-9FD4-3D1BB7ED92A7}" destId="{68359240-AB09-4FFF-8B8F-34FBF26F2646}" srcOrd="1" destOrd="0" presId="urn:microsoft.com/office/officeart/2005/8/layout/vList5"/>
    <dgm:cxn modelId="{F471E82F-B269-4E0A-A9E4-27014C914D88}" type="presParOf" srcId="{9E2B5811-5044-4DD9-BEC8-A02311033B24}" destId="{A84AFAF3-B3DE-4566-A305-199909874EFF}" srcOrd="3" destOrd="0" presId="urn:microsoft.com/office/officeart/2005/8/layout/vList5"/>
    <dgm:cxn modelId="{1187A1E7-C03F-4928-8974-602F3923AB1F}" type="presParOf" srcId="{9E2B5811-5044-4DD9-BEC8-A02311033B24}" destId="{EFFA25C1-BD2D-401F-A7B4-F5F47D07E6DE}" srcOrd="4" destOrd="0" presId="urn:microsoft.com/office/officeart/2005/8/layout/vList5"/>
    <dgm:cxn modelId="{FC02997D-27B2-4DB8-931B-4D633C81A6B8}" type="presParOf" srcId="{EFFA25C1-BD2D-401F-A7B4-F5F47D07E6DE}" destId="{DC622115-7187-47A1-9238-A309D148C208}" srcOrd="0" destOrd="0" presId="urn:microsoft.com/office/officeart/2005/8/layout/vList5"/>
    <dgm:cxn modelId="{C4244539-792B-4E86-807D-99BD825DC31A}" type="presParOf" srcId="{EFFA25C1-BD2D-401F-A7B4-F5F47D07E6DE}" destId="{6FF9C153-A6DF-48DA-AB42-1984E090D679}"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2EFB3F-9DB1-4717-BC65-E0F4ACAF79CA}">
      <dsp:nvSpPr>
        <dsp:cNvPr id="0" name=""/>
        <dsp:cNvSpPr/>
      </dsp:nvSpPr>
      <dsp:spPr>
        <a:xfrm>
          <a:off x="0" y="1456"/>
          <a:ext cx="9180000" cy="73833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B428B0-4870-48A3-837F-E83F69462BD6}">
      <dsp:nvSpPr>
        <dsp:cNvPr id="0" name=""/>
        <dsp:cNvSpPr/>
      </dsp:nvSpPr>
      <dsp:spPr>
        <a:xfrm>
          <a:off x="223346" y="167581"/>
          <a:ext cx="406083" cy="406083"/>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miter/>
        </a:ln>
        <a:effectLst/>
      </dsp:spPr>
      <dsp:style>
        <a:lnRef idx="2">
          <a:scrgbClr r="0" g="0" b="0"/>
        </a:lnRef>
        <a:fillRef idx="1">
          <a:scrgbClr r="0" g="0" b="0"/>
        </a:fillRef>
        <a:effectRef idx="0">
          <a:scrgbClr r="0" g="0" b="0"/>
        </a:effectRef>
        <a:fontRef idx="minor">
          <a:schemeClr val="lt1"/>
        </a:fontRef>
      </dsp:style>
    </dsp:sp>
    <dsp:sp modelId="{E080ACA8-0569-431B-B2B1-5CBF3FDC6EB6}">
      <dsp:nvSpPr>
        <dsp:cNvPr id="0" name=""/>
        <dsp:cNvSpPr/>
      </dsp:nvSpPr>
      <dsp:spPr>
        <a:xfrm>
          <a:off x="852775" y="1456"/>
          <a:ext cx="8327224" cy="7383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140" tIns="78140" rIns="78140" bIns="78140" numCol="1" spcCol="1270" anchor="ctr" anchorCtr="0">
          <a:noAutofit/>
        </a:bodyPr>
        <a:lstStyle/>
        <a:p>
          <a:pPr marL="0" lvl="0" indent="0" algn="l" defTabSz="800100">
            <a:lnSpc>
              <a:spcPct val="100000"/>
            </a:lnSpc>
            <a:spcBef>
              <a:spcPct val="0"/>
            </a:spcBef>
            <a:spcAft>
              <a:spcPct val="35000"/>
            </a:spcAft>
            <a:buNone/>
          </a:pPr>
          <a:r>
            <a:rPr lang="es-ES" sz="1800" b="0" i="0" kern="1200" dirty="0">
              <a:latin typeface="Book Antiqua" panose="02040602050305030304" pitchFamily="18" charset="0"/>
            </a:rPr>
            <a:t>Supone comprender la situación que se debe afrontar y evaluar las posibilidades que se tiene para resolverla:</a:t>
          </a:r>
          <a:endParaRPr lang="es-PE" sz="1800" kern="1200" dirty="0">
            <a:latin typeface="Book Antiqua" panose="02040602050305030304" pitchFamily="18" charset="0"/>
          </a:endParaRPr>
        </a:p>
      </dsp:txBody>
      <dsp:txXfrm>
        <a:off x="852775" y="1456"/>
        <a:ext cx="8327224" cy="738333"/>
      </dsp:txXfrm>
    </dsp:sp>
    <dsp:sp modelId="{3DE3029C-D7BB-43C1-805D-E163C0DD3282}">
      <dsp:nvSpPr>
        <dsp:cNvPr id="0" name=""/>
        <dsp:cNvSpPr/>
      </dsp:nvSpPr>
      <dsp:spPr>
        <a:xfrm>
          <a:off x="0" y="924374"/>
          <a:ext cx="9180000" cy="73833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1F592B-71A2-496A-8567-1118DB1A28F8}">
      <dsp:nvSpPr>
        <dsp:cNvPr id="0" name=""/>
        <dsp:cNvSpPr/>
      </dsp:nvSpPr>
      <dsp:spPr>
        <a:xfrm>
          <a:off x="223346" y="1090499"/>
          <a:ext cx="406083" cy="406083"/>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miter/>
        </a:ln>
        <a:effectLst/>
      </dsp:spPr>
      <dsp:style>
        <a:lnRef idx="2">
          <a:scrgbClr r="0" g="0" b="0"/>
        </a:lnRef>
        <a:fillRef idx="1">
          <a:scrgbClr r="0" g="0" b="0"/>
        </a:fillRef>
        <a:effectRef idx="0">
          <a:scrgbClr r="0" g="0" b="0"/>
        </a:effectRef>
        <a:fontRef idx="minor">
          <a:schemeClr val="lt1"/>
        </a:fontRef>
      </dsp:style>
    </dsp:sp>
    <dsp:sp modelId="{C89C9F94-9569-4476-ACD2-AD253DC03D9B}">
      <dsp:nvSpPr>
        <dsp:cNvPr id="0" name=""/>
        <dsp:cNvSpPr/>
      </dsp:nvSpPr>
      <dsp:spPr>
        <a:xfrm>
          <a:off x="852775" y="924374"/>
          <a:ext cx="8327224" cy="7383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140" tIns="78140" rIns="78140" bIns="78140" numCol="1" spcCol="1270" anchor="ctr" anchorCtr="0">
          <a:noAutofit/>
        </a:bodyPr>
        <a:lstStyle/>
        <a:p>
          <a:pPr marL="0" lvl="0" indent="0" algn="l" defTabSz="800100">
            <a:lnSpc>
              <a:spcPct val="100000"/>
            </a:lnSpc>
            <a:spcBef>
              <a:spcPct val="0"/>
            </a:spcBef>
            <a:spcAft>
              <a:spcPct val="35000"/>
            </a:spcAft>
            <a:buNone/>
          </a:pPr>
          <a:r>
            <a:rPr lang="es-ES" sz="1800" b="0" i="0" kern="1200" dirty="0">
              <a:latin typeface="Book Antiqua" panose="02040602050305030304" pitchFamily="18" charset="0"/>
            </a:rPr>
            <a:t>a) identificar los conocimientos y habilidades que uno posee o que están disponibles en el entorno </a:t>
          </a:r>
          <a:endParaRPr lang="es-PE" sz="1800" kern="1200" dirty="0">
            <a:latin typeface="Book Antiqua" panose="02040602050305030304" pitchFamily="18" charset="0"/>
          </a:endParaRPr>
        </a:p>
      </dsp:txBody>
      <dsp:txXfrm>
        <a:off x="852775" y="924374"/>
        <a:ext cx="8327224" cy="738333"/>
      </dsp:txXfrm>
    </dsp:sp>
    <dsp:sp modelId="{1332ECBE-E4DF-4855-A106-8153657CFDD3}">
      <dsp:nvSpPr>
        <dsp:cNvPr id="0" name=""/>
        <dsp:cNvSpPr/>
      </dsp:nvSpPr>
      <dsp:spPr>
        <a:xfrm>
          <a:off x="0" y="1847291"/>
          <a:ext cx="9180000" cy="73833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A163AB-B7E2-46A9-957F-B45B8A841404}">
      <dsp:nvSpPr>
        <dsp:cNvPr id="0" name=""/>
        <dsp:cNvSpPr/>
      </dsp:nvSpPr>
      <dsp:spPr>
        <a:xfrm>
          <a:off x="223346" y="2013416"/>
          <a:ext cx="406083" cy="406083"/>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miter/>
        </a:ln>
        <a:effectLst/>
      </dsp:spPr>
      <dsp:style>
        <a:lnRef idx="2">
          <a:scrgbClr r="0" g="0" b="0"/>
        </a:lnRef>
        <a:fillRef idx="1">
          <a:scrgbClr r="0" g="0" b="0"/>
        </a:fillRef>
        <a:effectRef idx="0">
          <a:scrgbClr r="0" g="0" b="0"/>
        </a:effectRef>
        <a:fontRef idx="minor">
          <a:schemeClr val="lt1"/>
        </a:fontRef>
      </dsp:style>
    </dsp:sp>
    <dsp:sp modelId="{FC050696-3E90-4CDB-9258-EF95719C810D}">
      <dsp:nvSpPr>
        <dsp:cNvPr id="0" name=""/>
        <dsp:cNvSpPr/>
      </dsp:nvSpPr>
      <dsp:spPr>
        <a:xfrm>
          <a:off x="852775" y="1847291"/>
          <a:ext cx="8327224" cy="7383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140" tIns="78140" rIns="78140" bIns="78140" numCol="1" spcCol="1270" anchor="ctr" anchorCtr="0">
          <a:noAutofit/>
        </a:bodyPr>
        <a:lstStyle/>
        <a:p>
          <a:pPr marL="0" lvl="0" indent="0" algn="l" defTabSz="800100">
            <a:lnSpc>
              <a:spcPct val="100000"/>
            </a:lnSpc>
            <a:spcBef>
              <a:spcPct val="0"/>
            </a:spcBef>
            <a:spcAft>
              <a:spcPct val="35000"/>
            </a:spcAft>
            <a:buNone/>
          </a:pPr>
          <a:r>
            <a:rPr lang="es-ES" sz="1800" b="0" i="0" kern="1200" dirty="0">
              <a:latin typeface="Book Antiqua" panose="02040602050305030304" pitchFamily="18" charset="0"/>
            </a:rPr>
            <a:t>b) analizar las combinaciones más pertinentes a la situación y al propósito, para luego tomar decisiones</a:t>
          </a:r>
          <a:endParaRPr lang="es-PE" sz="1800" kern="1200" dirty="0">
            <a:latin typeface="Book Antiqua" panose="02040602050305030304" pitchFamily="18" charset="0"/>
          </a:endParaRPr>
        </a:p>
      </dsp:txBody>
      <dsp:txXfrm>
        <a:off x="852775" y="1847291"/>
        <a:ext cx="8327224" cy="738333"/>
      </dsp:txXfrm>
    </dsp:sp>
    <dsp:sp modelId="{ADEF916F-A852-44C6-8753-B7D764138D1A}">
      <dsp:nvSpPr>
        <dsp:cNvPr id="0" name=""/>
        <dsp:cNvSpPr/>
      </dsp:nvSpPr>
      <dsp:spPr>
        <a:xfrm>
          <a:off x="0" y="2770209"/>
          <a:ext cx="9180000" cy="73833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D244F7-0237-4970-A7D4-4E269D1C7732}">
      <dsp:nvSpPr>
        <dsp:cNvPr id="0" name=""/>
        <dsp:cNvSpPr/>
      </dsp:nvSpPr>
      <dsp:spPr>
        <a:xfrm>
          <a:off x="223346" y="2936334"/>
          <a:ext cx="406083" cy="406083"/>
        </a:xfrm>
        <a:prstGeom prst="rect">
          <a:avLst/>
        </a:prstGeom>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miter/>
        </a:ln>
        <a:effectLst/>
      </dsp:spPr>
      <dsp:style>
        <a:lnRef idx="2">
          <a:scrgbClr r="0" g="0" b="0"/>
        </a:lnRef>
        <a:fillRef idx="1">
          <a:scrgbClr r="0" g="0" b="0"/>
        </a:fillRef>
        <a:effectRef idx="0">
          <a:scrgbClr r="0" g="0" b="0"/>
        </a:effectRef>
        <a:fontRef idx="minor">
          <a:schemeClr val="lt1"/>
        </a:fontRef>
      </dsp:style>
    </dsp:sp>
    <dsp:sp modelId="{DD759C3C-9F6B-4B37-BA9E-DA9FD75287DB}">
      <dsp:nvSpPr>
        <dsp:cNvPr id="0" name=""/>
        <dsp:cNvSpPr/>
      </dsp:nvSpPr>
      <dsp:spPr>
        <a:xfrm>
          <a:off x="852775" y="2770209"/>
          <a:ext cx="8327224" cy="7383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140" tIns="78140" rIns="78140" bIns="78140" numCol="1" spcCol="1270" anchor="ctr" anchorCtr="0">
          <a:noAutofit/>
        </a:bodyPr>
        <a:lstStyle/>
        <a:p>
          <a:pPr marL="0" lvl="0" indent="0" algn="l" defTabSz="800100">
            <a:lnSpc>
              <a:spcPct val="100000"/>
            </a:lnSpc>
            <a:spcBef>
              <a:spcPct val="0"/>
            </a:spcBef>
            <a:spcAft>
              <a:spcPct val="35000"/>
            </a:spcAft>
            <a:buNone/>
          </a:pPr>
          <a:r>
            <a:rPr lang="es-ES" sz="1800" b="0" i="0" kern="1200" dirty="0">
              <a:latin typeface="Book Antiqua" panose="02040602050305030304" pitchFamily="18" charset="0"/>
            </a:rPr>
            <a:t>c) ejecutar o poner en acción la combinación seleccionada. </a:t>
          </a:r>
          <a:endParaRPr lang="es-PE" sz="1800" kern="1200" dirty="0">
            <a:latin typeface="Book Antiqua" panose="02040602050305030304" pitchFamily="18" charset="0"/>
          </a:endParaRPr>
        </a:p>
      </dsp:txBody>
      <dsp:txXfrm>
        <a:off x="852775" y="2770209"/>
        <a:ext cx="8327224" cy="73833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3D9785-0105-4A90-94EA-382675F5D4B2}">
      <dsp:nvSpPr>
        <dsp:cNvPr id="0" name=""/>
        <dsp:cNvSpPr/>
      </dsp:nvSpPr>
      <dsp:spPr>
        <a:xfrm>
          <a:off x="396453" y="0"/>
          <a:ext cx="3783437" cy="3783437"/>
        </a:xfrm>
        <a:prstGeom prst="triangle">
          <a:avLst/>
        </a:prstGeom>
        <a:solidFill>
          <a:schemeClr val="accent5"/>
        </a:solidFill>
        <a:ln w="25400" cap="flat" cmpd="sng" algn="ctr">
          <a:solidFill>
            <a:schemeClr val="lt1">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sp>
    <dsp:sp modelId="{0D4F232C-575E-491B-947D-CED08C6314A4}">
      <dsp:nvSpPr>
        <dsp:cNvPr id="0" name=""/>
        <dsp:cNvSpPr/>
      </dsp:nvSpPr>
      <dsp:spPr>
        <a:xfrm>
          <a:off x="2292257" y="380375"/>
          <a:ext cx="2459234" cy="895610"/>
        </a:xfrm>
        <a:prstGeom prst="roundRect">
          <a:avLst/>
        </a:prstGeom>
        <a:solidFill>
          <a:schemeClr val="lt1">
            <a:alpha val="90000"/>
            <a:hueOff val="0"/>
            <a:satOff val="0"/>
            <a:lumOff val="0"/>
            <a:alphaOff val="0"/>
          </a:schemeClr>
        </a:solidFill>
        <a:ln w="25400" cap="flat" cmpd="sng" algn="ctr">
          <a:solidFill>
            <a:schemeClr val="bg1">
              <a:lumMod val="75000"/>
            </a:schemeClr>
          </a:solidFill>
          <a:prstDash val="solid"/>
          <a:miter/>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PE" sz="1400" b="1" kern="1200" dirty="0">
              <a:latin typeface="Book Antiqua" panose="02040602050305030304" pitchFamily="18" charset="0"/>
              <a:cs typeface="Arial" panose="020B0604020202020204" pitchFamily="34" charset="0"/>
            </a:rPr>
            <a:t>Ítems difíciles</a:t>
          </a:r>
          <a:r>
            <a:rPr lang="es-PE" sz="1400" kern="1200" dirty="0">
              <a:latin typeface="Book Antiqua" panose="02040602050305030304" pitchFamily="18" charset="0"/>
              <a:cs typeface="Arial" panose="020B0604020202020204" pitchFamily="34" charset="0"/>
            </a:rPr>
            <a:t> (respondidos por un porcentaje menor de postulantes).</a:t>
          </a:r>
          <a:r>
            <a:rPr lang="es-PE" sz="1400" b="1" kern="1200" dirty="0">
              <a:latin typeface="Book Antiqua" panose="02040602050305030304" pitchFamily="18" charset="0"/>
              <a:cs typeface="Arial" panose="020B0604020202020204" pitchFamily="34" charset="0"/>
            </a:rPr>
            <a:t> </a:t>
          </a:r>
          <a:endParaRPr lang="es-PE" sz="1400" kern="1200" dirty="0">
            <a:latin typeface="Book Antiqua" panose="02040602050305030304" pitchFamily="18" charset="0"/>
          </a:endParaRPr>
        </a:p>
      </dsp:txBody>
      <dsp:txXfrm>
        <a:off x="2335977" y="424095"/>
        <a:ext cx="2371794" cy="808170"/>
      </dsp:txXfrm>
    </dsp:sp>
    <dsp:sp modelId="{9ECD831F-6E5D-4647-ADF3-022031FF2727}">
      <dsp:nvSpPr>
        <dsp:cNvPr id="0" name=""/>
        <dsp:cNvSpPr/>
      </dsp:nvSpPr>
      <dsp:spPr>
        <a:xfrm>
          <a:off x="2292257" y="1387937"/>
          <a:ext cx="2459234" cy="895610"/>
        </a:xfrm>
        <a:prstGeom prst="roundRect">
          <a:avLst/>
        </a:prstGeom>
        <a:solidFill>
          <a:schemeClr val="lt1">
            <a:alpha val="90000"/>
            <a:hueOff val="0"/>
            <a:satOff val="0"/>
            <a:lumOff val="0"/>
            <a:alphaOff val="0"/>
          </a:schemeClr>
        </a:solidFill>
        <a:ln w="25400" cap="flat" cmpd="sng" algn="ctr">
          <a:solidFill>
            <a:schemeClr val="bg1">
              <a:lumMod val="75000"/>
            </a:schemeClr>
          </a:solidFill>
          <a:prstDash val="solid"/>
          <a:miter/>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PE" sz="1400" b="1" kern="1200" dirty="0">
              <a:latin typeface="Book Antiqua" panose="02040602050305030304" pitchFamily="18" charset="0"/>
              <a:cs typeface="Arial" panose="020B0604020202020204" pitchFamily="34" charset="0"/>
            </a:rPr>
            <a:t>Ítems intermedios </a:t>
          </a:r>
          <a:r>
            <a:rPr lang="es-PE" sz="1400" kern="1200" dirty="0">
              <a:latin typeface="Book Antiqua" panose="02040602050305030304" pitchFamily="18" charset="0"/>
              <a:cs typeface="Arial" panose="020B0604020202020204" pitchFamily="34" charset="0"/>
            </a:rPr>
            <a:t>(respondidos entre el </a:t>
          </a:r>
          <a:r>
            <a:rPr lang="es-PE" sz="1400" b="1" kern="1200" dirty="0">
              <a:latin typeface="Book Antiqua" panose="02040602050305030304" pitchFamily="18" charset="0"/>
              <a:cs typeface="Arial" panose="020B0604020202020204" pitchFamily="34" charset="0"/>
            </a:rPr>
            <a:t>30%</a:t>
          </a:r>
          <a:r>
            <a:rPr lang="es-PE" sz="1400" kern="1200" dirty="0">
              <a:latin typeface="Book Antiqua" panose="02040602050305030304" pitchFamily="18" charset="0"/>
              <a:cs typeface="Arial" panose="020B0604020202020204" pitchFamily="34" charset="0"/>
            </a:rPr>
            <a:t> y el </a:t>
          </a:r>
          <a:r>
            <a:rPr lang="es-PE" sz="1400" b="1" kern="1200" dirty="0">
              <a:latin typeface="Book Antiqua" panose="02040602050305030304" pitchFamily="18" charset="0"/>
              <a:cs typeface="Arial" panose="020B0604020202020204" pitchFamily="34" charset="0"/>
            </a:rPr>
            <a:t>70%</a:t>
          </a:r>
          <a:r>
            <a:rPr lang="es-PE" sz="1400" kern="1200" dirty="0">
              <a:latin typeface="Book Antiqua" panose="02040602050305030304" pitchFamily="18" charset="0"/>
              <a:cs typeface="Arial" panose="020B0604020202020204" pitchFamily="34" charset="0"/>
            </a:rPr>
            <a:t> de postulantes). </a:t>
          </a:r>
          <a:endParaRPr lang="es-PE" sz="1400" kern="1200" dirty="0">
            <a:latin typeface="Book Antiqua" panose="02040602050305030304" pitchFamily="18" charset="0"/>
          </a:endParaRPr>
        </a:p>
      </dsp:txBody>
      <dsp:txXfrm>
        <a:off x="2335977" y="1431657"/>
        <a:ext cx="2371794" cy="808170"/>
      </dsp:txXfrm>
    </dsp:sp>
    <dsp:sp modelId="{B2A453BA-5180-4FB9-AD70-D6D66B6C3AC3}">
      <dsp:nvSpPr>
        <dsp:cNvPr id="0" name=""/>
        <dsp:cNvSpPr/>
      </dsp:nvSpPr>
      <dsp:spPr>
        <a:xfrm>
          <a:off x="2292257" y="2395499"/>
          <a:ext cx="2459234" cy="895610"/>
        </a:xfrm>
        <a:prstGeom prst="roundRect">
          <a:avLst/>
        </a:prstGeom>
        <a:solidFill>
          <a:schemeClr val="lt1">
            <a:alpha val="90000"/>
            <a:hueOff val="0"/>
            <a:satOff val="0"/>
            <a:lumOff val="0"/>
            <a:alphaOff val="0"/>
          </a:schemeClr>
        </a:solidFill>
        <a:ln w="25400" cap="flat" cmpd="sng" algn="ctr">
          <a:solidFill>
            <a:schemeClr val="bg1">
              <a:lumMod val="75000"/>
            </a:schemeClr>
          </a:solidFill>
          <a:prstDash val="solid"/>
          <a:miter/>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PE" sz="1400" b="1" kern="1200" dirty="0">
              <a:latin typeface="Book Antiqua" panose="02040602050305030304" pitchFamily="18" charset="0"/>
              <a:cs typeface="Arial" panose="020B0604020202020204" pitchFamily="34" charset="0"/>
            </a:rPr>
            <a:t>Ítems fáciles </a:t>
          </a:r>
          <a:r>
            <a:rPr lang="es-PE" sz="1400" kern="1200" dirty="0">
              <a:latin typeface="Book Antiqua" panose="02040602050305030304" pitchFamily="18" charset="0"/>
              <a:cs typeface="Arial" panose="020B0604020202020204" pitchFamily="34" charset="0"/>
            </a:rPr>
            <a:t>(respondidos por la mayoría de postulantes).</a:t>
          </a:r>
          <a:endParaRPr lang="es-PE" sz="1400" kern="1200" dirty="0">
            <a:latin typeface="Book Antiqua" panose="02040602050305030304" pitchFamily="18" charset="0"/>
          </a:endParaRPr>
        </a:p>
      </dsp:txBody>
      <dsp:txXfrm>
        <a:off x="2335977" y="2439219"/>
        <a:ext cx="2371794" cy="80817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AB182B-81D7-41DE-BCEB-8D9CFD419912}">
      <dsp:nvSpPr>
        <dsp:cNvPr id="0" name=""/>
        <dsp:cNvSpPr/>
      </dsp:nvSpPr>
      <dsp:spPr>
        <a:xfrm>
          <a:off x="0" y="260343"/>
          <a:ext cx="8694539" cy="1444949"/>
        </a:xfrm>
        <a:prstGeom prst="round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MX" sz="2000" kern="1200" dirty="0">
              <a:latin typeface="Book Antiqua" panose="02040602050305030304" pitchFamily="18" charset="0"/>
            </a:rPr>
            <a:t>La graduación del nivel de dificultad, considerando los contenidos temáticos de las asignaturas, se encuentra en función del </a:t>
          </a:r>
          <a:r>
            <a:rPr lang="es-MX" sz="2000" kern="1200" dirty="0">
              <a:solidFill>
                <a:srgbClr val="C00000"/>
              </a:solidFill>
              <a:latin typeface="Book Antiqua" panose="02040602050305030304" pitchFamily="18" charset="0"/>
            </a:rPr>
            <a:t>grado de complejidad y/o cantidad de información y conocimientos</a:t>
          </a:r>
          <a:r>
            <a:rPr lang="es-MX" sz="2000" kern="1200" dirty="0">
              <a:latin typeface="Book Antiqua" panose="02040602050305030304" pitchFamily="18" charset="0"/>
            </a:rPr>
            <a:t> que el ítem exige que el estudiante disponga.  </a:t>
          </a:r>
          <a:endParaRPr lang="en-US" sz="2000" kern="1200" dirty="0">
            <a:latin typeface="Book Antiqua" panose="02040602050305030304" pitchFamily="18" charset="0"/>
          </a:endParaRPr>
        </a:p>
      </dsp:txBody>
      <dsp:txXfrm>
        <a:off x="70537" y="330880"/>
        <a:ext cx="8553465" cy="1303875"/>
      </dsp:txXfrm>
    </dsp:sp>
    <dsp:sp modelId="{D8834102-CB62-4E7C-B2FA-D312BBE3BDDB}">
      <dsp:nvSpPr>
        <dsp:cNvPr id="0" name=""/>
        <dsp:cNvSpPr/>
      </dsp:nvSpPr>
      <dsp:spPr>
        <a:xfrm>
          <a:off x="0" y="1892493"/>
          <a:ext cx="8694539" cy="1444949"/>
        </a:xfrm>
        <a:prstGeom prst="round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MX" sz="2000" kern="1200" dirty="0">
              <a:latin typeface="Book Antiqua" panose="02040602050305030304" pitchFamily="18" charset="0"/>
            </a:rPr>
            <a:t>Estos contenidos son los ofrecidos durante el desarrollo de </a:t>
          </a:r>
          <a:r>
            <a:rPr lang="es-MX" sz="2000" kern="1200" dirty="0">
              <a:solidFill>
                <a:srgbClr val="C00000"/>
              </a:solidFill>
              <a:latin typeface="Book Antiqua" panose="02040602050305030304" pitchFamily="18" charset="0"/>
            </a:rPr>
            <a:t>las asignaturas del currículo de Educación Básica Regular (EBR) </a:t>
          </a:r>
          <a:r>
            <a:rPr lang="es-MX" sz="2000" kern="1200" dirty="0">
              <a:latin typeface="Book Antiqua" panose="02040602050305030304" pitchFamily="18" charset="0"/>
            </a:rPr>
            <a:t>y son considerados como parte del aprendizaje disciplinar en el transcurso de su formación. </a:t>
          </a:r>
          <a:endParaRPr lang="en-US" sz="2000" kern="1200" dirty="0">
            <a:latin typeface="Book Antiqua" panose="02040602050305030304" pitchFamily="18" charset="0"/>
          </a:endParaRPr>
        </a:p>
      </dsp:txBody>
      <dsp:txXfrm>
        <a:off x="70537" y="1963030"/>
        <a:ext cx="8553465" cy="130387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AB182B-81D7-41DE-BCEB-8D9CFD419912}">
      <dsp:nvSpPr>
        <dsp:cNvPr id="0" name=""/>
        <dsp:cNvSpPr/>
      </dsp:nvSpPr>
      <dsp:spPr>
        <a:xfrm>
          <a:off x="0" y="527189"/>
          <a:ext cx="8694539" cy="1216800"/>
        </a:xfrm>
        <a:prstGeom prst="round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MX" sz="2400" kern="1200" dirty="0">
              <a:latin typeface="Book Antiqua" panose="02040602050305030304" pitchFamily="18" charset="0"/>
            </a:rPr>
            <a:t>A. Información</a:t>
          </a:r>
          <a:endParaRPr lang="en-US" sz="2400" kern="1200" dirty="0">
            <a:latin typeface="Book Antiqua" panose="02040602050305030304" pitchFamily="18" charset="0"/>
          </a:endParaRPr>
        </a:p>
      </dsp:txBody>
      <dsp:txXfrm>
        <a:off x="59399" y="586588"/>
        <a:ext cx="8575741" cy="1098002"/>
      </dsp:txXfrm>
    </dsp:sp>
    <dsp:sp modelId="{D8834102-CB62-4E7C-B2FA-D312BBE3BDDB}">
      <dsp:nvSpPr>
        <dsp:cNvPr id="0" name=""/>
        <dsp:cNvSpPr/>
      </dsp:nvSpPr>
      <dsp:spPr>
        <a:xfrm>
          <a:off x="0" y="1892493"/>
          <a:ext cx="8694539" cy="1216800"/>
        </a:xfrm>
        <a:prstGeom prst="round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MX" sz="2400" kern="1200" dirty="0">
              <a:latin typeface="Book Antiqua" panose="02040602050305030304" pitchFamily="18" charset="0"/>
            </a:rPr>
            <a:t>B. Conocimientos disciplinares</a:t>
          </a:r>
          <a:endParaRPr lang="en-US" sz="2400" kern="1200" dirty="0">
            <a:latin typeface="Book Antiqua" panose="02040602050305030304" pitchFamily="18" charset="0"/>
          </a:endParaRPr>
        </a:p>
      </dsp:txBody>
      <dsp:txXfrm>
        <a:off x="59399" y="1951892"/>
        <a:ext cx="8575741" cy="109800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0A5F0C-0379-4C50-B7D5-83150F5DE44C}">
      <dsp:nvSpPr>
        <dsp:cNvPr id="0" name=""/>
        <dsp:cNvSpPr/>
      </dsp:nvSpPr>
      <dsp:spPr>
        <a:xfrm rot="5400000">
          <a:off x="5392020" y="-2130298"/>
          <a:ext cx="1040531" cy="5564504"/>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rtl="0">
            <a:lnSpc>
              <a:spcPct val="90000"/>
            </a:lnSpc>
            <a:spcBef>
              <a:spcPct val="0"/>
            </a:spcBef>
            <a:spcAft>
              <a:spcPct val="15000"/>
            </a:spcAft>
            <a:buChar char="•"/>
          </a:pPr>
          <a:r>
            <a:rPr lang="es-MX" sz="1200" kern="1200" dirty="0">
              <a:latin typeface="Book Antiqua" panose="02040602050305030304" pitchFamily="18" charset="0"/>
            </a:rPr>
            <a:t>la información es necesaria, pero </a:t>
          </a:r>
          <a:r>
            <a:rPr lang="es-MX" sz="1200" b="1" kern="1200" dirty="0">
              <a:latin typeface="Book Antiqua" panose="02040602050305030304" pitchFamily="18" charset="0"/>
            </a:rPr>
            <a:t>insuficiente</a:t>
          </a:r>
          <a:r>
            <a:rPr lang="es-MX" sz="1200" kern="1200" dirty="0">
              <a:latin typeface="Book Antiqua" panose="02040602050305030304" pitchFamily="18" charset="0"/>
            </a:rPr>
            <a:t> para resolver los ítems. </a:t>
          </a:r>
          <a:endParaRPr lang="en-US" sz="1200" kern="1200" dirty="0">
            <a:latin typeface="Book Antiqua" panose="02040602050305030304" pitchFamily="18" charset="0"/>
          </a:endParaRPr>
        </a:p>
        <a:p>
          <a:pPr marL="114300" lvl="1" indent="-114300" algn="l" defTabSz="533400" rtl="0">
            <a:lnSpc>
              <a:spcPct val="90000"/>
            </a:lnSpc>
            <a:spcBef>
              <a:spcPct val="0"/>
            </a:spcBef>
            <a:spcAft>
              <a:spcPct val="15000"/>
            </a:spcAft>
            <a:buChar char="•"/>
          </a:pPr>
          <a:r>
            <a:rPr lang="es-MX" sz="1200" kern="1200" dirty="0">
              <a:latin typeface="Book Antiqua" panose="02040602050305030304" pitchFamily="18" charset="0"/>
            </a:rPr>
            <a:t>no puede ser la materia sobre la que se evalúa, debemos considerarla como insumo que permite plantear preguntas.</a:t>
          </a:r>
          <a:r>
            <a:rPr lang="es-MX" sz="900" kern="1200" dirty="0">
              <a:latin typeface="Book Antiqua" panose="02040602050305030304" pitchFamily="18" charset="0"/>
            </a:rPr>
            <a:t>  </a:t>
          </a:r>
          <a:endParaRPr lang="en-US" sz="900" kern="1200" dirty="0">
            <a:latin typeface="Book Antiqua" panose="02040602050305030304" pitchFamily="18" charset="0"/>
          </a:endParaRPr>
        </a:p>
      </dsp:txBody>
      <dsp:txXfrm rot="-5400000">
        <a:off x="3130034" y="182483"/>
        <a:ext cx="5513709" cy="938941"/>
      </dsp:txXfrm>
    </dsp:sp>
    <dsp:sp modelId="{42135CD7-59A9-48A6-B09F-3A6A66F3C8F9}">
      <dsp:nvSpPr>
        <dsp:cNvPr id="0" name=""/>
        <dsp:cNvSpPr/>
      </dsp:nvSpPr>
      <dsp:spPr>
        <a:xfrm>
          <a:off x="0" y="1621"/>
          <a:ext cx="3130034" cy="1300664"/>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rtl="0">
            <a:lnSpc>
              <a:spcPct val="90000"/>
            </a:lnSpc>
            <a:spcBef>
              <a:spcPct val="0"/>
            </a:spcBef>
            <a:spcAft>
              <a:spcPct val="35000"/>
            </a:spcAft>
            <a:buNone/>
          </a:pPr>
          <a:r>
            <a:rPr lang="es-MX" sz="1600" kern="1200" dirty="0">
              <a:latin typeface="Book Antiqua" panose="02040602050305030304" pitchFamily="18" charset="0"/>
            </a:rPr>
            <a:t>La información es insuficiente en el </a:t>
          </a:r>
          <a:r>
            <a:rPr lang="es-MX" sz="1600" i="1" kern="1200" dirty="0">
              <a:latin typeface="Book Antiqua" panose="02040602050305030304" pitchFamily="18" charset="0"/>
            </a:rPr>
            <a:t>enfoque por competencias</a:t>
          </a:r>
          <a:endParaRPr lang="en-US" sz="1600" i="1" kern="1200" dirty="0">
            <a:latin typeface="Book Antiqua" panose="02040602050305030304" pitchFamily="18" charset="0"/>
          </a:endParaRPr>
        </a:p>
      </dsp:txBody>
      <dsp:txXfrm>
        <a:off x="63493" y="65114"/>
        <a:ext cx="3003048" cy="1173678"/>
      </dsp:txXfrm>
    </dsp:sp>
    <dsp:sp modelId="{68359240-AB09-4FFF-8B8F-34FBF26F2646}">
      <dsp:nvSpPr>
        <dsp:cNvPr id="0" name=""/>
        <dsp:cNvSpPr/>
      </dsp:nvSpPr>
      <dsp:spPr>
        <a:xfrm rot="5400000">
          <a:off x="4973519" y="-479222"/>
          <a:ext cx="1865986" cy="5559070"/>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44500" rtl="0">
            <a:lnSpc>
              <a:spcPct val="90000"/>
            </a:lnSpc>
            <a:spcBef>
              <a:spcPct val="0"/>
            </a:spcBef>
            <a:spcAft>
              <a:spcPct val="15000"/>
            </a:spcAft>
            <a:buChar char="•"/>
          </a:pPr>
          <a:r>
            <a:rPr lang="es-MX" sz="1000" kern="1200" dirty="0">
              <a:latin typeface="Book Antiqua" panose="02040602050305030304" pitchFamily="18" charset="0"/>
            </a:rPr>
            <a:t> </a:t>
          </a:r>
          <a:r>
            <a:rPr lang="es-MX" sz="1200" kern="1200" dirty="0">
              <a:latin typeface="Book Antiqua" panose="02040602050305030304" pitchFamily="18" charset="0"/>
            </a:rPr>
            <a:t>Uso de </a:t>
          </a:r>
          <a:r>
            <a:rPr lang="es-MX" sz="1200" b="1" kern="1200" dirty="0">
              <a:latin typeface="Book Antiqua" panose="02040602050305030304" pitchFamily="18" charset="0"/>
            </a:rPr>
            <a:t>vocabulario disciplinar </a:t>
          </a:r>
          <a:r>
            <a:rPr lang="es-MX" sz="1200" kern="1200" dirty="0">
              <a:latin typeface="Book Antiqua" panose="02040602050305030304" pitchFamily="18" charset="0"/>
            </a:rPr>
            <a:t>que remite a un campo específico de la asignatura evaluada. </a:t>
          </a:r>
          <a:endParaRPr lang="en-US" sz="1200" kern="1200" dirty="0">
            <a:latin typeface="Book Antiqua" panose="02040602050305030304" pitchFamily="18" charset="0"/>
          </a:endParaRPr>
        </a:p>
        <a:p>
          <a:pPr marL="114300" lvl="1" indent="-114300" algn="l" defTabSz="533400" rtl="0">
            <a:lnSpc>
              <a:spcPct val="90000"/>
            </a:lnSpc>
            <a:spcBef>
              <a:spcPct val="0"/>
            </a:spcBef>
            <a:spcAft>
              <a:spcPct val="15000"/>
            </a:spcAft>
            <a:buChar char="•"/>
          </a:pPr>
          <a:r>
            <a:rPr lang="es-MX" sz="1200" kern="1200" dirty="0">
              <a:latin typeface="Book Antiqua" panose="02040602050305030304" pitchFamily="18" charset="0"/>
            </a:rPr>
            <a:t> Incorporación de contextos (</a:t>
          </a:r>
          <a:r>
            <a:rPr lang="es-MX" sz="1200" kern="1200" dirty="0" err="1">
              <a:latin typeface="Book Antiqua" panose="02040602050305030304" pitchFamily="18" charset="0"/>
            </a:rPr>
            <a:t>cotextos</a:t>
          </a:r>
          <a:r>
            <a:rPr lang="es-MX" sz="1200" kern="1200" dirty="0">
              <a:latin typeface="Book Antiqua" panose="02040602050305030304" pitchFamily="18" charset="0"/>
            </a:rPr>
            <a:t>).  </a:t>
          </a:r>
          <a:endParaRPr lang="en-US" sz="1200" kern="1200" dirty="0">
            <a:latin typeface="Book Antiqua" panose="02040602050305030304" pitchFamily="18" charset="0"/>
          </a:endParaRPr>
        </a:p>
        <a:p>
          <a:pPr marL="114300" lvl="1" indent="-114300" algn="l" defTabSz="533400" rtl="0">
            <a:lnSpc>
              <a:spcPct val="90000"/>
            </a:lnSpc>
            <a:spcBef>
              <a:spcPct val="0"/>
            </a:spcBef>
            <a:spcAft>
              <a:spcPct val="15000"/>
            </a:spcAft>
            <a:buChar char="•"/>
          </a:pPr>
          <a:r>
            <a:rPr lang="es-MX" sz="1200" b="1" kern="1200" dirty="0">
              <a:latin typeface="Book Antiqua" panose="02040602050305030304" pitchFamily="18" charset="0"/>
            </a:rPr>
            <a:t>Formulaciones implícitas </a:t>
          </a:r>
          <a:r>
            <a:rPr lang="es-MX" sz="1200" kern="1200" dirty="0">
              <a:latin typeface="Book Antiqua" panose="02040602050305030304" pitchFamily="18" charset="0"/>
            </a:rPr>
            <a:t>que adquieren sentido con el conocimiento de </a:t>
          </a:r>
          <a:r>
            <a:rPr lang="es-MX" sz="1200" b="1" kern="1200" dirty="0">
              <a:latin typeface="Book Antiqua" panose="02040602050305030304" pitchFamily="18" charset="0"/>
            </a:rPr>
            <a:t>vocabulario conceptual </a:t>
          </a:r>
          <a:r>
            <a:rPr lang="es-MX" sz="1200" kern="1200" dirty="0">
              <a:latin typeface="Book Antiqua" panose="02040602050305030304" pitchFamily="18" charset="0"/>
            </a:rPr>
            <a:t>complejo.  </a:t>
          </a:r>
          <a:endParaRPr lang="en-US" sz="1200" kern="1200" dirty="0">
            <a:latin typeface="Book Antiqua" panose="02040602050305030304" pitchFamily="18" charset="0"/>
          </a:endParaRPr>
        </a:p>
        <a:p>
          <a:pPr marL="114300" lvl="1" indent="-114300" algn="l" defTabSz="533400" rtl="0">
            <a:lnSpc>
              <a:spcPct val="90000"/>
            </a:lnSpc>
            <a:spcBef>
              <a:spcPct val="0"/>
            </a:spcBef>
            <a:spcAft>
              <a:spcPct val="15000"/>
            </a:spcAft>
            <a:buChar char="•"/>
          </a:pPr>
          <a:r>
            <a:rPr lang="es-MX" sz="1200" kern="1200" dirty="0">
              <a:latin typeface="Book Antiqua" panose="02040602050305030304" pitchFamily="18" charset="0"/>
            </a:rPr>
            <a:t>Los niveles de dificultad pueden estar en función de </a:t>
          </a:r>
          <a:endParaRPr lang="en-US" sz="1200" kern="1200" dirty="0">
            <a:latin typeface="Book Antiqua" panose="02040602050305030304" pitchFamily="18" charset="0"/>
          </a:endParaRPr>
        </a:p>
        <a:p>
          <a:pPr marL="228600" lvl="2" indent="-114300" algn="l" defTabSz="533400" rtl="0">
            <a:lnSpc>
              <a:spcPct val="90000"/>
            </a:lnSpc>
            <a:spcBef>
              <a:spcPct val="0"/>
            </a:spcBef>
            <a:spcAft>
              <a:spcPct val="15000"/>
            </a:spcAft>
            <a:buChar char="•"/>
          </a:pPr>
          <a:r>
            <a:rPr lang="es-MX" sz="1200" kern="1200" dirty="0">
              <a:latin typeface="Book Antiqua" panose="02040602050305030304" pitchFamily="18" charset="0"/>
            </a:rPr>
            <a:t>el </a:t>
          </a:r>
          <a:r>
            <a:rPr lang="es-MX" sz="1200" b="1" kern="1200" dirty="0">
              <a:latin typeface="Book Antiqua" panose="02040602050305030304" pitchFamily="18" charset="0"/>
            </a:rPr>
            <a:t>número</a:t>
          </a:r>
          <a:r>
            <a:rPr lang="es-MX" sz="1200" kern="1200" dirty="0">
              <a:latin typeface="Book Antiqua" panose="02040602050305030304" pitchFamily="18" charset="0"/>
            </a:rPr>
            <a:t> de formulaciones implícitas. </a:t>
          </a:r>
          <a:endParaRPr lang="en-US" sz="1200" kern="1200" dirty="0">
            <a:latin typeface="Book Antiqua" panose="02040602050305030304" pitchFamily="18" charset="0"/>
          </a:endParaRPr>
        </a:p>
        <a:p>
          <a:pPr marL="228600" lvl="2" indent="-114300" algn="l" defTabSz="533400" rtl="0">
            <a:lnSpc>
              <a:spcPct val="90000"/>
            </a:lnSpc>
            <a:spcBef>
              <a:spcPct val="0"/>
            </a:spcBef>
            <a:spcAft>
              <a:spcPct val="15000"/>
            </a:spcAft>
            <a:buChar char="•"/>
          </a:pPr>
          <a:r>
            <a:rPr lang="es-MX" sz="1200" kern="1200" dirty="0">
              <a:latin typeface="Book Antiqua" panose="02040602050305030304" pitchFamily="18" charset="0"/>
            </a:rPr>
            <a:t>la </a:t>
          </a:r>
          <a:r>
            <a:rPr lang="es-MX" sz="1200" b="1" kern="1200" dirty="0">
              <a:latin typeface="Book Antiqua" panose="02040602050305030304" pitchFamily="18" charset="0"/>
            </a:rPr>
            <a:t>complejidad</a:t>
          </a:r>
          <a:r>
            <a:rPr lang="es-MX" sz="1200" kern="1200" dirty="0">
              <a:latin typeface="Book Antiqua" panose="02040602050305030304" pitchFamily="18" charset="0"/>
            </a:rPr>
            <a:t> de los conceptos. </a:t>
          </a:r>
          <a:endParaRPr lang="en-US" sz="1200" kern="1200" dirty="0">
            <a:latin typeface="Book Antiqua" panose="02040602050305030304" pitchFamily="18" charset="0"/>
          </a:endParaRPr>
        </a:p>
      </dsp:txBody>
      <dsp:txXfrm rot="-5400000">
        <a:off x="3126977" y="1458410"/>
        <a:ext cx="5467980" cy="1683806"/>
      </dsp:txXfrm>
    </dsp:sp>
    <dsp:sp modelId="{8DFE5EC8-2B52-4F06-A090-495E18A30596}">
      <dsp:nvSpPr>
        <dsp:cNvPr id="0" name=""/>
        <dsp:cNvSpPr/>
      </dsp:nvSpPr>
      <dsp:spPr>
        <a:xfrm>
          <a:off x="0" y="1649980"/>
          <a:ext cx="3126977" cy="1300664"/>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rtl="0">
            <a:lnSpc>
              <a:spcPct val="90000"/>
            </a:lnSpc>
            <a:spcBef>
              <a:spcPct val="0"/>
            </a:spcBef>
            <a:spcAft>
              <a:spcPct val="35000"/>
            </a:spcAft>
            <a:buNone/>
          </a:pPr>
          <a:r>
            <a:rPr lang="es-MX" sz="1600" kern="1200" dirty="0">
              <a:latin typeface="Book Antiqua" panose="02040602050305030304" pitchFamily="18" charset="0"/>
            </a:rPr>
            <a:t>En función del conocimiento disciplinar se puede graduar el nivel de dificultad de los ítems por medio de </a:t>
          </a:r>
          <a:endParaRPr lang="en-US" sz="1600" kern="1200" dirty="0">
            <a:latin typeface="Book Antiqua" panose="02040602050305030304" pitchFamily="18" charset="0"/>
          </a:endParaRPr>
        </a:p>
      </dsp:txBody>
      <dsp:txXfrm>
        <a:off x="63493" y="1713473"/>
        <a:ext cx="2999991" cy="1173678"/>
      </dsp:txXfrm>
    </dsp:sp>
    <dsp:sp modelId="{6FF9C153-A6DF-48DA-AB42-1984E090D679}">
      <dsp:nvSpPr>
        <dsp:cNvPr id="0" name=""/>
        <dsp:cNvSpPr/>
      </dsp:nvSpPr>
      <dsp:spPr>
        <a:xfrm rot="5400000">
          <a:off x="5392020" y="1166418"/>
          <a:ext cx="1040531" cy="5564504"/>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rtl="0">
            <a:lnSpc>
              <a:spcPct val="90000"/>
            </a:lnSpc>
            <a:spcBef>
              <a:spcPct val="0"/>
            </a:spcBef>
            <a:spcAft>
              <a:spcPct val="15000"/>
            </a:spcAft>
            <a:buChar char="•"/>
          </a:pPr>
          <a:r>
            <a:rPr lang="es-MX" sz="1400" kern="1200" dirty="0">
              <a:latin typeface="Book Antiqua" panose="02040602050305030304" pitchFamily="18" charset="0"/>
            </a:rPr>
            <a:t>El estudiante para comprender la información planteada en ambas partes (enunciado y alternativas) debe tener conocimientos disciplinares.</a:t>
          </a:r>
          <a:endParaRPr lang="en-US" sz="1400" kern="1200" dirty="0">
            <a:latin typeface="Book Antiqua" panose="02040602050305030304" pitchFamily="18" charset="0"/>
          </a:endParaRPr>
        </a:p>
      </dsp:txBody>
      <dsp:txXfrm rot="-5400000">
        <a:off x="3130034" y="3479200"/>
        <a:ext cx="5513709" cy="938941"/>
      </dsp:txXfrm>
    </dsp:sp>
    <dsp:sp modelId="{DC622115-7187-47A1-9238-A309D148C208}">
      <dsp:nvSpPr>
        <dsp:cNvPr id="0" name=""/>
        <dsp:cNvSpPr/>
      </dsp:nvSpPr>
      <dsp:spPr>
        <a:xfrm>
          <a:off x="0" y="3298338"/>
          <a:ext cx="3130034" cy="1300664"/>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rtl="0">
            <a:lnSpc>
              <a:spcPct val="90000"/>
            </a:lnSpc>
            <a:spcBef>
              <a:spcPct val="0"/>
            </a:spcBef>
            <a:spcAft>
              <a:spcPct val="35000"/>
            </a:spcAft>
            <a:buNone/>
          </a:pPr>
          <a:r>
            <a:rPr lang="es-MX" sz="1600" kern="1200" dirty="0">
              <a:latin typeface="Book Antiqua" panose="02040602050305030304" pitchFamily="18" charset="0"/>
            </a:rPr>
            <a:t>Los contenidos temáticos que componen el ítem están presentes tanto en el enunciado como en las alternativas.</a:t>
          </a:r>
          <a:endParaRPr lang="en-US" sz="1600" kern="1200" dirty="0">
            <a:latin typeface="Book Antiqua" panose="02040602050305030304" pitchFamily="18" charset="0"/>
          </a:endParaRPr>
        </a:p>
      </dsp:txBody>
      <dsp:txXfrm>
        <a:off x="63493" y="3361831"/>
        <a:ext cx="3003048" cy="117367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D3C0C1E8-D345-4AF8-806D-60CF151527D3}" type="datetimeFigureOut">
              <a:rPr lang="es-PE" smtClean="0"/>
              <a:t>20/02/2026</a:t>
            </a:fld>
            <a:endParaRPr lang="es-PE"/>
          </a:p>
        </p:txBody>
      </p:sp>
      <p:sp>
        <p:nvSpPr>
          <p:cNvPr id="4" name="Marcador de imagen de diapositiva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E6E76B83-5FAB-4099-9103-53C315E03F7A}" type="slidenum">
              <a:rPr lang="es-PE" smtClean="0"/>
              <a:t>‹Nº›</a:t>
            </a:fld>
            <a:endParaRPr lang="es-PE"/>
          </a:p>
        </p:txBody>
      </p:sp>
    </p:spTree>
    <p:extLst>
      <p:ext uri="{BB962C8B-B14F-4D97-AF65-F5344CB8AC3E}">
        <p14:creationId xmlns:p14="http://schemas.microsoft.com/office/powerpoint/2010/main" val="649112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defTabSz="929305">
              <a:defRPr/>
            </a:pPr>
            <a:r>
              <a:rPr lang="es-ES" dirty="0"/>
              <a:t>Mientras más específica y rebuscada fuera una pregunta, era considerada como de mayor dificultad. Estas preguntas no medían, por sí mismas, ninguna destreza cognitiva, sino más bien el grado de erudición o el nivel de retención de información de los estudiantes. </a:t>
            </a:r>
          </a:p>
          <a:p>
            <a:pPr defTabSz="929305">
              <a:defRPr/>
            </a:pPr>
            <a:r>
              <a:rPr lang="es-ES" dirty="0"/>
              <a:t>Dado que el examen está dirigido a estudiantes con una educación basada en el currículo nacional de educación básica, lo que incluye una cantidad limitada de temas y una orientación hacia el modelo de competencias, este criterio de erudición no puede ser empleado para graduar la dificultad de las preguntas. </a:t>
            </a:r>
          </a:p>
          <a:p>
            <a:pPr defTabSz="929305">
              <a:defRPr/>
            </a:pPr>
            <a:r>
              <a:rPr lang="es-MX" dirty="0"/>
              <a:t>La capacidad o habilidad cognitiva que se evaluaba bajo este esquema era, sobre todo, el uso de la memoria a largo plazo y su capacidad de recordar el conocimiento o el dato preciso durante el ejercicio en la prueba.  </a:t>
            </a:r>
          </a:p>
          <a:p>
            <a:pPr defTabSz="929305">
              <a:defRPr/>
            </a:pPr>
            <a:endParaRPr lang="en-US" dirty="0"/>
          </a:p>
          <a:p>
            <a:pPr defTabSz="929305">
              <a:defRPr/>
            </a:pPr>
            <a:endParaRPr lang="en-US" dirty="0"/>
          </a:p>
          <a:p>
            <a:endParaRPr lang="en-US" dirty="0"/>
          </a:p>
        </p:txBody>
      </p:sp>
      <p:sp>
        <p:nvSpPr>
          <p:cNvPr id="4" name="Marcador de número de diapositiva 3"/>
          <p:cNvSpPr>
            <a:spLocks noGrp="1"/>
          </p:cNvSpPr>
          <p:nvPr>
            <p:ph type="sldNum" sz="quarter" idx="10"/>
          </p:nvPr>
        </p:nvSpPr>
        <p:spPr/>
        <p:txBody>
          <a:bodyPr/>
          <a:lstStyle/>
          <a:p>
            <a:fld id="{80C19698-97CA-416C-9F1C-1C598C82E8F4}" type="slidenum">
              <a:rPr lang="en-US" smtClean="0"/>
              <a:t>23</a:t>
            </a:fld>
            <a:endParaRPr lang="en-US"/>
          </a:p>
        </p:txBody>
      </p:sp>
    </p:spTree>
    <p:extLst>
      <p:ext uri="{BB962C8B-B14F-4D97-AF65-F5344CB8AC3E}">
        <p14:creationId xmlns:p14="http://schemas.microsoft.com/office/powerpoint/2010/main" val="21860313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11" name="PlaceHolder 2"/>
          <p:cNvSpPr>
            <a:spLocks noGrp="1"/>
          </p:cNvSpPr>
          <p:nvPr>
            <p:ph type="subTitle"/>
          </p:nvPr>
        </p:nvSpPr>
        <p:spPr>
          <a:xfrm>
            <a:off x="360000" y="1350000"/>
            <a:ext cx="9180000" cy="3510000"/>
          </a:xfrm>
          <a:prstGeom prst="rect">
            <a:avLst/>
          </a:prstGeom>
        </p:spPr>
        <p:txBody>
          <a:bodyPr lIns="0" tIns="0" rIns="0" bIns="0">
            <a:noAutofit/>
          </a:bodyPr>
          <a:lstStyle/>
          <a:p>
            <a:endParaRPr lang="es-PE" sz="2600" b="0" strike="noStrike" spc="-1">
              <a:solidFill>
                <a:srgbClr val="1C1C1C"/>
              </a:solidFill>
              <a:latin typeface="Source Sans Pro Ligh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13" name="PlaceHolder 2"/>
          <p:cNvSpPr>
            <a:spLocks noGrp="1"/>
          </p:cNvSpPr>
          <p:nvPr>
            <p:ph type="body"/>
          </p:nvPr>
        </p:nvSpPr>
        <p:spPr>
          <a:xfrm>
            <a:off x="360000" y="1350000"/>
            <a:ext cx="918000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15" name="PlaceHolder 2"/>
          <p:cNvSpPr>
            <a:spLocks noGrp="1"/>
          </p:cNvSpPr>
          <p:nvPr>
            <p:ph type="body"/>
          </p:nvPr>
        </p:nvSpPr>
        <p:spPr>
          <a:xfrm>
            <a:off x="36000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16" name="PlaceHolder 3"/>
          <p:cNvSpPr>
            <a:spLocks noGrp="1"/>
          </p:cNvSpPr>
          <p:nvPr>
            <p:ph type="body"/>
          </p:nvPr>
        </p:nvSpPr>
        <p:spPr>
          <a:xfrm>
            <a:off x="506376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7"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8" name="PlaceHolder 1"/>
          <p:cNvSpPr>
            <a:spLocks noGrp="1"/>
          </p:cNvSpPr>
          <p:nvPr>
            <p:ph type="subTitle"/>
          </p:nvPr>
        </p:nvSpPr>
        <p:spPr>
          <a:xfrm>
            <a:off x="360000" y="270000"/>
            <a:ext cx="9360000" cy="3338640"/>
          </a:xfrm>
          <a:prstGeom prst="rect">
            <a:avLst/>
          </a:prstGeom>
        </p:spPr>
        <p:txBody>
          <a:bodyPr lIns="0" tIns="0" rIns="0" bIns="0">
            <a:noAutofit/>
          </a:bodyPr>
          <a:lstStyle/>
          <a:p>
            <a:endParaRPr lang="es-PE" sz="2600" b="0" strike="noStrike" spc="-1">
              <a:solidFill>
                <a:srgbClr val="1C1C1C"/>
              </a:solidFill>
              <a:latin typeface="Source Sans Pro Light"/>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20" name="PlaceHolder 2"/>
          <p:cNvSpPr>
            <a:spLocks noGrp="1"/>
          </p:cNvSpPr>
          <p:nvPr>
            <p:ph type="body"/>
          </p:nvPr>
        </p:nvSpPr>
        <p:spPr>
          <a:xfrm>
            <a:off x="36000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1" name="PlaceHolder 3"/>
          <p:cNvSpPr>
            <a:spLocks noGrp="1"/>
          </p:cNvSpPr>
          <p:nvPr>
            <p:ph type="body"/>
          </p:nvPr>
        </p:nvSpPr>
        <p:spPr>
          <a:xfrm>
            <a:off x="506376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2" name="PlaceHolder 4"/>
          <p:cNvSpPr>
            <a:spLocks noGrp="1"/>
          </p:cNvSpPr>
          <p:nvPr>
            <p:ph type="body"/>
          </p:nvPr>
        </p:nvSpPr>
        <p:spPr>
          <a:xfrm>
            <a:off x="36000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24" name="PlaceHolder 2"/>
          <p:cNvSpPr>
            <a:spLocks noGrp="1"/>
          </p:cNvSpPr>
          <p:nvPr>
            <p:ph type="body"/>
          </p:nvPr>
        </p:nvSpPr>
        <p:spPr>
          <a:xfrm>
            <a:off x="36000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5" name="PlaceHolder 3"/>
          <p:cNvSpPr>
            <a:spLocks noGrp="1"/>
          </p:cNvSpPr>
          <p:nvPr>
            <p:ph type="body"/>
          </p:nvPr>
        </p:nvSpPr>
        <p:spPr>
          <a:xfrm>
            <a:off x="506376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6" name="PlaceHolder 4"/>
          <p:cNvSpPr>
            <a:spLocks noGrp="1"/>
          </p:cNvSpPr>
          <p:nvPr>
            <p:ph type="body"/>
          </p:nvPr>
        </p:nvSpPr>
        <p:spPr>
          <a:xfrm>
            <a:off x="506376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28" name="PlaceHolder 2"/>
          <p:cNvSpPr>
            <a:spLocks noGrp="1"/>
          </p:cNvSpPr>
          <p:nvPr>
            <p:ph type="body"/>
          </p:nvPr>
        </p:nvSpPr>
        <p:spPr>
          <a:xfrm>
            <a:off x="36000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9" name="PlaceHolder 3"/>
          <p:cNvSpPr>
            <a:spLocks noGrp="1"/>
          </p:cNvSpPr>
          <p:nvPr>
            <p:ph type="body"/>
          </p:nvPr>
        </p:nvSpPr>
        <p:spPr>
          <a:xfrm>
            <a:off x="506376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0" name="PlaceHolder 4"/>
          <p:cNvSpPr>
            <a:spLocks noGrp="1"/>
          </p:cNvSpPr>
          <p:nvPr>
            <p:ph type="body"/>
          </p:nvPr>
        </p:nvSpPr>
        <p:spPr>
          <a:xfrm>
            <a:off x="360000" y="3183480"/>
            <a:ext cx="91800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32" name="PlaceHolder 2"/>
          <p:cNvSpPr>
            <a:spLocks noGrp="1"/>
          </p:cNvSpPr>
          <p:nvPr>
            <p:ph type="body"/>
          </p:nvPr>
        </p:nvSpPr>
        <p:spPr>
          <a:xfrm>
            <a:off x="360000" y="1350000"/>
            <a:ext cx="91800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3" name="PlaceHolder 3"/>
          <p:cNvSpPr>
            <a:spLocks noGrp="1"/>
          </p:cNvSpPr>
          <p:nvPr>
            <p:ph type="body"/>
          </p:nvPr>
        </p:nvSpPr>
        <p:spPr>
          <a:xfrm>
            <a:off x="360000" y="3183480"/>
            <a:ext cx="91800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35" name="PlaceHolder 2"/>
          <p:cNvSpPr>
            <a:spLocks noGrp="1"/>
          </p:cNvSpPr>
          <p:nvPr>
            <p:ph type="body"/>
          </p:nvPr>
        </p:nvSpPr>
        <p:spPr>
          <a:xfrm>
            <a:off x="36000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6" name="PlaceHolder 3"/>
          <p:cNvSpPr>
            <a:spLocks noGrp="1"/>
          </p:cNvSpPr>
          <p:nvPr>
            <p:ph type="body"/>
          </p:nvPr>
        </p:nvSpPr>
        <p:spPr>
          <a:xfrm>
            <a:off x="506376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7" name="PlaceHolder 4"/>
          <p:cNvSpPr>
            <a:spLocks noGrp="1"/>
          </p:cNvSpPr>
          <p:nvPr>
            <p:ph type="body"/>
          </p:nvPr>
        </p:nvSpPr>
        <p:spPr>
          <a:xfrm>
            <a:off x="36000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8" name="PlaceHolder 5"/>
          <p:cNvSpPr>
            <a:spLocks noGrp="1"/>
          </p:cNvSpPr>
          <p:nvPr>
            <p:ph type="body"/>
          </p:nvPr>
        </p:nvSpPr>
        <p:spPr>
          <a:xfrm>
            <a:off x="506376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40" name="PlaceHolder 2"/>
          <p:cNvSpPr>
            <a:spLocks noGrp="1"/>
          </p:cNvSpPr>
          <p:nvPr>
            <p:ph type="body"/>
          </p:nvPr>
        </p:nvSpPr>
        <p:spPr>
          <a:xfrm>
            <a:off x="360000" y="135000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1" name="PlaceHolder 3"/>
          <p:cNvSpPr>
            <a:spLocks noGrp="1"/>
          </p:cNvSpPr>
          <p:nvPr>
            <p:ph type="body"/>
          </p:nvPr>
        </p:nvSpPr>
        <p:spPr>
          <a:xfrm>
            <a:off x="3463920" y="135000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2" name="PlaceHolder 4"/>
          <p:cNvSpPr>
            <a:spLocks noGrp="1"/>
          </p:cNvSpPr>
          <p:nvPr>
            <p:ph type="body"/>
          </p:nvPr>
        </p:nvSpPr>
        <p:spPr>
          <a:xfrm>
            <a:off x="6567480" y="135000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3" name="PlaceHolder 5"/>
          <p:cNvSpPr>
            <a:spLocks noGrp="1"/>
          </p:cNvSpPr>
          <p:nvPr>
            <p:ph type="body"/>
          </p:nvPr>
        </p:nvSpPr>
        <p:spPr>
          <a:xfrm>
            <a:off x="360000" y="318348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4" name="PlaceHolder 6"/>
          <p:cNvSpPr>
            <a:spLocks noGrp="1"/>
          </p:cNvSpPr>
          <p:nvPr>
            <p:ph type="body"/>
          </p:nvPr>
        </p:nvSpPr>
        <p:spPr>
          <a:xfrm>
            <a:off x="3463920" y="318348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5" name="PlaceHolder 7"/>
          <p:cNvSpPr>
            <a:spLocks noGrp="1"/>
          </p:cNvSpPr>
          <p:nvPr>
            <p:ph type="body"/>
          </p:nvPr>
        </p:nvSpPr>
        <p:spPr>
          <a:xfrm>
            <a:off x="6567480" y="318348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2"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53" name="PlaceHolder 2"/>
          <p:cNvSpPr>
            <a:spLocks noGrp="1"/>
          </p:cNvSpPr>
          <p:nvPr>
            <p:ph type="subTitle"/>
          </p:nvPr>
        </p:nvSpPr>
        <p:spPr>
          <a:xfrm>
            <a:off x="360000" y="1350000"/>
            <a:ext cx="9180000" cy="3510000"/>
          </a:xfrm>
          <a:prstGeom prst="rect">
            <a:avLst/>
          </a:prstGeom>
        </p:spPr>
        <p:txBody>
          <a:bodyPr lIns="0" tIns="0" rIns="0" bIns="0">
            <a:noAutofit/>
          </a:bodyPr>
          <a:lstStyle/>
          <a:p>
            <a:endParaRPr lang="es-PE" sz="2600" b="0" strike="noStrike" spc="-1">
              <a:solidFill>
                <a:srgbClr val="1C1C1C"/>
              </a:solidFill>
              <a:latin typeface="Source Sans Pro Light"/>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55" name="PlaceHolder 2"/>
          <p:cNvSpPr>
            <a:spLocks noGrp="1"/>
          </p:cNvSpPr>
          <p:nvPr>
            <p:ph type="body"/>
          </p:nvPr>
        </p:nvSpPr>
        <p:spPr>
          <a:xfrm>
            <a:off x="360000" y="1350000"/>
            <a:ext cx="918000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57" name="PlaceHolder 2"/>
          <p:cNvSpPr>
            <a:spLocks noGrp="1"/>
          </p:cNvSpPr>
          <p:nvPr>
            <p:ph type="body"/>
          </p:nvPr>
        </p:nvSpPr>
        <p:spPr>
          <a:xfrm>
            <a:off x="36000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58" name="PlaceHolder 3"/>
          <p:cNvSpPr>
            <a:spLocks noGrp="1"/>
          </p:cNvSpPr>
          <p:nvPr>
            <p:ph type="body"/>
          </p:nvPr>
        </p:nvSpPr>
        <p:spPr>
          <a:xfrm>
            <a:off x="506376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9"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60" name="PlaceHolder 1"/>
          <p:cNvSpPr>
            <a:spLocks noGrp="1"/>
          </p:cNvSpPr>
          <p:nvPr>
            <p:ph type="subTitle"/>
          </p:nvPr>
        </p:nvSpPr>
        <p:spPr>
          <a:xfrm>
            <a:off x="360000" y="270000"/>
            <a:ext cx="9360000" cy="3338640"/>
          </a:xfrm>
          <a:prstGeom prst="rect">
            <a:avLst/>
          </a:prstGeom>
        </p:spPr>
        <p:txBody>
          <a:bodyPr lIns="0" tIns="0" rIns="0" bIns="0">
            <a:noAutofit/>
          </a:bodyPr>
          <a:lstStyle/>
          <a:p>
            <a:endParaRPr lang="es-PE" sz="2600" b="0" strike="noStrike" spc="-1">
              <a:solidFill>
                <a:srgbClr val="1C1C1C"/>
              </a:solidFill>
              <a:latin typeface="Source Sans Pro Light"/>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62" name="PlaceHolder 2"/>
          <p:cNvSpPr>
            <a:spLocks noGrp="1"/>
          </p:cNvSpPr>
          <p:nvPr>
            <p:ph type="body"/>
          </p:nvPr>
        </p:nvSpPr>
        <p:spPr>
          <a:xfrm>
            <a:off x="36000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63" name="PlaceHolder 3"/>
          <p:cNvSpPr>
            <a:spLocks noGrp="1"/>
          </p:cNvSpPr>
          <p:nvPr>
            <p:ph type="body"/>
          </p:nvPr>
        </p:nvSpPr>
        <p:spPr>
          <a:xfrm>
            <a:off x="506376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64" name="PlaceHolder 4"/>
          <p:cNvSpPr>
            <a:spLocks noGrp="1"/>
          </p:cNvSpPr>
          <p:nvPr>
            <p:ph type="body"/>
          </p:nvPr>
        </p:nvSpPr>
        <p:spPr>
          <a:xfrm>
            <a:off x="36000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66" name="PlaceHolder 2"/>
          <p:cNvSpPr>
            <a:spLocks noGrp="1"/>
          </p:cNvSpPr>
          <p:nvPr>
            <p:ph type="body"/>
          </p:nvPr>
        </p:nvSpPr>
        <p:spPr>
          <a:xfrm>
            <a:off x="36000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67" name="PlaceHolder 3"/>
          <p:cNvSpPr>
            <a:spLocks noGrp="1"/>
          </p:cNvSpPr>
          <p:nvPr>
            <p:ph type="body"/>
          </p:nvPr>
        </p:nvSpPr>
        <p:spPr>
          <a:xfrm>
            <a:off x="506376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68" name="PlaceHolder 4"/>
          <p:cNvSpPr>
            <a:spLocks noGrp="1"/>
          </p:cNvSpPr>
          <p:nvPr>
            <p:ph type="body"/>
          </p:nvPr>
        </p:nvSpPr>
        <p:spPr>
          <a:xfrm>
            <a:off x="506376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70" name="PlaceHolder 2"/>
          <p:cNvSpPr>
            <a:spLocks noGrp="1"/>
          </p:cNvSpPr>
          <p:nvPr>
            <p:ph type="body"/>
          </p:nvPr>
        </p:nvSpPr>
        <p:spPr>
          <a:xfrm>
            <a:off x="36000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71" name="PlaceHolder 3"/>
          <p:cNvSpPr>
            <a:spLocks noGrp="1"/>
          </p:cNvSpPr>
          <p:nvPr>
            <p:ph type="body"/>
          </p:nvPr>
        </p:nvSpPr>
        <p:spPr>
          <a:xfrm>
            <a:off x="506376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72" name="PlaceHolder 4"/>
          <p:cNvSpPr>
            <a:spLocks noGrp="1"/>
          </p:cNvSpPr>
          <p:nvPr>
            <p:ph type="body"/>
          </p:nvPr>
        </p:nvSpPr>
        <p:spPr>
          <a:xfrm>
            <a:off x="360000" y="3183480"/>
            <a:ext cx="91800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74" name="PlaceHolder 2"/>
          <p:cNvSpPr>
            <a:spLocks noGrp="1"/>
          </p:cNvSpPr>
          <p:nvPr>
            <p:ph type="body"/>
          </p:nvPr>
        </p:nvSpPr>
        <p:spPr>
          <a:xfrm>
            <a:off x="360000" y="1350000"/>
            <a:ext cx="91800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75" name="PlaceHolder 3"/>
          <p:cNvSpPr>
            <a:spLocks noGrp="1"/>
          </p:cNvSpPr>
          <p:nvPr>
            <p:ph type="body"/>
          </p:nvPr>
        </p:nvSpPr>
        <p:spPr>
          <a:xfrm>
            <a:off x="360000" y="3183480"/>
            <a:ext cx="91800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77" name="PlaceHolder 2"/>
          <p:cNvSpPr>
            <a:spLocks noGrp="1"/>
          </p:cNvSpPr>
          <p:nvPr>
            <p:ph type="body"/>
          </p:nvPr>
        </p:nvSpPr>
        <p:spPr>
          <a:xfrm>
            <a:off x="36000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78" name="PlaceHolder 3"/>
          <p:cNvSpPr>
            <a:spLocks noGrp="1"/>
          </p:cNvSpPr>
          <p:nvPr>
            <p:ph type="body"/>
          </p:nvPr>
        </p:nvSpPr>
        <p:spPr>
          <a:xfrm>
            <a:off x="506376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79" name="PlaceHolder 4"/>
          <p:cNvSpPr>
            <a:spLocks noGrp="1"/>
          </p:cNvSpPr>
          <p:nvPr>
            <p:ph type="body"/>
          </p:nvPr>
        </p:nvSpPr>
        <p:spPr>
          <a:xfrm>
            <a:off x="36000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80" name="PlaceHolder 5"/>
          <p:cNvSpPr>
            <a:spLocks noGrp="1"/>
          </p:cNvSpPr>
          <p:nvPr>
            <p:ph type="body"/>
          </p:nvPr>
        </p:nvSpPr>
        <p:spPr>
          <a:xfrm>
            <a:off x="506376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1"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82" name="PlaceHolder 2"/>
          <p:cNvSpPr>
            <a:spLocks noGrp="1"/>
          </p:cNvSpPr>
          <p:nvPr>
            <p:ph type="body"/>
          </p:nvPr>
        </p:nvSpPr>
        <p:spPr>
          <a:xfrm>
            <a:off x="360000" y="135000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83" name="PlaceHolder 3"/>
          <p:cNvSpPr>
            <a:spLocks noGrp="1"/>
          </p:cNvSpPr>
          <p:nvPr>
            <p:ph type="body"/>
          </p:nvPr>
        </p:nvSpPr>
        <p:spPr>
          <a:xfrm>
            <a:off x="3463920" y="135000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84" name="PlaceHolder 4"/>
          <p:cNvSpPr>
            <a:spLocks noGrp="1"/>
          </p:cNvSpPr>
          <p:nvPr>
            <p:ph type="body"/>
          </p:nvPr>
        </p:nvSpPr>
        <p:spPr>
          <a:xfrm>
            <a:off x="6567480" y="135000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85" name="PlaceHolder 5"/>
          <p:cNvSpPr>
            <a:spLocks noGrp="1"/>
          </p:cNvSpPr>
          <p:nvPr>
            <p:ph type="body"/>
          </p:nvPr>
        </p:nvSpPr>
        <p:spPr>
          <a:xfrm>
            <a:off x="360000" y="318348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86" name="PlaceHolder 6"/>
          <p:cNvSpPr>
            <a:spLocks noGrp="1"/>
          </p:cNvSpPr>
          <p:nvPr>
            <p:ph type="body"/>
          </p:nvPr>
        </p:nvSpPr>
        <p:spPr>
          <a:xfrm>
            <a:off x="3463920" y="318348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87" name="PlaceHolder 7"/>
          <p:cNvSpPr>
            <a:spLocks noGrp="1"/>
          </p:cNvSpPr>
          <p:nvPr>
            <p:ph type="body"/>
          </p:nvPr>
        </p:nvSpPr>
        <p:spPr>
          <a:xfrm>
            <a:off x="6567480" y="318348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3189442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11" name="PlaceHolder 2"/>
          <p:cNvSpPr>
            <a:spLocks noGrp="1"/>
          </p:cNvSpPr>
          <p:nvPr>
            <p:ph type="subTitle"/>
          </p:nvPr>
        </p:nvSpPr>
        <p:spPr>
          <a:xfrm>
            <a:off x="360000" y="1350000"/>
            <a:ext cx="9180000" cy="3510000"/>
          </a:xfrm>
          <a:prstGeom prst="rect">
            <a:avLst/>
          </a:prstGeom>
        </p:spPr>
        <p:txBody>
          <a:bodyPr lIns="0" tIns="0" rIns="0" bIns="0">
            <a:noAutofit/>
          </a:bodyPr>
          <a:lstStyle/>
          <a:p>
            <a:endParaRPr lang="es-PE" sz="2600" b="0" strike="noStrike" spc="-1">
              <a:solidFill>
                <a:srgbClr val="1C1C1C"/>
              </a:solidFill>
              <a:latin typeface="Source Sans Pro Light"/>
            </a:endParaRPr>
          </a:p>
        </p:txBody>
      </p:sp>
    </p:spTree>
    <p:extLst>
      <p:ext uri="{BB962C8B-B14F-4D97-AF65-F5344CB8AC3E}">
        <p14:creationId xmlns:p14="http://schemas.microsoft.com/office/powerpoint/2010/main" val="207131617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13" name="PlaceHolder 2"/>
          <p:cNvSpPr>
            <a:spLocks noGrp="1"/>
          </p:cNvSpPr>
          <p:nvPr>
            <p:ph type="body"/>
          </p:nvPr>
        </p:nvSpPr>
        <p:spPr>
          <a:xfrm>
            <a:off x="360000" y="1350000"/>
            <a:ext cx="918000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49455180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15" name="PlaceHolder 2"/>
          <p:cNvSpPr>
            <a:spLocks noGrp="1"/>
          </p:cNvSpPr>
          <p:nvPr>
            <p:ph type="body"/>
          </p:nvPr>
        </p:nvSpPr>
        <p:spPr>
          <a:xfrm>
            <a:off x="36000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16" name="PlaceHolder 3"/>
          <p:cNvSpPr>
            <a:spLocks noGrp="1"/>
          </p:cNvSpPr>
          <p:nvPr>
            <p:ph type="body"/>
          </p:nvPr>
        </p:nvSpPr>
        <p:spPr>
          <a:xfrm>
            <a:off x="506376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2999349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7"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Tree>
    <p:extLst>
      <p:ext uri="{BB962C8B-B14F-4D97-AF65-F5344CB8AC3E}">
        <p14:creationId xmlns:p14="http://schemas.microsoft.com/office/powerpoint/2010/main" val="18745087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8" name="PlaceHolder 1"/>
          <p:cNvSpPr>
            <a:spLocks noGrp="1"/>
          </p:cNvSpPr>
          <p:nvPr>
            <p:ph type="subTitle"/>
          </p:nvPr>
        </p:nvSpPr>
        <p:spPr>
          <a:xfrm>
            <a:off x="360000" y="270000"/>
            <a:ext cx="9360000" cy="3338640"/>
          </a:xfrm>
          <a:prstGeom prst="rect">
            <a:avLst/>
          </a:prstGeom>
        </p:spPr>
        <p:txBody>
          <a:bodyPr lIns="0" tIns="0" rIns="0" bIns="0">
            <a:noAutofit/>
          </a:bodyPr>
          <a:lstStyle/>
          <a:p>
            <a:endParaRPr lang="es-PE" sz="2600" b="0" strike="noStrike" spc="-1">
              <a:solidFill>
                <a:srgbClr val="1C1C1C"/>
              </a:solidFill>
              <a:latin typeface="Source Sans Pro Light"/>
            </a:endParaRPr>
          </a:p>
        </p:txBody>
      </p:sp>
    </p:spTree>
    <p:extLst>
      <p:ext uri="{BB962C8B-B14F-4D97-AF65-F5344CB8AC3E}">
        <p14:creationId xmlns:p14="http://schemas.microsoft.com/office/powerpoint/2010/main" val="159198813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20" name="PlaceHolder 2"/>
          <p:cNvSpPr>
            <a:spLocks noGrp="1"/>
          </p:cNvSpPr>
          <p:nvPr>
            <p:ph type="body"/>
          </p:nvPr>
        </p:nvSpPr>
        <p:spPr>
          <a:xfrm>
            <a:off x="36000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1" name="PlaceHolder 3"/>
          <p:cNvSpPr>
            <a:spLocks noGrp="1"/>
          </p:cNvSpPr>
          <p:nvPr>
            <p:ph type="body"/>
          </p:nvPr>
        </p:nvSpPr>
        <p:spPr>
          <a:xfrm>
            <a:off x="506376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2" name="PlaceHolder 4"/>
          <p:cNvSpPr>
            <a:spLocks noGrp="1"/>
          </p:cNvSpPr>
          <p:nvPr>
            <p:ph type="body"/>
          </p:nvPr>
        </p:nvSpPr>
        <p:spPr>
          <a:xfrm>
            <a:off x="36000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272669393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24" name="PlaceHolder 2"/>
          <p:cNvSpPr>
            <a:spLocks noGrp="1"/>
          </p:cNvSpPr>
          <p:nvPr>
            <p:ph type="body"/>
          </p:nvPr>
        </p:nvSpPr>
        <p:spPr>
          <a:xfrm>
            <a:off x="36000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5" name="PlaceHolder 3"/>
          <p:cNvSpPr>
            <a:spLocks noGrp="1"/>
          </p:cNvSpPr>
          <p:nvPr>
            <p:ph type="body"/>
          </p:nvPr>
        </p:nvSpPr>
        <p:spPr>
          <a:xfrm>
            <a:off x="506376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6" name="PlaceHolder 4"/>
          <p:cNvSpPr>
            <a:spLocks noGrp="1"/>
          </p:cNvSpPr>
          <p:nvPr>
            <p:ph type="body"/>
          </p:nvPr>
        </p:nvSpPr>
        <p:spPr>
          <a:xfrm>
            <a:off x="506376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369658165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28" name="PlaceHolder 2"/>
          <p:cNvSpPr>
            <a:spLocks noGrp="1"/>
          </p:cNvSpPr>
          <p:nvPr>
            <p:ph type="body"/>
          </p:nvPr>
        </p:nvSpPr>
        <p:spPr>
          <a:xfrm>
            <a:off x="36000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9" name="PlaceHolder 3"/>
          <p:cNvSpPr>
            <a:spLocks noGrp="1"/>
          </p:cNvSpPr>
          <p:nvPr>
            <p:ph type="body"/>
          </p:nvPr>
        </p:nvSpPr>
        <p:spPr>
          <a:xfrm>
            <a:off x="506376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0" name="PlaceHolder 4"/>
          <p:cNvSpPr>
            <a:spLocks noGrp="1"/>
          </p:cNvSpPr>
          <p:nvPr>
            <p:ph type="body"/>
          </p:nvPr>
        </p:nvSpPr>
        <p:spPr>
          <a:xfrm>
            <a:off x="360000" y="3183480"/>
            <a:ext cx="91800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157253993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32" name="PlaceHolder 2"/>
          <p:cNvSpPr>
            <a:spLocks noGrp="1"/>
          </p:cNvSpPr>
          <p:nvPr>
            <p:ph type="body"/>
          </p:nvPr>
        </p:nvSpPr>
        <p:spPr>
          <a:xfrm>
            <a:off x="360000" y="1350000"/>
            <a:ext cx="91800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3" name="PlaceHolder 3"/>
          <p:cNvSpPr>
            <a:spLocks noGrp="1"/>
          </p:cNvSpPr>
          <p:nvPr>
            <p:ph type="body"/>
          </p:nvPr>
        </p:nvSpPr>
        <p:spPr>
          <a:xfrm>
            <a:off x="360000" y="3183480"/>
            <a:ext cx="91800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45250284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35" name="PlaceHolder 2"/>
          <p:cNvSpPr>
            <a:spLocks noGrp="1"/>
          </p:cNvSpPr>
          <p:nvPr>
            <p:ph type="body"/>
          </p:nvPr>
        </p:nvSpPr>
        <p:spPr>
          <a:xfrm>
            <a:off x="36000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6" name="PlaceHolder 3"/>
          <p:cNvSpPr>
            <a:spLocks noGrp="1"/>
          </p:cNvSpPr>
          <p:nvPr>
            <p:ph type="body"/>
          </p:nvPr>
        </p:nvSpPr>
        <p:spPr>
          <a:xfrm>
            <a:off x="506376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7" name="PlaceHolder 4"/>
          <p:cNvSpPr>
            <a:spLocks noGrp="1"/>
          </p:cNvSpPr>
          <p:nvPr>
            <p:ph type="body"/>
          </p:nvPr>
        </p:nvSpPr>
        <p:spPr>
          <a:xfrm>
            <a:off x="36000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8" name="PlaceHolder 5"/>
          <p:cNvSpPr>
            <a:spLocks noGrp="1"/>
          </p:cNvSpPr>
          <p:nvPr>
            <p:ph type="body"/>
          </p:nvPr>
        </p:nvSpPr>
        <p:spPr>
          <a:xfrm>
            <a:off x="506376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204645756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40" name="PlaceHolder 2"/>
          <p:cNvSpPr>
            <a:spLocks noGrp="1"/>
          </p:cNvSpPr>
          <p:nvPr>
            <p:ph type="body"/>
          </p:nvPr>
        </p:nvSpPr>
        <p:spPr>
          <a:xfrm>
            <a:off x="360000" y="135000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1" name="PlaceHolder 3"/>
          <p:cNvSpPr>
            <a:spLocks noGrp="1"/>
          </p:cNvSpPr>
          <p:nvPr>
            <p:ph type="body"/>
          </p:nvPr>
        </p:nvSpPr>
        <p:spPr>
          <a:xfrm>
            <a:off x="3463920" y="135000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2" name="PlaceHolder 4"/>
          <p:cNvSpPr>
            <a:spLocks noGrp="1"/>
          </p:cNvSpPr>
          <p:nvPr>
            <p:ph type="body"/>
          </p:nvPr>
        </p:nvSpPr>
        <p:spPr>
          <a:xfrm>
            <a:off x="6567480" y="135000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3" name="PlaceHolder 5"/>
          <p:cNvSpPr>
            <a:spLocks noGrp="1"/>
          </p:cNvSpPr>
          <p:nvPr>
            <p:ph type="body"/>
          </p:nvPr>
        </p:nvSpPr>
        <p:spPr>
          <a:xfrm>
            <a:off x="360000" y="318348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4" name="PlaceHolder 6"/>
          <p:cNvSpPr>
            <a:spLocks noGrp="1"/>
          </p:cNvSpPr>
          <p:nvPr>
            <p:ph type="body"/>
          </p:nvPr>
        </p:nvSpPr>
        <p:spPr>
          <a:xfrm>
            <a:off x="3463920" y="318348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5" name="PlaceHolder 7"/>
          <p:cNvSpPr>
            <a:spLocks noGrp="1"/>
          </p:cNvSpPr>
          <p:nvPr>
            <p:ph type="body"/>
          </p:nvPr>
        </p:nvSpPr>
        <p:spPr>
          <a:xfrm>
            <a:off x="6567480" y="318348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176259606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196" b="0"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898" b="0" i="0">
                <a:solidFill>
                  <a:srgbClr val="1C1C1C"/>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tint val="75000"/>
                </a:prstClr>
              </a:solidFill>
              <a:effectLst/>
              <a:uLnTx/>
              <a:uFillTx/>
              <a:latin typeface="Aria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800" b="0" i="0" u="none" strike="noStrike" kern="1200" cap="none" spc="0" normalizeH="0" baseline="0" noProof="0">
                <a:ln>
                  <a:noFill/>
                </a:ln>
                <a:solidFill>
                  <a:prstClr val="black">
                    <a:tint val="75000"/>
                  </a:prstClr>
                </a:solidFill>
                <a:effectLst/>
                <a:uLnTx/>
                <a:uFillTx/>
                <a:latin typeface="Arial"/>
              </a:rPr>
              <a:pPr marL="0" marR="0" lvl="0" indent="0" algn="l" defTabSz="914400" rtl="0" eaLnBrk="1" fontAlgn="auto" latinLnBrk="0" hangingPunct="1">
                <a:lnSpc>
                  <a:spcPct val="100000"/>
                </a:lnSpc>
                <a:spcBef>
                  <a:spcPts val="0"/>
                </a:spcBef>
                <a:spcAft>
                  <a:spcPts val="0"/>
                </a:spcAft>
                <a:buClrTx/>
                <a:buSzTx/>
                <a:buFontTx/>
                <a:buNone/>
                <a:tabLst/>
                <a:defRPr/>
              </a:pPr>
              <a:t>2/20/2026</a:t>
            </a:fld>
            <a:endParaRPr kumimoji="0" lang="en-US" sz="1800" b="0" i="0" u="none" strike="noStrike" kern="1200" cap="none" spc="0" normalizeH="0" baseline="0" noProof="0">
              <a:ln>
                <a:noFill/>
              </a:ln>
              <a:solidFill>
                <a:prstClr val="black">
                  <a:tint val="75000"/>
                </a:prstClr>
              </a:solidFill>
              <a:effectLst/>
              <a:uLnTx/>
              <a:uFillTx/>
              <a:latin typeface="Arial"/>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sz="1800" b="0" i="0" u="none" strike="noStrike" kern="1200" cap="none" spc="0" normalizeH="0" baseline="0" noProof="0">
                <a:ln>
                  <a:noFill/>
                </a:ln>
                <a:solidFill>
                  <a:prstClr val="black">
                    <a:tint val="75000"/>
                  </a:prstClr>
                </a:solidFill>
                <a:effectLst/>
                <a:uLnTx/>
                <a:uFillTx/>
                <a:latin typeface="Arial"/>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sz="1800" b="0" i="0" u="none" strike="noStrike" kern="1200" cap="none" spc="0" normalizeH="0" baseline="0" noProof="0">
              <a:ln>
                <a:noFill/>
              </a:ln>
              <a:solidFill>
                <a:prstClr val="black">
                  <a:tint val="75000"/>
                </a:prstClr>
              </a:solidFill>
              <a:effectLst/>
              <a:uLnTx/>
              <a:uFillTx/>
              <a:latin typeface="Arial"/>
            </a:endParaRPr>
          </a:p>
        </p:txBody>
      </p:sp>
    </p:spTree>
    <p:extLst>
      <p:ext uri="{BB962C8B-B14F-4D97-AF65-F5344CB8AC3E}">
        <p14:creationId xmlns:p14="http://schemas.microsoft.com/office/powerpoint/2010/main" val="104642876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2CFBA1-1AF1-4D30-BA94-01E0937082AF}"/>
              </a:ext>
            </a:extLst>
          </p:cNvPr>
          <p:cNvSpPr>
            <a:spLocks noGrp="1"/>
          </p:cNvSpPr>
          <p:nvPr>
            <p:ph type="title"/>
          </p:nvPr>
        </p:nvSpPr>
        <p:spPr>
          <a:xfrm>
            <a:off x="687793" y="1413700"/>
            <a:ext cx="8694539" cy="2358791"/>
          </a:xfrm>
        </p:spPr>
        <p:txBody>
          <a:bodyPr anchor="b"/>
          <a:lstStyle>
            <a:lvl1pPr>
              <a:defRPr sz="4961"/>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2DF1BBFE-BBFE-42C1-8C1A-9D95E083A5D5}"/>
              </a:ext>
            </a:extLst>
          </p:cNvPr>
          <p:cNvSpPr>
            <a:spLocks noGrp="1"/>
          </p:cNvSpPr>
          <p:nvPr>
            <p:ph type="body" idx="1"/>
          </p:nvPr>
        </p:nvSpPr>
        <p:spPr>
          <a:xfrm>
            <a:off x="687793" y="3794807"/>
            <a:ext cx="8694539" cy="1240432"/>
          </a:xfrm>
        </p:spPr>
        <p:txBody>
          <a:bodyPr/>
          <a:lstStyle>
            <a:lvl1pPr marL="0" indent="0">
              <a:buNone/>
              <a:defRPr sz="1984">
                <a:solidFill>
                  <a:schemeClr val="tx1">
                    <a:tint val="75000"/>
                  </a:schemeClr>
                </a:solidFill>
              </a:defRPr>
            </a:lvl1pPr>
            <a:lvl2pPr marL="378013" indent="0">
              <a:buNone/>
              <a:defRPr sz="1654">
                <a:solidFill>
                  <a:schemeClr val="tx1">
                    <a:tint val="75000"/>
                  </a:schemeClr>
                </a:solidFill>
              </a:defRPr>
            </a:lvl2pPr>
            <a:lvl3pPr marL="756026" indent="0">
              <a:buNone/>
              <a:defRPr sz="1488">
                <a:solidFill>
                  <a:schemeClr val="tx1">
                    <a:tint val="75000"/>
                  </a:schemeClr>
                </a:solidFill>
              </a:defRPr>
            </a:lvl3pPr>
            <a:lvl4pPr marL="1134039" indent="0">
              <a:buNone/>
              <a:defRPr sz="1323">
                <a:solidFill>
                  <a:schemeClr val="tx1">
                    <a:tint val="75000"/>
                  </a:schemeClr>
                </a:solidFill>
              </a:defRPr>
            </a:lvl4pPr>
            <a:lvl5pPr marL="1512052" indent="0">
              <a:buNone/>
              <a:defRPr sz="1323">
                <a:solidFill>
                  <a:schemeClr val="tx1">
                    <a:tint val="75000"/>
                  </a:schemeClr>
                </a:solidFill>
              </a:defRPr>
            </a:lvl5pPr>
            <a:lvl6pPr marL="1890065" indent="0">
              <a:buNone/>
              <a:defRPr sz="1323">
                <a:solidFill>
                  <a:schemeClr val="tx1">
                    <a:tint val="75000"/>
                  </a:schemeClr>
                </a:solidFill>
              </a:defRPr>
            </a:lvl6pPr>
            <a:lvl7pPr marL="2268078" indent="0">
              <a:buNone/>
              <a:defRPr sz="1323">
                <a:solidFill>
                  <a:schemeClr val="tx1">
                    <a:tint val="75000"/>
                  </a:schemeClr>
                </a:solidFill>
              </a:defRPr>
            </a:lvl7pPr>
            <a:lvl8pPr marL="2646091" indent="0">
              <a:buNone/>
              <a:defRPr sz="1323">
                <a:solidFill>
                  <a:schemeClr val="tx1">
                    <a:tint val="75000"/>
                  </a:schemeClr>
                </a:solidFill>
              </a:defRPr>
            </a:lvl8pPr>
            <a:lvl9pPr marL="3024104" indent="0">
              <a:buNone/>
              <a:defRPr sz="1323">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B46B41A-82A1-4A88-93CB-0DCB1F83B93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5913EFE-DD89-4199-84EC-1A2BF4298B83}" type="datetimeFigureOut">
              <a:rPr kumimoji="0" lang="es-PE" sz="1800" b="0" i="0" u="none" strike="noStrike" kern="1200" cap="none" spc="0" normalizeH="0" baseline="0" noProof="0" smtClean="0">
                <a:ln>
                  <a:noFill/>
                </a:ln>
                <a:solidFill>
                  <a:prstClr val="black"/>
                </a:solidFill>
                <a:effectLst/>
                <a:uLnTx/>
                <a:uFillTx/>
                <a:latin typeface="Arial"/>
              </a:rPr>
              <a:pPr marL="0" marR="0" lvl="0" indent="0" algn="l" defTabSz="914400" rtl="0" eaLnBrk="1" fontAlgn="auto" latinLnBrk="0" hangingPunct="1">
                <a:lnSpc>
                  <a:spcPct val="100000"/>
                </a:lnSpc>
                <a:spcBef>
                  <a:spcPts val="0"/>
                </a:spcBef>
                <a:spcAft>
                  <a:spcPts val="0"/>
                </a:spcAft>
                <a:buClrTx/>
                <a:buSzTx/>
                <a:buFontTx/>
                <a:buNone/>
                <a:tabLst/>
                <a:defRPr/>
              </a:pPr>
              <a:t>20/02/2026</a:t>
            </a:fld>
            <a:endParaRPr kumimoji="0" lang="es-PE" sz="1800" b="0" i="0" u="none" strike="noStrike" kern="1200" cap="none" spc="0" normalizeH="0" baseline="0" noProof="0">
              <a:ln>
                <a:noFill/>
              </a:ln>
              <a:solidFill>
                <a:prstClr val="black"/>
              </a:solidFill>
              <a:effectLst/>
              <a:uLnTx/>
              <a:uFillTx/>
              <a:latin typeface="Arial"/>
            </a:endParaRPr>
          </a:p>
        </p:txBody>
      </p:sp>
      <p:sp>
        <p:nvSpPr>
          <p:cNvPr id="5" name="Marcador de pie de página 4">
            <a:extLst>
              <a:ext uri="{FF2B5EF4-FFF2-40B4-BE49-F238E27FC236}">
                <a16:creationId xmlns:a16="http://schemas.microsoft.com/office/drawing/2014/main" id="{3D5BFE93-267E-4666-B8E6-7F6705317413}"/>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a:ln>
                <a:noFill/>
              </a:ln>
              <a:solidFill>
                <a:prstClr val="black"/>
              </a:solidFill>
              <a:effectLst/>
              <a:uLnTx/>
              <a:uFillTx/>
              <a:latin typeface="Arial"/>
            </a:endParaRPr>
          </a:p>
        </p:txBody>
      </p:sp>
      <p:sp>
        <p:nvSpPr>
          <p:cNvPr id="6" name="Marcador de número de diapositiva 5">
            <a:extLst>
              <a:ext uri="{FF2B5EF4-FFF2-40B4-BE49-F238E27FC236}">
                <a16:creationId xmlns:a16="http://schemas.microsoft.com/office/drawing/2014/main" id="{824B1F0C-9B71-4DDC-BB39-7A70AF79443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0B5DCBB-2774-4FBE-AD60-4B47EB5C5E69}" type="slidenum">
              <a:rPr kumimoji="0" lang="es-PE" sz="1800" b="0" i="0" u="none" strike="noStrike" kern="1200" cap="none" spc="0" normalizeH="0" baseline="0" noProof="0" smtClean="0">
                <a:ln>
                  <a:noFill/>
                </a:ln>
                <a:solidFill>
                  <a:prstClr val="black"/>
                </a:solidFill>
                <a:effectLst/>
                <a:uLnTx/>
                <a:uFillTx/>
                <a:latin typeface="Arial"/>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PE" sz="1800" b="0" i="0" u="none" strike="noStrike" kern="1200" cap="none" spc="0" normalizeH="0" baseline="0" noProof="0">
              <a:ln>
                <a:noFill/>
              </a:ln>
              <a:solidFill>
                <a:prstClr val="black"/>
              </a:solidFill>
              <a:effectLst/>
              <a:uLnTx/>
              <a:uFillTx/>
              <a:latin typeface="Arial"/>
            </a:endParaRPr>
          </a:p>
        </p:txBody>
      </p:sp>
    </p:spTree>
    <p:extLst>
      <p:ext uri="{BB962C8B-B14F-4D97-AF65-F5344CB8AC3E}">
        <p14:creationId xmlns:p14="http://schemas.microsoft.com/office/powerpoint/2010/main" val="235456603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7558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11" name="PlaceHolder 2"/>
          <p:cNvSpPr>
            <a:spLocks noGrp="1"/>
          </p:cNvSpPr>
          <p:nvPr>
            <p:ph type="subTitle"/>
          </p:nvPr>
        </p:nvSpPr>
        <p:spPr>
          <a:xfrm>
            <a:off x="360000" y="1350000"/>
            <a:ext cx="9180000" cy="3510000"/>
          </a:xfrm>
          <a:prstGeom prst="rect">
            <a:avLst/>
          </a:prstGeom>
        </p:spPr>
        <p:txBody>
          <a:bodyPr lIns="0" tIns="0" rIns="0" bIns="0">
            <a:noAutofit/>
          </a:bodyPr>
          <a:lstStyle/>
          <a:p>
            <a:endParaRPr lang="es-PE" sz="2600" b="0" strike="noStrike" spc="-1">
              <a:solidFill>
                <a:srgbClr val="1C1C1C"/>
              </a:solidFill>
              <a:latin typeface="Source Sans Pro Light"/>
            </a:endParaRPr>
          </a:p>
        </p:txBody>
      </p:sp>
    </p:spTree>
    <p:extLst>
      <p:ext uri="{BB962C8B-B14F-4D97-AF65-F5344CB8AC3E}">
        <p14:creationId xmlns:p14="http://schemas.microsoft.com/office/powerpoint/2010/main" val="399441037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13" name="PlaceHolder 2"/>
          <p:cNvSpPr>
            <a:spLocks noGrp="1"/>
          </p:cNvSpPr>
          <p:nvPr>
            <p:ph type="body"/>
          </p:nvPr>
        </p:nvSpPr>
        <p:spPr>
          <a:xfrm>
            <a:off x="360000" y="1350000"/>
            <a:ext cx="918000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419334740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15" name="PlaceHolder 2"/>
          <p:cNvSpPr>
            <a:spLocks noGrp="1"/>
          </p:cNvSpPr>
          <p:nvPr>
            <p:ph type="body"/>
          </p:nvPr>
        </p:nvSpPr>
        <p:spPr>
          <a:xfrm>
            <a:off x="36000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16" name="PlaceHolder 3"/>
          <p:cNvSpPr>
            <a:spLocks noGrp="1"/>
          </p:cNvSpPr>
          <p:nvPr>
            <p:ph type="body"/>
          </p:nvPr>
        </p:nvSpPr>
        <p:spPr>
          <a:xfrm>
            <a:off x="506376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171223100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7"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Tree>
    <p:extLst>
      <p:ext uri="{BB962C8B-B14F-4D97-AF65-F5344CB8AC3E}">
        <p14:creationId xmlns:p14="http://schemas.microsoft.com/office/powerpoint/2010/main" val="420698198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8" name="PlaceHolder 1"/>
          <p:cNvSpPr>
            <a:spLocks noGrp="1"/>
          </p:cNvSpPr>
          <p:nvPr>
            <p:ph type="subTitle"/>
          </p:nvPr>
        </p:nvSpPr>
        <p:spPr>
          <a:xfrm>
            <a:off x="360000" y="270000"/>
            <a:ext cx="9360000" cy="3338640"/>
          </a:xfrm>
          <a:prstGeom prst="rect">
            <a:avLst/>
          </a:prstGeom>
        </p:spPr>
        <p:txBody>
          <a:bodyPr lIns="0" tIns="0" rIns="0" bIns="0">
            <a:noAutofit/>
          </a:bodyPr>
          <a:lstStyle/>
          <a:p>
            <a:endParaRPr lang="es-PE" sz="2600" b="0" strike="noStrike" spc="-1">
              <a:solidFill>
                <a:srgbClr val="1C1C1C"/>
              </a:solidFill>
              <a:latin typeface="Source Sans Pro Light"/>
            </a:endParaRPr>
          </a:p>
        </p:txBody>
      </p:sp>
    </p:spTree>
    <p:extLst>
      <p:ext uri="{BB962C8B-B14F-4D97-AF65-F5344CB8AC3E}">
        <p14:creationId xmlns:p14="http://schemas.microsoft.com/office/powerpoint/2010/main" val="47218876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20" name="PlaceHolder 2"/>
          <p:cNvSpPr>
            <a:spLocks noGrp="1"/>
          </p:cNvSpPr>
          <p:nvPr>
            <p:ph type="body"/>
          </p:nvPr>
        </p:nvSpPr>
        <p:spPr>
          <a:xfrm>
            <a:off x="36000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1" name="PlaceHolder 3"/>
          <p:cNvSpPr>
            <a:spLocks noGrp="1"/>
          </p:cNvSpPr>
          <p:nvPr>
            <p:ph type="body"/>
          </p:nvPr>
        </p:nvSpPr>
        <p:spPr>
          <a:xfrm>
            <a:off x="506376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2" name="PlaceHolder 4"/>
          <p:cNvSpPr>
            <a:spLocks noGrp="1"/>
          </p:cNvSpPr>
          <p:nvPr>
            <p:ph type="body"/>
          </p:nvPr>
        </p:nvSpPr>
        <p:spPr>
          <a:xfrm>
            <a:off x="36000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218064970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24" name="PlaceHolder 2"/>
          <p:cNvSpPr>
            <a:spLocks noGrp="1"/>
          </p:cNvSpPr>
          <p:nvPr>
            <p:ph type="body"/>
          </p:nvPr>
        </p:nvSpPr>
        <p:spPr>
          <a:xfrm>
            <a:off x="36000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5" name="PlaceHolder 3"/>
          <p:cNvSpPr>
            <a:spLocks noGrp="1"/>
          </p:cNvSpPr>
          <p:nvPr>
            <p:ph type="body"/>
          </p:nvPr>
        </p:nvSpPr>
        <p:spPr>
          <a:xfrm>
            <a:off x="506376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6" name="PlaceHolder 4"/>
          <p:cNvSpPr>
            <a:spLocks noGrp="1"/>
          </p:cNvSpPr>
          <p:nvPr>
            <p:ph type="body"/>
          </p:nvPr>
        </p:nvSpPr>
        <p:spPr>
          <a:xfrm>
            <a:off x="506376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71049063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28" name="PlaceHolder 2"/>
          <p:cNvSpPr>
            <a:spLocks noGrp="1"/>
          </p:cNvSpPr>
          <p:nvPr>
            <p:ph type="body"/>
          </p:nvPr>
        </p:nvSpPr>
        <p:spPr>
          <a:xfrm>
            <a:off x="36000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9" name="PlaceHolder 3"/>
          <p:cNvSpPr>
            <a:spLocks noGrp="1"/>
          </p:cNvSpPr>
          <p:nvPr>
            <p:ph type="body"/>
          </p:nvPr>
        </p:nvSpPr>
        <p:spPr>
          <a:xfrm>
            <a:off x="506376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0" name="PlaceHolder 4"/>
          <p:cNvSpPr>
            <a:spLocks noGrp="1"/>
          </p:cNvSpPr>
          <p:nvPr>
            <p:ph type="body"/>
          </p:nvPr>
        </p:nvSpPr>
        <p:spPr>
          <a:xfrm>
            <a:off x="360000" y="3183480"/>
            <a:ext cx="91800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353339107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32" name="PlaceHolder 2"/>
          <p:cNvSpPr>
            <a:spLocks noGrp="1"/>
          </p:cNvSpPr>
          <p:nvPr>
            <p:ph type="body"/>
          </p:nvPr>
        </p:nvSpPr>
        <p:spPr>
          <a:xfrm>
            <a:off x="360000" y="1350000"/>
            <a:ext cx="91800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3" name="PlaceHolder 3"/>
          <p:cNvSpPr>
            <a:spLocks noGrp="1"/>
          </p:cNvSpPr>
          <p:nvPr>
            <p:ph type="body"/>
          </p:nvPr>
        </p:nvSpPr>
        <p:spPr>
          <a:xfrm>
            <a:off x="360000" y="3183480"/>
            <a:ext cx="91800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312593751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35" name="PlaceHolder 2"/>
          <p:cNvSpPr>
            <a:spLocks noGrp="1"/>
          </p:cNvSpPr>
          <p:nvPr>
            <p:ph type="body"/>
          </p:nvPr>
        </p:nvSpPr>
        <p:spPr>
          <a:xfrm>
            <a:off x="36000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6" name="PlaceHolder 3"/>
          <p:cNvSpPr>
            <a:spLocks noGrp="1"/>
          </p:cNvSpPr>
          <p:nvPr>
            <p:ph type="body"/>
          </p:nvPr>
        </p:nvSpPr>
        <p:spPr>
          <a:xfrm>
            <a:off x="506376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7" name="PlaceHolder 4"/>
          <p:cNvSpPr>
            <a:spLocks noGrp="1"/>
          </p:cNvSpPr>
          <p:nvPr>
            <p:ph type="body"/>
          </p:nvPr>
        </p:nvSpPr>
        <p:spPr>
          <a:xfrm>
            <a:off x="36000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8" name="PlaceHolder 5"/>
          <p:cNvSpPr>
            <a:spLocks noGrp="1"/>
          </p:cNvSpPr>
          <p:nvPr>
            <p:ph type="body"/>
          </p:nvPr>
        </p:nvSpPr>
        <p:spPr>
          <a:xfrm>
            <a:off x="506376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121266747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40" name="PlaceHolder 2"/>
          <p:cNvSpPr>
            <a:spLocks noGrp="1"/>
          </p:cNvSpPr>
          <p:nvPr>
            <p:ph type="body"/>
          </p:nvPr>
        </p:nvSpPr>
        <p:spPr>
          <a:xfrm>
            <a:off x="360000" y="135000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1" name="PlaceHolder 3"/>
          <p:cNvSpPr>
            <a:spLocks noGrp="1"/>
          </p:cNvSpPr>
          <p:nvPr>
            <p:ph type="body"/>
          </p:nvPr>
        </p:nvSpPr>
        <p:spPr>
          <a:xfrm>
            <a:off x="3463920" y="135000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2" name="PlaceHolder 4"/>
          <p:cNvSpPr>
            <a:spLocks noGrp="1"/>
          </p:cNvSpPr>
          <p:nvPr>
            <p:ph type="body"/>
          </p:nvPr>
        </p:nvSpPr>
        <p:spPr>
          <a:xfrm>
            <a:off x="6567480" y="135000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3" name="PlaceHolder 5"/>
          <p:cNvSpPr>
            <a:spLocks noGrp="1"/>
          </p:cNvSpPr>
          <p:nvPr>
            <p:ph type="body"/>
          </p:nvPr>
        </p:nvSpPr>
        <p:spPr>
          <a:xfrm>
            <a:off x="360000" y="318348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4" name="PlaceHolder 6"/>
          <p:cNvSpPr>
            <a:spLocks noGrp="1"/>
          </p:cNvSpPr>
          <p:nvPr>
            <p:ph type="body"/>
          </p:nvPr>
        </p:nvSpPr>
        <p:spPr>
          <a:xfrm>
            <a:off x="3463920" y="318348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5" name="PlaceHolder 7"/>
          <p:cNvSpPr>
            <a:spLocks noGrp="1"/>
          </p:cNvSpPr>
          <p:nvPr>
            <p:ph type="body"/>
          </p:nvPr>
        </p:nvSpPr>
        <p:spPr>
          <a:xfrm>
            <a:off x="6567480" y="318348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154220054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196" b="0"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898" b="0" i="0">
                <a:solidFill>
                  <a:srgbClr val="1C1C1C"/>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tint val="75000"/>
                </a:prstClr>
              </a:solidFill>
              <a:effectLst/>
              <a:uLnTx/>
              <a:uFillTx/>
              <a:latin typeface="Aria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800" b="0" i="0" u="none" strike="noStrike" kern="1200" cap="none" spc="0" normalizeH="0" baseline="0" noProof="0">
                <a:ln>
                  <a:noFill/>
                </a:ln>
                <a:solidFill>
                  <a:prstClr val="black">
                    <a:tint val="75000"/>
                  </a:prstClr>
                </a:solidFill>
                <a:effectLst/>
                <a:uLnTx/>
                <a:uFillTx/>
                <a:latin typeface="Arial"/>
              </a:rPr>
              <a:pPr marL="0" marR="0" lvl="0" indent="0" algn="l" defTabSz="914400" rtl="0" eaLnBrk="1" fontAlgn="auto" latinLnBrk="0" hangingPunct="1">
                <a:lnSpc>
                  <a:spcPct val="100000"/>
                </a:lnSpc>
                <a:spcBef>
                  <a:spcPts val="0"/>
                </a:spcBef>
                <a:spcAft>
                  <a:spcPts val="0"/>
                </a:spcAft>
                <a:buClrTx/>
                <a:buSzTx/>
                <a:buFontTx/>
                <a:buNone/>
                <a:tabLst/>
                <a:defRPr/>
              </a:pPr>
              <a:t>2/20/2026</a:t>
            </a:fld>
            <a:endParaRPr kumimoji="0" lang="en-US" sz="1800" b="0" i="0" u="none" strike="noStrike" kern="1200" cap="none" spc="0" normalizeH="0" baseline="0" noProof="0">
              <a:ln>
                <a:noFill/>
              </a:ln>
              <a:solidFill>
                <a:prstClr val="black">
                  <a:tint val="75000"/>
                </a:prstClr>
              </a:solidFill>
              <a:effectLst/>
              <a:uLnTx/>
              <a:uFillTx/>
              <a:latin typeface="Arial"/>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sz="1800" b="0" i="0" u="none" strike="noStrike" kern="1200" cap="none" spc="0" normalizeH="0" baseline="0" noProof="0">
                <a:ln>
                  <a:noFill/>
                </a:ln>
                <a:solidFill>
                  <a:prstClr val="black">
                    <a:tint val="75000"/>
                  </a:prstClr>
                </a:solidFill>
                <a:effectLst/>
                <a:uLnTx/>
                <a:uFillTx/>
                <a:latin typeface="Arial"/>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sz="1800" b="0" i="0" u="none" strike="noStrike" kern="1200" cap="none" spc="0" normalizeH="0" baseline="0" noProof="0">
              <a:ln>
                <a:noFill/>
              </a:ln>
              <a:solidFill>
                <a:prstClr val="black">
                  <a:tint val="75000"/>
                </a:prstClr>
              </a:solidFill>
              <a:effectLst/>
              <a:uLnTx/>
              <a:uFillTx/>
              <a:latin typeface="Arial"/>
            </a:endParaRPr>
          </a:p>
        </p:txBody>
      </p:sp>
    </p:spTree>
    <p:extLst>
      <p:ext uri="{BB962C8B-B14F-4D97-AF65-F5344CB8AC3E}">
        <p14:creationId xmlns:p14="http://schemas.microsoft.com/office/powerpoint/2010/main" val="26675927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2CFBA1-1AF1-4D30-BA94-01E0937082AF}"/>
              </a:ext>
            </a:extLst>
          </p:cNvPr>
          <p:cNvSpPr>
            <a:spLocks noGrp="1"/>
          </p:cNvSpPr>
          <p:nvPr>
            <p:ph type="title"/>
          </p:nvPr>
        </p:nvSpPr>
        <p:spPr>
          <a:xfrm>
            <a:off x="687793" y="1413700"/>
            <a:ext cx="8694539" cy="2358791"/>
          </a:xfrm>
        </p:spPr>
        <p:txBody>
          <a:bodyPr anchor="b"/>
          <a:lstStyle>
            <a:lvl1pPr>
              <a:defRPr sz="4961"/>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2DF1BBFE-BBFE-42C1-8C1A-9D95E083A5D5}"/>
              </a:ext>
            </a:extLst>
          </p:cNvPr>
          <p:cNvSpPr>
            <a:spLocks noGrp="1"/>
          </p:cNvSpPr>
          <p:nvPr>
            <p:ph type="body" idx="1"/>
          </p:nvPr>
        </p:nvSpPr>
        <p:spPr>
          <a:xfrm>
            <a:off x="687793" y="3794807"/>
            <a:ext cx="8694539" cy="1240432"/>
          </a:xfrm>
        </p:spPr>
        <p:txBody>
          <a:bodyPr/>
          <a:lstStyle>
            <a:lvl1pPr marL="0" indent="0">
              <a:buNone/>
              <a:defRPr sz="1984">
                <a:solidFill>
                  <a:schemeClr val="tx1">
                    <a:tint val="75000"/>
                  </a:schemeClr>
                </a:solidFill>
              </a:defRPr>
            </a:lvl1pPr>
            <a:lvl2pPr marL="378013" indent="0">
              <a:buNone/>
              <a:defRPr sz="1654">
                <a:solidFill>
                  <a:schemeClr val="tx1">
                    <a:tint val="75000"/>
                  </a:schemeClr>
                </a:solidFill>
              </a:defRPr>
            </a:lvl2pPr>
            <a:lvl3pPr marL="756026" indent="0">
              <a:buNone/>
              <a:defRPr sz="1488">
                <a:solidFill>
                  <a:schemeClr val="tx1">
                    <a:tint val="75000"/>
                  </a:schemeClr>
                </a:solidFill>
              </a:defRPr>
            </a:lvl3pPr>
            <a:lvl4pPr marL="1134039" indent="0">
              <a:buNone/>
              <a:defRPr sz="1323">
                <a:solidFill>
                  <a:schemeClr val="tx1">
                    <a:tint val="75000"/>
                  </a:schemeClr>
                </a:solidFill>
              </a:defRPr>
            </a:lvl4pPr>
            <a:lvl5pPr marL="1512052" indent="0">
              <a:buNone/>
              <a:defRPr sz="1323">
                <a:solidFill>
                  <a:schemeClr val="tx1">
                    <a:tint val="75000"/>
                  </a:schemeClr>
                </a:solidFill>
              </a:defRPr>
            </a:lvl5pPr>
            <a:lvl6pPr marL="1890065" indent="0">
              <a:buNone/>
              <a:defRPr sz="1323">
                <a:solidFill>
                  <a:schemeClr val="tx1">
                    <a:tint val="75000"/>
                  </a:schemeClr>
                </a:solidFill>
              </a:defRPr>
            </a:lvl6pPr>
            <a:lvl7pPr marL="2268078" indent="0">
              <a:buNone/>
              <a:defRPr sz="1323">
                <a:solidFill>
                  <a:schemeClr val="tx1">
                    <a:tint val="75000"/>
                  </a:schemeClr>
                </a:solidFill>
              </a:defRPr>
            </a:lvl7pPr>
            <a:lvl8pPr marL="2646091" indent="0">
              <a:buNone/>
              <a:defRPr sz="1323">
                <a:solidFill>
                  <a:schemeClr val="tx1">
                    <a:tint val="75000"/>
                  </a:schemeClr>
                </a:solidFill>
              </a:defRPr>
            </a:lvl8pPr>
            <a:lvl9pPr marL="3024104" indent="0">
              <a:buNone/>
              <a:defRPr sz="1323">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B46B41A-82A1-4A88-93CB-0DCB1F83B93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5913EFE-DD89-4199-84EC-1A2BF4298B83}" type="datetimeFigureOut">
              <a:rPr kumimoji="0" lang="es-PE" sz="1800" b="0" i="0" u="none" strike="noStrike" kern="1200" cap="none" spc="0" normalizeH="0" baseline="0" noProof="0" smtClean="0">
                <a:ln>
                  <a:noFill/>
                </a:ln>
                <a:solidFill>
                  <a:prstClr val="black"/>
                </a:solidFill>
                <a:effectLst/>
                <a:uLnTx/>
                <a:uFillTx/>
                <a:latin typeface="Arial"/>
              </a:rPr>
              <a:pPr marL="0" marR="0" lvl="0" indent="0" algn="l" defTabSz="914400" rtl="0" eaLnBrk="1" fontAlgn="auto" latinLnBrk="0" hangingPunct="1">
                <a:lnSpc>
                  <a:spcPct val="100000"/>
                </a:lnSpc>
                <a:spcBef>
                  <a:spcPts val="0"/>
                </a:spcBef>
                <a:spcAft>
                  <a:spcPts val="0"/>
                </a:spcAft>
                <a:buClrTx/>
                <a:buSzTx/>
                <a:buFontTx/>
                <a:buNone/>
                <a:tabLst/>
                <a:defRPr/>
              </a:pPr>
              <a:t>20/02/2026</a:t>
            </a:fld>
            <a:endParaRPr kumimoji="0" lang="es-PE" sz="1800" b="0" i="0" u="none" strike="noStrike" kern="1200" cap="none" spc="0" normalizeH="0" baseline="0" noProof="0">
              <a:ln>
                <a:noFill/>
              </a:ln>
              <a:solidFill>
                <a:prstClr val="black"/>
              </a:solidFill>
              <a:effectLst/>
              <a:uLnTx/>
              <a:uFillTx/>
              <a:latin typeface="Arial"/>
            </a:endParaRPr>
          </a:p>
        </p:txBody>
      </p:sp>
      <p:sp>
        <p:nvSpPr>
          <p:cNvPr id="5" name="Marcador de pie de página 4">
            <a:extLst>
              <a:ext uri="{FF2B5EF4-FFF2-40B4-BE49-F238E27FC236}">
                <a16:creationId xmlns:a16="http://schemas.microsoft.com/office/drawing/2014/main" id="{3D5BFE93-267E-4666-B8E6-7F6705317413}"/>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a:ln>
                <a:noFill/>
              </a:ln>
              <a:solidFill>
                <a:prstClr val="black"/>
              </a:solidFill>
              <a:effectLst/>
              <a:uLnTx/>
              <a:uFillTx/>
              <a:latin typeface="Arial"/>
            </a:endParaRPr>
          </a:p>
        </p:txBody>
      </p:sp>
      <p:sp>
        <p:nvSpPr>
          <p:cNvPr id="6" name="Marcador de número de diapositiva 5">
            <a:extLst>
              <a:ext uri="{FF2B5EF4-FFF2-40B4-BE49-F238E27FC236}">
                <a16:creationId xmlns:a16="http://schemas.microsoft.com/office/drawing/2014/main" id="{824B1F0C-9B71-4DDC-BB39-7A70AF79443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0B5DCBB-2774-4FBE-AD60-4B47EB5C5E69}" type="slidenum">
              <a:rPr kumimoji="0" lang="es-PE" sz="1800" b="0" i="0" u="none" strike="noStrike" kern="1200" cap="none" spc="0" normalizeH="0" baseline="0" noProof="0" smtClean="0">
                <a:ln>
                  <a:noFill/>
                </a:ln>
                <a:solidFill>
                  <a:prstClr val="black"/>
                </a:solidFill>
                <a:effectLst/>
                <a:uLnTx/>
                <a:uFillTx/>
                <a:latin typeface="Arial"/>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PE" sz="1800" b="0" i="0" u="none" strike="noStrike" kern="1200" cap="none" spc="0" normalizeH="0" baseline="0" noProof="0">
              <a:ln>
                <a:noFill/>
              </a:ln>
              <a:solidFill>
                <a:prstClr val="black"/>
              </a:solidFill>
              <a:effectLst/>
              <a:uLnTx/>
              <a:uFillTx/>
              <a:latin typeface="Arial"/>
            </a:endParaRPr>
          </a:p>
        </p:txBody>
      </p:sp>
    </p:spTree>
    <p:extLst>
      <p:ext uri="{BB962C8B-B14F-4D97-AF65-F5344CB8AC3E}">
        <p14:creationId xmlns:p14="http://schemas.microsoft.com/office/powerpoint/2010/main" val="350348157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694047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11" name="PlaceHolder 2"/>
          <p:cNvSpPr>
            <a:spLocks noGrp="1"/>
          </p:cNvSpPr>
          <p:nvPr>
            <p:ph type="subTitle"/>
          </p:nvPr>
        </p:nvSpPr>
        <p:spPr>
          <a:xfrm>
            <a:off x="360000" y="1350000"/>
            <a:ext cx="9180000" cy="3510000"/>
          </a:xfrm>
          <a:prstGeom prst="rect">
            <a:avLst/>
          </a:prstGeom>
        </p:spPr>
        <p:txBody>
          <a:bodyPr lIns="0" tIns="0" rIns="0" bIns="0">
            <a:noAutofit/>
          </a:bodyPr>
          <a:lstStyle/>
          <a:p>
            <a:endParaRPr lang="es-PE" sz="2600" b="0" strike="noStrike" spc="-1">
              <a:solidFill>
                <a:srgbClr val="1C1C1C"/>
              </a:solidFill>
              <a:latin typeface="Source Sans Pro Light"/>
            </a:endParaRPr>
          </a:p>
        </p:txBody>
      </p:sp>
    </p:spTree>
    <p:extLst>
      <p:ext uri="{BB962C8B-B14F-4D97-AF65-F5344CB8AC3E}">
        <p14:creationId xmlns:p14="http://schemas.microsoft.com/office/powerpoint/2010/main" val="299748637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13" name="PlaceHolder 2"/>
          <p:cNvSpPr>
            <a:spLocks noGrp="1"/>
          </p:cNvSpPr>
          <p:nvPr>
            <p:ph type="body"/>
          </p:nvPr>
        </p:nvSpPr>
        <p:spPr>
          <a:xfrm>
            <a:off x="360000" y="1350000"/>
            <a:ext cx="918000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316381330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15" name="PlaceHolder 2"/>
          <p:cNvSpPr>
            <a:spLocks noGrp="1"/>
          </p:cNvSpPr>
          <p:nvPr>
            <p:ph type="body"/>
          </p:nvPr>
        </p:nvSpPr>
        <p:spPr>
          <a:xfrm>
            <a:off x="36000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16" name="PlaceHolder 3"/>
          <p:cNvSpPr>
            <a:spLocks noGrp="1"/>
          </p:cNvSpPr>
          <p:nvPr>
            <p:ph type="body"/>
          </p:nvPr>
        </p:nvSpPr>
        <p:spPr>
          <a:xfrm>
            <a:off x="506376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160793236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7"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Tree>
    <p:extLst>
      <p:ext uri="{BB962C8B-B14F-4D97-AF65-F5344CB8AC3E}">
        <p14:creationId xmlns:p14="http://schemas.microsoft.com/office/powerpoint/2010/main" val="400160076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8" name="PlaceHolder 1"/>
          <p:cNvSpPr>
            <a:spLocks noGrp="1"/>
          </p:cNvSpPr>
          <p:nvPr>
            <p:ph type="subTitle"/>
          </p:nvPr>
        </p:nvSpPr>
        <p:spPr>
          <a:xfrm>
            <a:off x="360000" y="270000"/>
            <a:ext cx="9360000" cy="3338640"/>
          </a:xfrm>
          <a:prstGeom prst="rect">
            <a:avLst/>
          </a:prstGeom>
        </p:spPr>
        <p:txBody>
          <a:bodyPr lIns="0" tIns="0" rIns="0" bIns="0">
            <a:noAutofit/>
          </a:bodyPr>
          <a:lstStyle/>
          <a:p>
            <a:endParaRPr lang="es-PE" sz="2600" b="0" strike="noStrike" spc="-1">
              <a:solidFill>
                <a:srgbClr val="1C1C1C"/>
              </a:solidFill>
              <a:latin typeface="Source Sans Pro Light"/>
            </a:endParaRPr>
          </a:p>
        </p:txBody>
      </p:sp>
    </p:spTree>
    <p:extLst>
      <p:ext uri="{BB962C8B-B14F-4D97-AF65-F5344CB8AC3E}">
        <p14:creationId xmlns:p14="http://schemas.microsoft.com/office/powerpoint/2010/main" val="366625414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20" name="PlaceHolder 2"/>
          <p:cNvSpPr>
            <a:spLocks noGrp="1"/>
          </p:cNvSpPr>
          <p:nvPr>
            <p:ph type="body"/>
          </p:nvPr>
        </p:nvSpPr>
        <p:spPr>
          <a:xfrm>
            <a:off x="36000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1" name="PlaceHolder 3"/>
          <p:cNvSpPr>
            <a:spLocks noGrp="1"/>
          </p:cNvSpPr>
          <p:nvPr>
            <p:ph type="body"/>
          </p:nvPr>
        </p:nvSpPr>
        <p:spPr>
          <a:xfrm>
            <a:off x="506376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2" name="PlaceHolder 4"/>
          <p:cNvSpPr>
            <a:spLocks noGrp="1"/>
          </p:cNvSpPr>
          <p:nvPr>
            <p:ph type="body"/>
          </p:nvPr>
        </p:nvSpPr>
        <p:spPr>
          <a:xfrm>
            <a:off x="36000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196697540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24" name="PlaceHolder 2"/>
          <p:cNvSpPr>
            <a:spLocks noGrp="1"/>
          </p:cNvSpPr>
          <p:nvPr>
            <p:ph type="body"/>
          </p:nvPr>
        </p:nvSpPr>
        <p:spPr>
          <a:xfrm>
            <a:off x="36000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5" name="PlaceHolder 3"/>
          <p:cNvSpPr>
            <a:spLocks noGrp="1"/>
          </p:cNvSpPr>
          <p:nvPr>
            <p:ph type="body"/>
          </p:nvPr>
        </p:nvSpPr>
        <p:spPr>
          <a:xfrm>
            <a:off x="506376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6" name="PlaceHolder 4"/>
          <p:cNvSpPr>
            <a:spLocks noGrp="1"/>
          </p:cNvSpPr>
          <p:nvPr>
            <p:ph type="body"/>
          </p:nvPr>
        </p:nvSpPr>
        <p:spPr>
          <a:xfrm>
            <a:off x="506376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114590412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28" name="PlaceHolder 2"/>
          <p:cNvSpPr>
            <a:spLocks noGrp="1"/>
          </p:cNvSpPr>
          <p:nvPr>
            <p:ph type="body"/>
          </p:nvPr>
        </p:nvSpPr>
        <p:spPr>
          <a:xfrm>
            <a:off x="36000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9" name="PlaceHolder 3"/>
          <p:cNvSpPr>
            <a:spLocks noGrp="1"/>
          </p:cNvSpPr>
          <p:nvPr>
            <p:ph type="body"/>
          </p:nvPr>
        </p:nvSpPr>
        <p:spPr>
          <a:xfrm>
            <a:off x="506376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0" name="PlaceHolder 4"/>
          <p:cNvSpPr>
            <a:spLocks noGrp="1"/>
          </p:cNvSpPr>
          <p:nvPr>
            <p:ph type="body"/>
          </p:nvPr>
        </p:nvSpPr>
        <p:spPr>
          <a:xfrm>
            <a:off x="360000" y="3183480"/>
            <a:ext cx="91800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270829043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32" name="PlaceHolder 2"/>
          <p:cNvSpPr>
            <a:spLocks noGrp="1"/>
          </p:cNvSpPr>
          <p:nvPr>
            <p:ph type="body"/>
          </p:nvPr>
        </p:nvSpPr>
        <p:spPr>
          <a:xfrm>
            <a:off x="360000" y="1350000"/>
            <a:ext cx="91800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3" name="PlaceHolder 3"/>
          <p:cNvSpPr>
            <a:spLocks noGrp="1"/>
          </p:cNvSpPr>
          <p:nvPr>
            <p:ph type="body"/>
          </p:nvPr>
        </p:nvSpPr>
        <p:spPr>
          <a:xfrm>
            <a:off x="360000" y="3183480"/>
            <a:ext cx="91800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56612197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35" name="PlaceHolder 2"/>
          <p:cNvSpPr>
            <a:spLocks noGrp="1"/>
          </p:cNvSpPr>
          <p:nvPr>
            <p:ph type="body"/>
          </p:nvPr>
        </p:nvSpPr>
        <p:spPr>
          <a:xfrm>
            <a:off x="36000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6" name="PlaceHolder 3"/>
          <p:cNvSpPr>
            <a:spLocks noGrp="1"/>
          </p:cNvSpPr>
          <p:nvPr>
            <p:ph type="body"/>
          </p:nvPr>
        </p:nvSpPr>
        <p:spPr>
          <a:xfrm>
            <a:off x="506376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7" name="PlaceHolder 4"/>
          <p:cNvSpPr>
            <a:spLocks noGrp="1"/>
          </p:cNvSpPr>
          <p:nvPr>
            <p:ph type="body"/>
          </p:nvPr>
        </p:nvSpPr>
        <p:spPr>
          <a:xfrm>
            <a:off x="36000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8" name="PlaceHolder 5"/>
          <p:cNvSpPr>
            <a:spLocks noGrp="1"/>
          </p:cNvSpPr>
          <p:nvPr>
            <p:ph type="body"/>
          </p:nvPr>
        </p:nvSpPr>
        <p:spPr>
          <a:xfrm>
            <a:off x="506376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250319233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40" name="PlaceHolder 2"/>
          <p:cNvSpPr>
            <a:spLocks noGrp="1"/>
          </p:cNvSpPr>
          <p:nvPr>
            <p:ph type="body"/>
          </p:nvPr>
        </p:nvSpPr>
        <p:spPr>
          <a:xfrm>
            <a:off x="360000" y="135000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1" name="PlaceHolder 3"/>
          <p:cNvSpPr>
            <a:spLocks noGrp="1"/>
          </p:cNvSpPr>
          <p:nvPr>
            <p:ph type="body"/>
          </p:nvPr>
        </p:nvSpPr>
        <p:spPr>
          <a:xfrm>
            <a:off x="3463920" y="135000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2" name="PlaceHolder 4"/>
          <p:cNvSpPr>
            <a:spLocks noGrp="1"/>
          </p:cNvSpPr>
          <p:nvPr>
            <p:ph type="body"/>
          </p:nvPr>
        </p:nvSpPr>
        <p:spPr>
          <a:xfrm>
            <a:off x="6567480" y="135000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3" name="PlaceHolder 5"/>
          <p:cNvSpPr>
            <a:spLocks noGrp="1"/>
          </p:cNvSpPr>
          <p:nvPr>
            <p:ph type="body"/>
          </p:nvPr>
        </p:nvSpPr>
        <p:spPr>
          <a:xfrm>
            <a:off x="360000" y="318348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4" name="PlaceHolder 6"/>
          <p:cNvSpPr>
            <a:spLocks noGrp="1"/>
          </p:cNvSpPr>
          <p:nvPr>
            <p:ph type="body"/>
          </p:nvPr>
        </p:nvSpPr>
        <p:spPr>
          <a:xfrm>
            <a:off x="3463920" y="318348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5" name="PlaceHolder 7"/>
          <p:cNvSpPr>
            <a:spLocks noGrp="1"/>
          </p:cNvSpPr>
          <p:nvPr>
            <p:ph type="body"/>
          </p:nvPr>
        </p:nvSpPr>
        <p:spPr>
          <a:xfrm>
            <a:off x="6567480" y="318348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105339918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196" b="0"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898" b="0" i="0">
                <a:solidFill>
                  <a:srgbClr val="1C1C1C"/>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tint val="75000"/>
                </a:prstClr>
              </a:solidFill>
              <a:effectLst/>
              <a:uLnTx/>
              <a:uFillTx/>
              <a:latin typeface="Aria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800" b="0" i="0" u="none" strike="noStrike" kern="1200" cap="none" spc="0" normalizeH="0" baseline="0" noProof="0">
                <a:ln>
                  <a:noFill/>
                </a:ln>
                <a:solidFill>
                  <a:prstClr val="black">
                    <a:tint val="75000"/>
                  </a:prstClr>
                </a:solidFill>
                <a:effectLst/>
                <a:uLnTx/>
                <a:uFillTx/>
                <a:latin typeface="Arial"/>
              </a:rPr>
              <a:pPr marL="0" marR="0" lvl="0" indent="0" algn="l" defTabSz="914400" rtl="0" eaLnBrk="1" fontAlgn="auto" latinLnBrk="0" hangingPunct="1">
                <a:lnSpc>
                  <a:spcPct val="100000"/>
                </a:lnSpc>
                <a:spcBef>
                  <a:spcPts val="0"/>
                </a:spcBef>
                <a:spcAft>
                  <a:spcPts val="0"/>
                </a:spcAft>
                <a:buClrTx/>
                <a:buSzTx/>
                <a:buFontTx/>
                <a:buNone/>
                <a:tabLst/>
                <a:defRPr/>
              </a:pPr>
              <a:t>2/20/2026</a:t>
            </a:fld>
            <a:endParaRPr kumimoji="0" lang="en-US" sz="1800" b="0" i="0" u="none" strike="noStrike" kern="1200" cap="none" spc="0" normalizeH="0" baseline="0" noProof="0">
              <a:ln>
                <a:noFill/>
              </a:ln>
              <a:solidFill>
                <a:prstClr val="black">
                  <a:tint val="75000"/>
                </a:prstClr>
              </a:solidFill>
              <a:effectLst/>
              <a:uLnTx/>
              <a:uFillTx/>
              <a:latin typeface="Arial"/>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sz="1800" b="0" i="0" u="none" strike="noStrike" kern="1200" cap="none" spc="0" normalizeH="0" baseline="0" noProof="0">
                <a:ln>
                  <a:noFill/>
                </a:ln>
                <a:solidFill>
                  <a:prstClr val="black">
                    <a:tint val="75000"/>
                  </a:prstClr>
                </a:solidFill>
                <a:effectLst/>
                <a:uLnTx/>
                <a:uFillTx/>
                <a:latin typeface="Arial"/>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sz="1800" b="0" i="0" u="none" strike="noStrike" kern="1200" cap="none" spc="0" normalizeH="0" baseline="0" noProof="0">
              <a:ln>
                <a:noFill/>
              </a:ln>
              <a:solidFill>
                <a:prstClr val="black">
                  <a:tint val="75000"/>
                </a:prstClr>
              </a:solidFill>
              <a:effectLst/>
              <a:uLnTx/>
              <a:uFillTx/>
              <a:latin typeface="Arial"/>
            </a:endParaRPr>
          </a:p>
        </p:txBody>
      </p:sp>
    </p:spTree>
    <p:extLst>
      <p:ext uri="{BB962C8B-B14F-4D97-AF65-F5344CB8AC3E}">
        <p14:creationId xmlns:p14="http://schemas.microsoft.com/office/powerpoint/2010/main" val="141333612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secHead">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2CFBA1-1AF1-4D30-BA94-01E0937082AF}"/>
              </a:ext>
            </a:extLst>
          </p:cNvPr>
          <p:cNvSpPr>
            <a:spLocks noGrp="1"/>
          </p:cNvSpPr>
          <p:nvPr>
            <p:ph type="title"/>
          </p:nvPr>
        </p:nvSpPr>
        <p:spPr>
          <a:xfrm>
            <a:off x="687793" y="1413700"/>
            <a:ext cx="8694539" cy="2358791"/>
          </a:xfrm>
        </p:spPr>
        <p:txBody>
          <a:bodyPr anchor="b"/>
          <a:lstStyle>
            <a:lvl1pPr>
              <a:defRPr sz="4961"/>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2DF1BBFE-BBFE-42C1-8C1A-9D95E083A5D5}"/>
              </a:ext>
            </a:extLst>
          </p:cNvPr>
          <p:cNvSpPr>
            <a:spLocks noGrp="1"/>
          </p:cNvSpPr>
          <p:nvPr>
            <p:ph type="body" idx="1"/>
          </p:nvPr>
        </p:nvSpPr>
        <p:spPr>
          <a:xfrm>
            <a:off x="687793" y="3794807"/>
            <a:ext cx="8694539" cy="1240432"/>
          </a:xfrm>
        </p:spPr>
        <p:txBody>
          <a:bodyPr/>
          <a:lstStyle>
            <a:lvl1pPr marL="0" indent="0">
              <a:buNone/>
              <a:defRPr sz="1984">
                <a:solidFill>
                  <a:schemeClr val="tx1">
                    <a:tint val="75000"/>
                  </a:schemeClr>
                </a:solidFill>
              </a:defRPr>
            </a:lvl1pPr>
            <a:lvl2pPr marL="378013" indent="0">
              <a:buNone/>
              <a:defRPr sz="1654">
                <a:solidFill>
                  <a:schemeClr val="tx1">
                    <a:tint val="75000"/>
                  </a:schemeClr>
                </a:solidFill>
              </a:defRPr>
            </a:lvl2pPr>
            <a:lvl3pPr marL="756026" indent="0">
              <a:buNone/>
              <a:defRPr sz="1488">
                <a:solidFill>
                  <a:schemeClr val="tx1">
                    <a:tint val="75000"/>
                  </a:schemeClr>
                </a:solidFill>
              </a:defRPr>
            </a:lvl3pPr>
            <a:lvl4pPr marL="1134039" indent="0">
              <a:buNone/>
              <a:defRPr sz="1323">
                <a:solidFill>
                  <a:schemeClr val="tx1">
                    <a:tint val="75000"/>
                  </a:schemeClr>
                </a:solidFill>
              </a:defRPr>
            </a:lvl4pPr>
            <a:lvl5pPr marL="1512052" indent="0">
              <a:buNone/>
              <a:defRPr sz="1323">
                <a:solidFill>
                  <a:schemeClr val="tx1">
                    <a:tint val="75000"/>
                  </a:schemeClr>
                </a:solidFill>
              </a:defRPr>
            </a:lvl5pPr>
            <a:lvl6pPr marL="1890065" indent="0">
              <a:buNone/>
              <a:defRPr sz="1323">
                <a:solidFill>
                  <a:schemeClr val="tx1">
                    <a:tint val="75000"/>
                  </a:schemeClr>
                </a:solidFill>
              </a:defRPr>
            </a:lvl6pPr>
            <a:lvl7pPr marL="2268078" indent="0">
              <a:buNone/>
              <a:defRPr sz="1323">
                <a:solidFill>
                  <a:schemeClr val="tx1">
                    <a:tint val="75000"/>
                  </a:schemeClr>
                </a:solidFill>
              </a:defRPr>
            </a:lvl7pPr>
            <a:lvl8pPr marL="2646091" indent="0">
              <a:buNone/>
              <a:defRPr sz="1323">
                <a:solidFill>
                  <a:schemeClr val="tx1">
                    <a:tint val="75000"/>
                  </a:schemeClr>
                </a:solidFill>
              </a:defRPr>
            </a:lvl8pPr>
            <a:lvl9pPr marL="3024104" indent="0">
              <a:buNone/>
              <a:defRPr sz="1323">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B46B41A-82A1-4A88-93CB-0DCB1F83B93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5913EFE-DD89-4199-84EC-1A2BF4298B83}" type="datetimeFigureOut">
              <a:rPr kumimoji="0" lang="es-PE" sz="1800" b="0" i="0" u="none" strike="noStrike" kern="1200" cap="none" spc="0" normalizeH="0" baseline="0" noProof="0" smtClean="0">
                <a:ln>
                  <a:noFill/>
                </a:ln>
                <a:solidFill>
                  <a:prstClr val="black"/>
                </a:solidFill>
                <a:effectLst/>
                <a:uLnTx/>
                <a:uFillTx/>
                <a:latin typeface="Arial"/>
              </a:rPr>
              <a:pPr marL="0" marR="0" lvl="0" indent="0" algn="l" defTabSz="914400" rtl="0" eaLnBrk="1" fontAlgn="auto" latinLnBrk="0" hangingPunct="1">
                <a:lnSpc>
                  <a:spcPct val="100000"/>
                </a:lnSpc>
                <a:spcBef>
                  <a:spcPts val="0"/>
                </a:spcBef>
                <a:spcAft>
                  <a:spcPts val="0"/>
                </a:spcAft>
                <a:buClrTx/>
                <a:buSzTx/>
                <a:buFontTx/>
                <a:buNone/>
                <a:tabLst/>
                <a:defRPr/>
              </a:pPr>
              <a:t>20/02/2026</a:t>
            </a:fld>
            <a:endParaRPr kumimoji="0" lang="es-PE" sz="1800" b="0" i="0" u="none" strike="noStrike" kern="1200" cap="none" spc="0" normalizeH="0" baseline="0" noProof="0">
              <a:ln>
                <a:noFill/>
              </a:ln>
              <a:solidFill>
                <a:prstClr val="black"/>
              </a:solidFill>
              <a:effectLst/>
              <a:uLnTx/>
              <a:uFillTx/>
              <a:latin typeface="Arial"/>
            </a:endParaRPr>
          </a:p>
        </p:txBody>
      </p:sp>
      <p:sp>
        <p:nvSpPr>
          <p:cNvPr id="5" name="Marcador de pie de página 4">
            <a:extLst>
              <a:ext uri="{FF2B5EF4-FFF2-40B4-BE49-F238E27FC236}">
                <a16:creationId xmlns:a16="http://schemas.microsoft.com/office/drawing/2014/main" id="{3D5BFE93-267E-4666-B8E6-7F6705317413}"/>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a:ln>
                <a:noFill/>
              </a:ln>
              <a:solidFill>
                <a:prstClr val="black"/>
              </a:solidFill>
              <a:effectLst/>
              <a:uLnTx/>
              <a:uFillTx/>
              <a:latin typeface="Arial"/>
            </a:endParaRPr>
          </a:p>
        </p:txBody>
      </p:sp>
      <p:sp>
        <p:nvSpPr>
          <p:cNvPr id="6" name="Marcador de número de diapositiva 5">
            <a:extLst>
              <a:ext uri="{FF2B5EF4-FFF2-40B4-BE49-F238E27FC236}">
                <a16:creationId xmlns:a16="http://schemas.microsoft.com/office/drawing/2014/main" id="{824B1F0C-9B71-4DDC-BB39-7A70AF79443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0B5DCBB-2774-4FBE-AD60-4B47EB5C5E69}" type="slidenum">
              <a:rPr kumimoji="0" lang="es-PE" sz="1800" b="0" i="0" u="none" strike="noStrike" kern="1200" cap="none" spc="0" normalizeH="0" baseline="0" noProof="0" smtClean="0">
                <a:ln>
                  <a:noFill/>
                </a:ln>
                <a:solidFill>
                  <a:prstClr val="black"/>
                </a:solidFill>
                <a:effectLst/>
                <a:uLnTx/>
                <a:uFillTx/>
                <a:latin typeface="Arial"/>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PE" sz="1800" b="0" i="0" u="none" strike="noStrike" kern="1200" cap="none" spc="0" normalizeH="0" baseline="0" noProof="0">
              <a:ln>
                <a:noFill/>
              </a:ln>
              <a:solidFill>
                <a:prstClr val="black"/>
              </a:solidFill>
              <a:effectLst/>
              <a:uLnTx/>
              <a:uFillTx/>
              <a:latin typeface="Arial"/>
            </a:endParaRPr>
          </a:p>
        </p:txBody>
      </p:sp>
    </p:spTree>
    <p:extLst>
      <p:ext uri="{BB962C8B-B14F-4D97-AF65-F5344CB8AC3E}">
        <p14:creationId xmlns:p14="http://schemas.microsoft.com/office/powerpoint/2010/main" val="35487237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256435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11" name="PlaceHolder 2"/>
          <p:cNvSpPr>
            <a:spLocks noGrp="1"/>
          </p:cNvSpPr>
          <p:nvPr>
            <p:ph type="subTitle"/>
          </p:nvPr>
        </p:nvSpPr>
        <p:spPr>
          <a:xfrm>
            <a:off x="360000" y="1350000"/>
            <a:ext cx="9180000" cy="3510000"/>
          </a:xfrm>
          <a:prstGeom prst="rect">
            <a:avLst/>
          </a:prstGeom>
        </p:spPr>
        <p:txBody>
          <a:bodyPr lIns="0" tIns="0" rIns="0" bIns="0">
            <a:noAutofit/>
          </a:bodyPr>
          <a:lstStyle/>
          <a:p>
            <a:endParaRPr lang="es-PE" sz="2600" b="0" strike="noStrike" spc="-1">
              <a:solidFill>
                <a:srgbClr val="1C1C1C"/>
              </a:solidFill>
              <a:latin typeface="Source Sans Pro Light"/>
            </a:endParaRPr>
          </a:p>
        </p:txBody>
      </p:sp>
    </p:spTree>
    <p:extLst>
      <p:ext uri="{BB962C8B-B14F-4D97-AF65-F5344CB8AC3E}">
        <p14:creationId xmlns:p14="http://schemas.microsoft.com/office/powerpoint/2010/main" val="26469589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13" name="PlaceHolder 2"/>
          <p:cNvSpPr>
            <a:spLocks noGrp="1"/>
          </p:cNvSpPr>
          <p:nvPr>
            <p:ph type="body"/>
          </p:nvPr>
        </p:nvSpPr>
        <p:spPr>
          <a:xfrm>
            <a:off x="360000" y="1350000"/>
            <a:ext cx="918000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327033593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15" name="PlaceHolder 2"/>
          <p:cNvSpPr>
            <a:spLocks noGrp="1"/>
          </p:cNvSpPr>
          <p:nvPr>
            <p:ph type="body"/>
          </p:nvPr>
        </p:nvSpPr>
        <p:spPr>
          <a:xfrm>
            <a:off x="36000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16" name="PlaceHolder 3"/>
          <p:cNvSpPr>
            <a:spLocks noGrp="1"/>
          </p:cNvSpPr>
          <p:nvPr>
            <p:ph type="body"/>
          </p:nvPr>
        </p:nvSpPr>
        <p:spPr>
          <a:xfrm>
            <a:off x="506376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196341957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7"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Tree>
    <p:extLst>
      <p:ext uri="{BB962C8B-B14F-4D97-AF65-F5344CB8AC3E}">
        <p14:creationId xmlns:p14="http://schemas.microsoft.com/office/powerpoint/2010/main" val="235205937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8" name="PlaceHolder 1"/>
          <p:cNvSpPr>
            <a:spLocks noGrp="1"/>
          </p:cNvSpPr>
          <p:nvPr>
            <p:ph type="subTitle"/>
          </p:nvPr>
        </p:nvSpPr>
        <p:spPr>
          <a:xfrm>
            <a:off x="360000" y="270000"/>
            <a:ext cx="9360000" cy="3338640"/>
          </a:xfrm>
          <a:prstGeom prst="rect">
            <a:avLst/>
          </a:prstGeom>
        </p:spPr>
        <p:txBody>
          <a:bodyPr lIns="0" tIns="0" rIns="0" bIns="0">
            <a:noAutofit/>
          </a:bodyPr>
          <a:lstStyle/>
          <a:p>
            <a:endParaRPr lang="es-PE" sz="2600" b="0" strike="noStrike" spc="-1">
              <a:solidFill>
                <a:srgbClr val="1C1C1C"/>
              </a:solidFill>
              <a:latin typeface="Source Sans Pro Light"/>
            </a:endParaRPr>
          </a:p>
        </p:txBody>
      </p:sp>
    </p:spTree>
    <p:extLst>
      <p:ext uri="{BB962C8B-B14F-4D97-AF65-F5344CB8AC3E}">
        <p14:creationId xmlns:p14="http://schemas.microsoft.com/office/powerpoint/2010/main" val="320465703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20" name="PlaceHolder 2"/>
          <p:cNvSpPr>
            <a:spLocks noGrp="1"/>
          </p:cNvSpPr>
          <p:nvPr>
            <p:ph type="body"/>
          </p:nvPr>
        </p:nvSpPr>
        <p:spPr>
          <a:xfrm>
            <a:off x="36000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1" name="PlaceHolder 3"/>
          <p:cNvSpPr>
            <a:spLocks noGrp="1"/>
          </p:cNvSpPr>
          <p:nvPr>
            <p:ph type="body"/>
          </p:nvPr>
        </p:nvSpPr>
        <p:spPr>
          <a:xfrm>
            <a:off x="506376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2" name="PlaceHolder 4"/>
          <p:cNvSpPr>
            <a:spLocks noGrp="1"/>
          </p:cNvSpPr>
          <p:nvPr>
            <p:ph type="body"/>
          </p:nvPr>
        </p:nvSpPr>
        <p:spPr>
          <a:xfrm>
            <a:off x="36000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146794348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24" name="PlaceHolder 2"/>
          <p:cNvSpPr>
            <a:spLocks noGrp="1"/>
          </p:cNvSpPr>
          <p:nvPr>
            <p:ph type="body"/>
          </p:nvPr>
        </p:nvSpPr>
        <p:spPr>
          <a:xfrm>
            <a:off x="36000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5" name="PlaceHolder 3"/>
          <p:cNvSpPr>
            <a:spLocks noGrp="1"/>
          </p:cNvSpPr>
          <p:nvPr>
            <p:ph type="body"/>
          </p:nvPr>
        </p:nvSpPr>
        <p:spPr>
          <a:xfrm>
            <a:off x="506376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6" name="PlaceHolder 4"/>
          <p:cNvSpPr>
            <a:spLocks noGrp="1"/>
          </p:cNvSpPr>
          <p:nvPr>
            <p:ph type="body"/>
          </p:nvPr>
        </p:nvSpPr>
        <p:spPr>
          <a:xfrm>
            <a:off x="506376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59140238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28" name="PlaceHolder 2"/>
          <p:cNvSpPr>
            <a:spLocks noGrp="1"/>
          </p:cNvSpPr>
          <p:nvPr>
            <p:ph type="body"/>
          </p:nvPr>
        </p:nvSpPr>
        <p:spPr>
          <a:xfrm>
            <a:off x="36000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9" name="PlaceHolder 3"/>
          <p:cNvSpPr>
            <a:spLocks noGrp="1"/>
          </p:cNvSpPr>
          <p:nvPr>
            <p:ph type="body"/>
          </p:nvPr>
        </p:nvSpPr>
        <p:spPr>
          <a:xfrm>
            <a:off x="506376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0" name="PlaceHolder 4"/>
          <p:cNvSpPr>
            <a:spLocks noGrp="1"/>
          </p:cNvSpPr>
          <p:nvPr>
            <p:ph type="body"/>
          </p:nvPr>
        </p:nvSpPr>
        <p:spPr>
          <a:xfrm>
            <a:off x="360000" y="3183480"/>
            <a:ext cx="91800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299764914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32" name="PlaceHolder 2"/>
          <p:cNvSpPr>
            <a:spLocks noGrp="1"/>
          </p:cNvSpPr>
          <p:nvPr>
            <p:ph type="body"/>
          </p:nvPr>
        </p:nvSpPr>
        <p:spPr>
          <a:xfrm>
            <a:off x="360000" y="1350000"/>
            <a:ext cx="91800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3" name="PlaceHolder 3"/>
          <p:cNvSpPr>
            <a:spLocks noGrp="1"/>
          </p:cNvSpPr>
          <p:nvPr>
            <p:ph type="body"/>
          </p:nvPr>
        </p:nvSpPr>
        <p:spPr>
          <a:xfrm>
            <a:off x="360000" y="3183480"/>
            <a:ext cx="91800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354458735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35" name="PlaceHolder 2"/>
          <p:cNvSpPr>
            <a:spLocks noGrp="1"/>
          </p:cNvSpPr>
          <p:nvPr>
            <p:ph type="body"/>
          </p:nvPr>
        </p:nvSpPr>
        <p:spPr>
          <a:xfrm>
            <a:off x="36000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6" name="PlaceHolder 3"/>
          <p:cNvSpPr>
            <a:spLocks noGrp="1"/>
          </p:cNvSpPr>
          <p:nvPr>
            <p:ph type="body"/>
          </p:nvPr>
        </p:nvSpPr>
        <p:spPr>
          <a:xfrm>
            <a:off x="506376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7" name="PlaceHolder 4"/>
          <p:cNvSpPr>
            <a:spLocks noGrp="1"/>
          </p:cNvSpPr>
          <p:nvPr>
            <p:ph type="body"/>
          </p:nvPr>
        </p:nvSpPr>
        <p:spPr>
          <a:xfrm>
            <a:off x="36000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8" name="PlaceHolder 5"/>
          <p:cNvSpPr>
            <a:spLocks noGrp="1"/>
          </p:cNvSpPr>
          <p:nvPr>
            <p:ph type="body"/>
          </p:nvPr>
        </p:nvSpPr>
        <p:spPr>
          <a:xfrm>
            <a:off x="506376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416793275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40" name="PlaceHolder 2"/>
          <p:cNvSpPr>
            <a:spLocks noGrp="1"/>
          </p:cNvSpPr>
          <p:nvPr>
            <p:ph type="body"/>
          </p:nvPr>
        </p:nvSpPr>
        <p:spPr>
          <a:xfrm>
            <a:off x="360000" y="135000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1" name="PlaceHolder 3"/>
          <p:cNvSpPr>
            <a:spLocks noGrp="1"/>
          </p:cNvSpPr>
          <p:nvPr>
            <p:ph type="body"/>
          </p:nvPr>
        </p:nvSpPr>
        <p:spPr>
          <a:xfrm>
            <a:off x="3463920" y="135000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2" name="PlaceHolder 4"/>
          <p:cNvSpPr>
            <a:spLocks noGrp="1"/>
          </p:cNvSpPr>
          <p:nvPr>
            <p:ph type="body"/>
          </p:nvPr>
        </p:nvSpPr>
        <p:spPr>
          <a:xfrm>
            <a:off x="6567480" y="135000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3" name="PlaceHolder 5"/>
          <p:cNvSpPr>
            <a:spLocks noGrp="1"/>
          </p:cNvSpPr>
          <p:nvPr>
            <p:ph type="body"/>
          </p:nvPr>
        </p:nvSpPr>
        <p:spPr>
          <a:xfrm>
            <a:off x="360000" y="318348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4" name="PlaceHolder 6"/>
          <p:cNvSpPr>
            <a:spLocks noGrp="1"/>
          </p:cNvSpPr>
          <p:nvPr>
            <p:ph type="body"/>
          </p:nvPr>
        </p:nvSpPr>
        <p:spPr>
          <a:xfrm>
            <a:off x="3463920" y="318348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5" name="PlaceHolder 7"/>
          <p:cNvSpPr>
            <a:spLocks noGrp="1"/>
          </p:cNvSpPr>
          <p:nvPr>
            <p:ph type="body"/>
          </p:nvPr>
        </p:nvSpPr>
        <p:spPr>
          <a:xfrm>
            <a:off x="6567480" y="318348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191753297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196" b="0"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898" b="0" i="0">
                <a:solidFill>
                  <a:srgbClr val="1C1C1C"/>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tint val="75000"/>
                </a:prstClr>
              </a:solidFill>
              <a:effectLst/>
              <a:uLnTx/>
              <a:uFillTx/>
              <a:latin typeface="Aria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800" b="0" i="0" u="none" strike="noStrike" kern="1200" cap="none" spc="0" normalizeH="0" baseline="0" noProof="0">
                <a:ln>
                  <a:noFill/>
                </a:ln>
                <a:solidFill>
                  <a:prstClr val="black">
                    <a:tint val="75000"/>
                  </a:prstClr>
                </a:solidFill>
                <a:effectLst/>
                <a:uLnTx/>
                <a:uFillTx/>
                <a:latin typeface="Arial"/>
              </a:rPr>
              <a:pPr marL="0" marR="0" lvl="0" indent="0" algn="l" defTabSz="914400" rtl="0" eaLnBrk="1" fontAlgn="auto" latinLnBrk="0" hangingPunct="1">
                <a:lnSpc>
                  <a:spcPct val="100000"/>
                </a:lnSpc>
                <a:spcBef>
                  <a:spcPts val="0"/>
                </a:spcBef>
                <a:spcAft>
                  <a:spcPts val="0"/>
                </a:spcAft>
                <a:buClrTx/>
                <a:buSzTx/>
                <a:buFontTx/>
                <a:buNone/>
                <a:tabLst/>
                <a:defRPr/>
              </a:pPr>
              <a:t>2/20/2026</a:t>
            </a:fld>
            <a:endParaRPr kumimoji="0" lang="en-US" sz="1800" b="0" i="0" u="none" strike="noStrike" kern="1200" cap="none" spc="0" normalizeH="0" baseline="0" noProof="0">
              <a:ln>
                <a:noFill/>
              </a:ln>
              <a:solidFill>
                <a:prstClr val="black">
                  <a:tint val="75000"/>
                </a:prstClr>
              </a:solidFill>
              <a:effectLst/>
              <a:uLnTx/>
              <a:uFillTx/>
              <a:latin typeface="Arial"/>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sz="1800" b="0" i="0" u="none" strike="noStrike" kern="1200" cap="none" spc="0" normalizeH="0" baseline="0" noProof="0">
                <a:ln>
                  <a:noFill/>
                </a:ln>
                <a:solidFill>
                  <a:prstClr val="black">
                    <a:tint val="75000"/>
                  </a:prstClr>
                </a:solidFill>
                <a:effectLst/>
                <a:uLnTx/>
                <a:uFillTx/>
                <a:latin typeface="Arial"/>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sz="1800" b="0" i="0" u="none" strike="noStrike" kern="1200" cap="none" spc="0" normalizeH="0" baseline="0" noProof="0">
              <a:ln>
                <a:noFill/>
              </a:ln>
              <a:solidFill>
                <a:prstClr val="black">
                  <a:tint val="75000"/>
                </a:prstClr>
              </a:solidFill>
              <a:effectLst/>
              <a:uLnTx/>
              <a:uFillTx/>
              <a:latin typeface="Arial"/>
            </a:endParaRPr>
          </a:p>
        </p:txBody>
      </p:sp>
    </p:spTree>
    <p:extLst>
      <p:ext uri="{BB962C8B-B14F-4D97-AF65-F5344CB8AC3E}">
        <p14:creationId xmlns:p14="http://schemas.microsoft.com/office/powerpoint/2010/main" val="345520426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2CFBA1-1AF1-4D30-BA94-01E0937082AF}"/>
              </a:ext>
            </a:extLst>
          </p:cNvPr>
          <p:cNvSpPr>
            <a:spLocks noGrp="1"/>
          </p:cNvSpPr>
          <p:nvPr>
            <p:ph type="title"/>
          </p:nvPr>
        </p:nvSpPr>
        <p:spPr>
          <a:xfrm>
            <a:off x="687793" y="1413700"/>
            <a:ext cx="8694539" cy="2358791"/>
          </a:xfrm>
        </p:spPr>
        <p:txBody>
          <a:bodyPr anchor="b"/>
          <a:lstStyle>
            <a:lvl1pPr>
              <a:defRPr sz="4961"/>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2DF1BBFE-BBFE-42C1-8C1A-9D95E083A5D5}"/>
              </a:ext>
            </a:extLst>
          </p:cNvPr>
          <p:cNvSpPr>
            <a:spLocks noGrp="1"/>
          </p:cNvSpPr>
          <p:nvPr>
            <p:ph type="body" idx="1"/>
          </p:nvPr>
        </p:nvSpPr>
        <p:spPr>
          <a:xfrm>
            <a:off x="687793" y="3794807"/>
            <a:ext cx="8694539" cy="1240432"/>
          </a:xfrm>
        </p:spPr>
        <p:txBody>
          <a:bodyPr/>
          <a:lstStyle>
            <a:lvl1pPr marL="0" indent="0">
              <a:buNone/>
              <a:defRPr sz="1984">
                <a:solidFill>
                  <a:schemeClr val="tx1">
                    <a:tint val="75000"/>
                  </a:schemeClr>
                </a:solidFill>
              </a:defRPr>
            </a:lvl1pPr>
            <a:lvl2pPr marL="378013" indent="0">
              <a:buNone/>
              <a:defRPr sz="1654">
                <a:solidFill>
                  <a:schemeClr val="tx1">
                    <a:tint val="75000"/>
                  </a:schemeClr>
                </a:solidFill>
              </a:defRPr>
            </a:lvl2pPr>
            <a:lvl3pPr marL="756026" indent="0">
              <a:buNone/>
              <a:defRPr sz="1488">
                <a:solidFill>
                  <a:schemeClr val="tx1">
                    <a:tint val="75000"/>
                  </a:schemeClr>
                </a:solidFill>
              </a:defRPr>
            </a:lvl3pPr>
            <a:lvl4pPr marL="1134039" indent="0">
              <a:buNone/>
              <a:defRPr sz="1323">
                <a:solidFill>
                  <a:schemeClr val="tx1">
                    <a:tint val="75000"/>
                  </a:schemeClr>
                </a:solidFill>
              </a:defRPr>
            </a:lvl4pPr>
            <a:lvl5pPr marL="1512052" indent="0">
              <a:buNone/>
              <a:defRPr sz="1323">
                <a:solidFill>
                  <a:schemeClr val="tx1">
                    <a:tint val="75000"/>
                  </a:schemeClr>
                </a:solidFill>
              </a:defRPr>
            </a:lvl5pPr>
            <a:lvl6pPr marL="1890065" indent="0">
              <a:buNone/>
              <a:defRPr sz="1323">
                <a:solidFill>
                  <a:schemeClr val="tx1">
                    <a:tint val="75000"/>
                  </a:schemeClr>
                </a:solidFill>
              </a:defRPr>
            </a:lvl6pPr>
            <a:lvl7pPr marL="2268078" indent="0">
              <a:buNone/>
              <a:defRPr sz="1323">
                <a:solidFill>
                  <a:schemeClr val="tx1">
                    <a:tint val="75000"/>
                  </a:schemeClr>
                </a:solidFill>
              </a:defRPr>
            </a:lvl7pPr>
            <a:lvl8pPr marL="2646091" indent="0">
              <a:buNone/>
              <a:defRPr sz="1323">
                <a:solidFill>
                  <a:schemeClr val="tx1">
                    <a:tint val="75000"/>
                  </a:schemeClr>
                </a:solidFill>
              </a:defRPr>
            </a:lvl8pPr>
            <a:lvl9pPr marL="3024104" indent="0">
              <a:buNone/>
              <a:defRPr sz="1323">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B46B41A-82A1-4A88-93CB-0DCB1F83B93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5913EFE-DD89-4199-84EC-1A2BF4298B83}" type="datetimeFigureOut">
              <a:rPr kumimoji="0" lang="es-PE" sz="1800" b="0" i="0" u="none" strike="noStrike" kern="1200" cap="none" spc="0" normalizeH="0" baseline="0" noProof="0" smtClean="0">
                <a:ln>
                  <a:noFill/>
                </a:ln>
                <a:solidFill>
                  <a:prstClr val="black"/>
                </a:solidFill>
                <a:effectLst/>
                <a:uLnTx/>
                <a:uFillTx/>
                <a:latin typeface="Arial"/>
              </a:rPr>
              <a:pPr marL="0" marR="0" lvl="0" indent="0" algn="l" defTabSz="914400" rtl="0" eaLnBrk="1" fontAlgn="auto" latinLnBrk="0" hangingPunct="1">
                <a:lnSpc>
                  <a:spcPct val="100000"/>
                </a:lnSpc>
                <a:spcBef>
                  <a:spcPts val="0"/>
                </a:spcBef>
                <a:spcAft>
                  <a:spcPts val="0"/>
                </a:spcAft>
                <a:buClrTx/>
                <a:buSzTx/>
                <a:buFontTx/>
                <a:buNone/>
                <a:tabLst/>
                <a:defRPr/>
              </a:pPr>
              <a:t>20/02/2026</a:t>
            </a:fld>
            <a:endParaRPr kumimoji="0" lang="es-PE" sz="1800" b="0" i="0" u="none" strike="noStrike" kern="1200" cap="none" spc="0" normalizeH="0" baseline="0" noProof="0">
              <a:ln>
                <a:noFill/>
              </a:ln>
              <a:solidFill>
                <a:prstClr val="black"/>
              </a:solidFill>
              <a:effectLst/>
              <a:uLnTx/>
              <a:uFillTx/>
              <a:latin typeface="Arial"/>
            </a:endParaRPr>
          </a:p>
        </p:txBody>
      </p:sp>
      <p:sp>
        <p:nvSpPr>
          <p:cNvPr id="5" name="Marcador de pie de página 4">
            <a:extLst>
              <a:ext uri="{FF2B5EF4-FFF2-40B4-BE49-F238E27FC236}">
                <a16:creationId xmlns:a16="http://schemas.microsoft.com/office/drawing/2014/main" id="{3D5BFE93-267E-4666-B8E6-7F6705317413}"/>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a:ln>
                <a:noFill/>
              </a:ln>
              <a:solidFill>
                <a:prstClr val="black"/>
              </a:solidFill>
              <a:effectLst/>
              <a:uLnTx/>
              <a:uFillTx/>
              <a:latin typeface="Arial"/>
            </a:endParaRPr>
          </a:p>
        </p:txBody>
      </p:sp>
      <p:sp>
        <p:nvSpPr>
          <p:cNvPr id="6" name="Marcador de número de diapositiva 5">
            <a:extLst>
              <a:ext uri="{FF2B5EF4-FFF2-40B4-BE49-F238E27FC236}">
                <a16:creationId xmlns:a16="http://schemas.microsoft.com/office/drawing/2014/main" id="{824B1F0C-9B71-4DDC-BB39-7A70AF79443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0B5DCBB-2774-4FBE-AD60-4B47EB5C5E69}" type="slidenum">
              <a:rPr kumimoji="0" lang="es-PE" sz="1800" b="0" i="0" u="none" strike="noStrike" kern="1200" cap="none" spc="0" normalizeH="0" baseline="0" noProof="0" smtClean="0">
                <a:ln>
                  <a:noFill/>
                </a:ln>
                <a:solidFill>
                  <a:prstClr val="black"/>
                </a:solidFill>
                <a:effectLst/>
                <a:uLnTx/>
                <a:uFillTx/>
                <a:latin typeface="Arial"/>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PE" sz="1800" b="0" i="0" u="none" strike="noStrike" kern="1200" cap="none" spc="0" normalizeH="0" baseline="0" noProof="0">
              <a:ln>
                <a:noFill/>
              </a:ln>
              <a:solidFill>
                <a:prstClr val="black"/>
              </a:solidFill>
              <a:effectLst/>
              <a:uLnTx/>
              <a:uFillTx/>
              <a:latin typeface="Arial"/>
            </a:endParaRPr>
          </a:p>
        </p:txBody>
      </p:sp>
    </p:spTree>
    <p:extLst>
      <p:ext uri="{BB962C8B-B14F-4D97-AF65-F5344CB8AC3E}">
        <p14:creationId xmlns:p14="http://schemas.microsoft.com/office/powerpoint/2010/main" val="148328331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787182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11" name="PlaceHolder 2"/>
          <p:cNvSpPr>
            <a:spLocks noGrp="1"/>
          </p:cNvSpPr>
          <p:nvPr>
            <p:ph type="subTitle"/>
          </p:nvPr>
        </p:nvSpPr>
        <p:spPr>
          <a:xfrm>
            <a:off x="360000" y="1350000"/>
            <a:ext cx="9180000" cy="3510000"/>
          </a:xfrm>
          <a:prstGeom prst="rect">
            <a:avLst/>
          </a:prstGeom>
        </p:spPr>
        <p:txBody>
          <a:bodyPr lIns="0" tIns="0" rIns="0" bIns="0">
            <a:noAutofit/>
          </a:bodyPr>
          <a:lstStyle/>
          <a:p>
            <a:endParaRPr lang="es-PE" sz="2600" b="0" strike="noStrike" spc="-1">
              <a:solidFill>
                <a:srgbClr val="1C1C1C"/>
              </a:solidFill>
              <a:latin typeface="Source Sans Pro Light"/>
            </a:endParaRPr>
          </a:p>
        </p:txBody>
      </p:sp>
    </p:spTree>
    <p:extLst>
      <p:ext uri="{BB962C8B-B14F-4D97-AF65-F5344CB8AC3E}">
        <p14:creationId xmlns:p14="http://schemas.microsoft.com/office/powerpoint/2010/main" val="360257146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13" name="PlaceHolder 2"/>
          <p:cNvSpPr>
            <a:spLocks noGrp="1"/>
          </p:cNvSpPr>
          <p:nvPr>
            <p:ph type="body"/>
          </p:nvPr>
        </p:nvSpPr>
        <p:spPr>
          <a:xfrm>
            <a:off x="360000" y="1350000"/>
            <a:ext cx="918000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2837159748"/>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15" name="PlaceHolder 2"/>
          <p:cNvSpPr>
            <a:spLocks noGrp="1"/>
          </p:cNvSpPr>
          <p:nvPr>
            <p:ph type="body"/>
          </p:nvPr>
        </p:nvSpPr>
        <p:spPr>
          <a:xfrm>
            <a:off x="36000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16" name="PlaceHolder 3"/>
          <p:cNvSpPr>
            <a:spLocks noGrp="1"/>
          </p:cNvSpPr>
          <p:nvPr>
            <p:ph type="body"/>
          </p:nvPr>
        </p:nvSpPr>
        <p:spPr>
          <a:xfrm>
            <a:off x="506376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157518407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7"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Tree>
    <p:extLst>
      <p:ext uri="{BB962C8B-B14F-4D97-AF65-F5344CB8AC3E}">
        <p14:creationId xmlns:p14="http://schemas.microsoft.com/office/powerpoint/2010/main" val="34245117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8" name="PlaceHolder 1"/>
          <p:cNvSpPr>
            <a:spLocks noGrp="1"/>
          </p:cNvSpPr>
          <p:nvPr>
            <p:ph type="subTitle"/>
          </p:nvPr>
        </p:nvSpPr>
        <p:spPr>
          <a:xfrm>
            <a:off x="360000" y="270000"/>
            <a:ext cx="9360000" cy="3338640"/>
          </a:xfrm>
          <a:prstGeom prst="rect">
            <a:avLst/>
          </a:prstGeom>
        </p:spPr>
        <p:txBody>
          <a:bodyPr lIns="0" tIns="0" rIns="0" bIns="0">
            <a:noAutofit/>
          </a:bodyPr>
          <a:lstStyle/>
          <a:p>
            <a:endParaRPr lang="es-PE" sz="2600" b="0" strike="noStrike" spc="-1">
              <a:solidFill>
                <a:srgbClr val="1C1C1C"/>
              </a:solidFill>
              <a:latin typeface="Source Sans Pro Light"/>
            </a:endParaRPr>
          </a:p>
        </p:txBody>
      </p:sp>
    </p:spTree>
    <p:extLst>
      <p:ext uri="{BB962C8B-B14F-4D97-AF65-F5344CB8AC3E}">
        <p14:creationId xmlns:p14="http://schemas.microsoft.com/office/powerpoint/2010/main" val="314004138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20" name="PlaceHolder 2"/>
          <p:cNvSpPr>
            <a:spLocks noGrp="1"/>
          </p:cNvSpPr>
          <p:nvPr>
            <p:ph type="body"/>
          </p:nvPr>
        </p:nvSpPr>
        <p:spPr>
          <a:xfrm>
            <a:off x="36000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1" name="PlaceHolder 3"/>
          <p:cNvSpPr>
            <a:spLocks noGrp="1"/>
          </p:cNvSpPr>
          <p:nvPr>
            <p:ph type="body"/>
          </p:nvPr>
        </p:nvSpPr>
        <p:spPr>
          <a:xfrm>
            <a:off x="506376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2" name="PlaceHolder 4"/>
          <p:cNvSpPr>
            <a:spLocks noGrp="1"/>
          </p:cNvSpPr>
          <p:nvPr>
            <p:ph type="body"/>
          </p:nvPr>
        </p:nvSpPr>
        <p:spPr>
          <a:xfrm>
            <a:off x="36000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188085039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24" name="PlaceHolder 2"/>
          <p:cNvSpPr>
            <a:spLocks noGrp="1"/>
          </p:cNvSpPr>
          <p:nvPr>
            <p:ph type="body"/>
          </p:nvPr>
        </p:nvSpPr>
        <p:spPr>
          <a:xfrm>
            <a:off x="36000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5" name="PlaceHolder 3"/>
          <p:cNvSpPr>
            <a:spLocks noGrp="1"/>
          </p:cNvSpPr>
          <p:nvPr>
            <p:ph type="body"/>
          </p:nvPr>
        </p:nvSpPr>
        <p:spPr>
          <a:xfrm>
            <a:off x="506376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6" name="PlaceHolder 4"/>
          <p:cNvSpPr>
            <a:spLocks noGrp="1"/>
          </p:cNvSpPr>
          <p:nvPr>
            <p:ph type="body"/>
          </p:nvPr>
        </p:nvSpPr>
        <p:spPr>
          <a:xfrm>
            <a:off x="506376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96597225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28" name="PlaceHolder 2"/>
          <p:cNvSpPr>
            <a:spLocks noGrp="1"/>
          </p:cNvSpPr>
          <p:nvPr>
            <p:ph type="body"/>
          </p:nvPr>
        </p:nvSpPr>
        <p:spPr>
          <a:xfrm>
            <a:off x="36000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9" name="PlaceHolder 3"/>
          <p:cNvSpPr>
            <a:spLocks noGrp="1"/>
          </p:cNvSpPr>
          <p:nvPr>
            <p:ph type="body"/>
          </p:nvPr>
        </p:nvSpPr>
        <p:spPr>
          <a:xfrm>
            <a:off x="506376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0" name="PlaceHolder 4"/>
          <p:cNvSpPr>
            <a:spLocks noGrp="1"/>
          </p:cNvSpPr>
          <p:nvPr>
            <p:ph type="body"/>
          </p:nvPr>
        </p:nvSpPr>
        <p:spPr>
          <a:xfrm>
            <a:off x="360000" y="3183480"/>
            <a:ext cx="91800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419376000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32" name="PlaceHolder 2"/>
          <p:cNvSpPr>
            <a:spLocks noGrp="1"/>
          </p:cNvSpPr>
          <p:nvPr>
            <p:ph type="body"/>
          </p:nvPr>
        </p:nvSpPr>
        <p:spPr>
          <a:xfrm>
            <a:off x="360000" y="1350000"/>
            <a:ext cx="91800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3" name="PlaceHolder 3"/>
          <p:cNvSpPr>
            <a:spLocks noGrp="1"/>
          </p:cNvSpPr>
          <p:nvPr>
            <p:ph type="body"/>
          </p:nvPr>
        </p:nvSpPr>
        <p:spPr>
          <a:xfrm>
            <a:off x="360000" y="3183480"/>
            <a:ext cx="91800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142065157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35" name="PlaceHolder 2"/>
          <p:cNvSpPr>
            <a:spLocks noGrp="1"/>
          </p:cNvSpPr>
          <p:nvPr>
            <p:ph type="body"/>
          </p:nvPr>
        </p:nvSpPr>
        <p:spPr>
          <a:xfrm>
            <a:off x="36000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6" name="PlaceHolder 3"/>
          <p:cNvSpPr>
            <a:spLocks noGrp="1"/>
          </p:cNvSpPr>
          <p:nvPr>
            <p:ph type="body"/>
          </p:nvPr>
        </p:nvSpPr>
        <p:spPr>
          <a:xfrm>
            <a:off x="506376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7" name="PlaceHolder 4"/>
          <p:cNvSpPr>
            <a:spLocks noGrp="1"/>
          </p:cNvSpPr>
          <p:nvPr>
            <p:ph type="body"/>
          </p:nvPr>
        </p:nvSpPr>
        <p:spPr>
          <a:xfrm>
            <a:off x="36000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8" name="PlaceHolder 5"/>
          <p:cNvSpPr>
            <a:spLocks noGrp="1"/>
          </p:cNvSpPr>
          <p:nvPr>
            <p:ph type="body"/>
          </p:nvPr>
        </p:nvSpPr>
        <p:spPr>
          <a:xfrm>
            <a:off x="506376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3129365567"/>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40" name="PlaceHolder 2"/>
          <p:cNvSpPr>
            <a:spLocks noGrp="1"/>
          </p:cNvSpPr>
          <p:nvPr>
            <p:ph type="body"/>
          </p:nvPr>
        </p:nvSpPr>
        <p:spPr>
          <a:xfrm>
            <a:off x="360000" y="135000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1" name="PlaceHolder 3"/>
          <p:cNvSpPr>
            <a:spLocks noGrp="1"/>
          </p:cNvSpPr>
          <p:nvPr>
            <p:ph type="body"/>
          </p:nvPr>
        </p:nvSpPr>
        <p:spPr>
          <a:xfrm>
            <a:off x="3463920" y="135000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2" name="PlaceHolder 4"/>
          <p:cNvSpPr>
            <a:spLocks noGrp="1"/>
          </p:cNvSpPr>
          <p:nvPr>
            <p:ph type="body"/>
          </p:nvPr>
        </p:nvSpPr>
        <p:spPr>
          <a:xfrm>
            <a:off x="6567480" y="135000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3" name="PlaceHolder 5"/>
          <p:cNvSpPr>
            <a:spLocks noGrp="1"/>
          </p:cNvSpPr>
          <p:nvPr>
            <p:ph type="body"/>
          </p:nvPr>
        </p:nvSpPr>
        <p:spPr>
          <a:xfrm>
            <a:off x="360000" y="318348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4" name="PlaceHolder 6"/>
          <p:cNvSpPr>
            <a:spLocks noGrp="1"/>
          </p:cNvSpPr>
          <p:nvPr>
            <p:ph type="body"/>
          </p:nvPr>
        </p:nvSpPr>
        <p:spPr>
          <a:xfrm>
            <a:off x="3463920" y="318348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5" name="PlaceHolder 7"/>
          <p:cNvSpPr>
            <a:spLocks noGrp="1"/>
          </p:cNvSpPr>
          <p:nvPr>
            <p:ph type="body"/>
          </p:nvPr>
        </p:nvSpPr>
        <p:spPr>
          <a:xfrm>
            <a:off x="6567480" y="318348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392362776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196" b="0"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898" b="0" i="0">
                <a:solidFill>
                  <a:srgbClr val="1C1C1C"/>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tint val="75000"/>
                </a:prstClr>
              </a:solidFill>
              <a:effectLst/>
              <a:uLnTx/>
              <a:uFillTx/>
              <a:latin typeface="Aria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800" b="0" i="0" u="none" strike="noStrike" kern="1200" cap="none" spc="0" normalizeH="0" baseline="0" noProof="0">
                <a:ln>
                  <a:noFill/>
                </a:ln>
                <a:solidFill>
                  <a:prstClr val="black">
                    <a:tint val="75000"/>
                  </a:prstClr>
                </a:solidFill>
                <a:effectLst/>
                <a:uLnTx/>
                <a:uFillTx/>
                <a:latin typeface="Arial"/>
              </a:rPr>
              <a:pPr marL="0" marR="0" lvl="0" indent="0" algn="l" defTabSz="914400" rtl="0" eaLnBrk="1" fontAlgn="auto" latinLnBrk="0" hangingPunct="1">
                <a:lnSpc>
                  <a:spcPct val="100000"/>
                </a:lnSpc>
                <a:spcBef>
                  <a:spcPts val="0"/>
                </a:spcBef>
                <a:spcAft>
                  <a:spcPts val="0"/>
                </a:spcAft>
                <a:buClrTx/>
                <a:buSzTx/>
                <a:buFontTx/>
                <a:buNone/>
                <a:tabLst/>
                <a:defRPr/>
              </a:pPr>
              <a:t>2/20/2026</a:t>
            </a:fld>
            <a:endParaRPr kumimoji="0" lang="en-US" sz="1800" b="0" i="0" u="none" strike="noStrike" kern="1200" cap="none" spc="0" normalizeH="0" baseline="0" noProof="0">
              <a:ln>
                <a:noFill/>
              </a:ln>
              <a:solidFill>
                <a:prstClr val="black">
                  <a:tint val="75000"/>
                </a:prstClr>
              </a:solidFill>
              <a:effectLst/>
              <a:uLnTx/>
              <a:uFillTx/>
              <a:latin typeface="Arial"/>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sz="1800" b="0" i="0" u="none" strike="noStrike" kern="1200" cap="none" spc="0" normalizeH="0" baseline="0" noProof="0">
                <a:ln>
                  <a:noFill/>
                </a:ln>
                <a:solidFill>
                  <a:prstClr val="black">
                    <a:tint val="75000"/>
                  </a:prstClr>
                </a:solidFill>
                <a:effectLst/>
                <a:uLnTx/>
                <a:uFillTx/>
                <a:latin typeface="Arial"/>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sz="1800" b="0" i="0" u="none" strike="noStrike" kern="1200" cap="none" spc="0" normalizeH="0" baseline="0" noProof="0">
              <a:ln>
                <a:noFill/>
              </a:ln>
              <a:solidFill>
                <a:prstClr val="black">
                  <a:tint val="75000"/>
                </a:prstClr>
              </a:solidFill>
              <a:effectLst/>
              <a:uLnTx/>
              <a:uFillTx/>
              <a:latin typeface="Arial"/>
            </a:endParaRPr>
          </a:p>
        </p:txBody>
      </p:sp>
    </p:spTree>
    <p:extLst>
      <p:ext uri="{BB962C8B-B14F-4D97-AF65-F5344CB8AC3E}">
        <p14:creationId xmlns:p14="http://schemas.microsoft.com/office/powerpoint/2010/main" val="4169010775"/>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secHead">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2CFBA1-1AF1-4D30-BA94-01E0937082AF}"/>
              </a:ext>
            </a:extLst>
          </p:cNvPr>
          <p:cNvSpPr>
            <a:spLocks noGrp="1"/>
          </p:cNvSpPr>
          <p:nvPr>
            <p:ph type="title"/>
          </p:nvPr>
        </p:nvSpPr>
        <p:spPr>
          <a:xfrm>
            <a:off x="687793" y="1413700"/>
            <a:ext cx="8694539" cy="2358791"/>
          </a:xfrm>
        </p:spPr>
        <p:txBody>
          <a:bodyPr anchor="b"/>
          <a:lstStyle>
            <a:lvl1pPr>
              <a:defRPr sz="4961"/>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2DF1BBFE-BBFE-42C1-8C1A-9D95E083A5D5}"/>
              </a:ext>
            </a:extLst>
          </p:cNvPr>
          <p:cNvSpPr>
            <a:spLocks noGrp="1"/>
          </p:cNvSpPr>
          <p:nvPr>
            <p:ph type="body" idx="1"/>
          </p:nvPr>
        </p:nvSpPr>
        <p:spPr>
          <a:xfrm>
            <a:off x="687793" y="3794807"/>
            <a:ext cx="8694539" cy="1240432"/>
          </a:xfrm>
        </p:spPr>
        <p:txBody>
          <a:bodyPr/>
          <a:lstStyle>
            <a:lvl1pPr marL="0" indent="0">
              <a:buNone/>
              <a:defRPr sz="1984">
                <a:solidFill>
                  <a:schemeClr val="tx1">
                    <a:tint val="75000"/>
                  </a:schemeClr>
                </a:solidFill>
              </a:defRPr>
            </a:lvl1pPr>
            <a:lvl2pPr marL="378013" indent="0">
              <a:buNone/>
              <a:defRPr sz="1654">
                <a:solidFill>
                  <a:schemeClr val="tx1">
                    <a:tint val="75000"/>
                  </a:schemeClr>
                </a:solidFill>
              </a:defRPr>
            </a:lvl2pPr>
            <a:lvl3pPr marL="756026" indent="0">
              <a:buNone/>
              <a:defRPr sz="1488">
                <a:solidFill>
                  <a:schemeClr val="tx1">
                    <a:tint val="75000"/>
                  </a:schemeClr>
                </a:solidFill>
              </a:defRPr>
            </a:lvl3pPr>
            <a:lvl4pPr marL="1134039" indent="0">
              <a:buNone/>
              <a:defRPr sz="1323">
                <a:solidFill>
                  <a:schemeClr val="tx1">
                    <a:tint val="75000"/>
                  </a:schemeClr>
                </a:solidFill>
              </a:defRPr>
            </a:lvl4pPr>
            <a:lvl5pPr marL="1512052" indent="0">
              <a:buNone/>
              <a:defRPr sz="1323">
                <a:solidFill>
                  <a:schemeClr val="tx1">
                    <a:tint val="75000"/>
                  </a:schemeClr>
                </a:solidFill>
              </a:defRPr>
            </a:lvl5pPr>
            <a:lvl6pPr marL="1890065" indent="0">
              <a:buNone/>
              <a:defRPr sz="1323">
                <a:solidFill>
                  <a:schemeClr val="tx1">
                    <a:tint val="75000"/>
                  </a:schemeClr>
                </a:solidFill>
              </a:defRPr>
            </a:lvl6pPr>
            <a:lvl7pPr marL="2268078" indent="0">
              <a:buNone/>
              <a:defRPr sz="1323">
                <a:solidFill>
                  <a:schemeClr val="tx1">
                    <a:tint val="75000"/>
                  </a:schemeClr>
                </a:solidFill>
              </a:defRPr>
            </a:lvl7pPr>
            <a:lvl8pPr marL="2646091" indent="0">
              <a:buNone/>
              <a:defRPr sz="1323">
                <a:solidFill>
                  <a:schemeClr val="tx1">
                    <a:tint val="75000"/>
                  </a:schemeClr>
                </a:solidFill>
              </a:defRPr>
            </a:lvl8pPr>
            <a:lvl9pPr marL="3024104" indent="0">
              <a:buNone/>
              <a:defRPr sz="1323">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B46B41A-82A1-4A88-93CB-0DCB1F83B93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5913EFE-DD89-4199-84EC-1A2BF4298B83}" type="datetimeFigureOut">
              <a:rPr kumimoji="0" lang="es-PE" sz="1800" b="0" i="0" u="none" strike="noStrike" kern="1200" cap="none" spc="0" normalizeH="0" baseline="0" noProof="0" smtClean="0">
                <a:ln>
                  <a:noFill/>
                </a:ln>
                <a:solidFill>
                  <a:prstClr val="black"/>
                </a:solidFill>
                <a:effectLst/>
                <a:uLnTx/>
                <a:uFillTx/>
                <a:latin typeface="Arial"/>
              </a:rPr>
              <a:pPr marL="0" marR="0" lvl="0" indent="0" algn="l" defTabSz="914400" rtl="0" eaLnBrk="1" fontAlgn="auto" latinLnBrk="0" hangingPunct="1">
                <a:lnSpc>
                  <a:spcPct val="100000"/>
                </a:lnSpc>
                <a:spcBef>
                  <a:spcPts val="0"/>
                </a:spcBef>
                <a:spcAft>
                  <a:spcPts val="0"/>
                </a:spcAft>
                <a:buClrTx/>
                <a:buSzTx/>
                <a:buFontTx/>
                <a:buNone/>
                <a:tabLst/>
                <a:defRPr/>
              </a:pPr>
              <a:t>20/02/2026</a:t>
            </a:fld>
            <a:endParaRPr kumimoji="0" lang="es-PE" sz="1800" b="0" i="0" u="none" strike="noStrike" kern="1200" cap="none" spc="0" normalizeH="0" baseline="0" noProof="0">
              <a:ln>
                <a:noFill/>
              </a:ln>
              <a:solidFill>
                <a:prstClr val="black"/>
              </a:solidFill>
              <a:effectLst/>
              <a:uLnTx/>
              <a:uFillTx/>
              <a:latin typeface="Arial"/>
            </a:endParaRPr>
          </a:p>
        </p:txBody>
      </p:sp>
      <p:sp>
        <p:nvSpPr>
          <p:cNvPr id="5" name="Marcador de pie de página 4">
            <a:extLst>
              <a:ext uri="{FF2B5EF4-FFF2-40B4-BE49-F238E27FC236}">
                <a16:creationId xmlns:a16="http://schemas.microsoft.com/office/drawing/2014/main" id="{3D5BFE93-267E-4666-B8E6-7F6705317413}"/>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a:ln>
                <a:noFill/>
              </a:ln>
              <a:solidFill>
                <a:prstClr val="black"/>
              </a:solidFill>
              <a:effectLst/>
              <a:uLnTx/>
              <a:uFillTx/>
              <a:latin typeface="Arial"/>
            </a:endParaRPr>
          </a:p>
        </p:txBody>
      </p:sp>
      <p:sp>
        <p:nvSpPr>
          <p:cNvPr id="6" name="Marcador de número de diapositiva 5">
            <a:extLst>
              <a:ext uri="{FF2B5EF4-FFF2-40B4-BE49-F238E27FC236}">
                <a16:creationId xmlns:a16="http://schemas.microsoft.com/office/drawing/2014/main" id="{824B1F0C-9B71-4DDC-BB39-7A70AF79443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0B5DCBB-2774-4FBE-AD60-4B47EB5C5E69}" type="slidenum">
              <a:rPr kumimoji="0" lang="es-PE" sz="1800" b="0" i="0" u="none" strike="noStrike" kern="1200" cap="none" spc="0" normalizeH="0" baseline="0" noProof="0" smtClean="0">
                <a:ln>
                  <a:noFill/>
                </a:ln>
                <a:solidFill>
                  <a:prstClr val="black"/>
                </a:solidFill>
                <a:effectLst/>
                <a:uLnTx/>
                <a:uFillTx/>
                <a:latin typeface="Arial"/>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PE" sz="1800" b="0" i="0" u="none" strike="noStrike" kern="1200" cap="none" spc="0" normalizeH="0" baseline="0" noProof="0">
              <a:ln>
                <a:noFill/>
              </a:ln>
              <a:solidFill>
                <a:prstClr val="black"/>
              </a:solidFill>
              <a:effectLst/>
              <a:uLnTx/>
              <a:uFillTx/>
              <a:latin typeface="Arial"/>
            </a:endParaRPr>
          </a:p>
        </p:txBody>
      </p:sp>
    </p:spTree>
    <p:extLst>
      <p:ext uri="{BB962C8B-B14F-4D97-AF65-F5344CB8AC3E}">
        <p14:creationId xmlns:p14="http://schemas.microsoft.com/office/powerpoint/2010/main" val="228761255"/>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712148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11" name="PlaceHolder 2"/>
          <p:cNvSpPr>
            <a:spLocks noGrp="1"/>
          </p:cNvSpPr>
          <p:nvPr>
            <p:ph type="subTitle"/>
          </p:nvPr>
        </p:nvSpPr>
        <p:spPr>
          <a:xfrm>
            <a:off x="360000" y="1350000"/>
            <a:ext cx="9180000" cy="3510000"/>
          </a:xfrm>
          <a:prstGeom prst="rect">
            <a:avLst/>
          </a:prstGeom>
        </p:spPr>
        <p:txBody>
          <a:bodyPr lIns="0" tIns="0" rIns="0" bIns="0">
            <a:noAutofit/>
          </a:bodyPr>
          <a:lstStyle/>
          <a:p>
            <a:endParaRPr lang="es-PE" sz="2600" b="0" strike="noStrike" spc="-1">
              <a:solidFill>
                <a:srgbClr val="1C1C1C"/>
              </a:solidFill>
              <a:latin typeface="Source Sans Pro Light"/>
            </a:endParaRPr>
          </a:p>
        </p:txBody>
      </p:sp>
    </p:spTree>
    <p:extLst>
      <p:ext uri="{BB962C8B-B14F-4D97-AF65-F5344CB8AC3E}">
        <p14:creationId xmlns:p14="http://schemas.microsoft.com/office/powerpoint/2010/main" val="400249723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13" name="PlaceHolder 2"/>
          <p:cNvSpPr>
            <a:spLocks noGrp="1"/>
          </p:cNvSpPr>
          <p:nvPr>
            <p:ph type="body"/>
          </p:nvPr>
        </p:nvSpPr>
        <p:spPr>
          <a:xfrm>
            <a:off x="360000" y="1350000"/>
            <a:ext cx="918000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15943946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15" name="PlaceHolder 2"/>
          <p:cNvSpPr>
            <a:spLocks noGrp="1"/>
          </p:cNvSpPr>
          <p:nvPr>
            <p:ph type="body"/>
          </p:nvPr>
        </p:nvSpPr>
        <p:spPr>
          <a:xfrm>
            <a:off x="36000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16" name="PlaceHolder 3"/>
          <p:cNvSpPr>
            <a:spLocks noGrp="1"/>
          </p:cNvSpPr>
          <p:nvPr>
            <p:ph type="body"/>
          </p:nvPr>
        </p:nvSpPr>
        <p:spPr>
          <a:xfrm>
            <a:off x="506376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198611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7"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Tree>
    <p:extLst>
      <p:ext uri="{BB962C8B-B14F-4D97-AF65-F5344CB8AC3E}">
        <p14:creationId xmlns:p14="http://schemas.microsoft.com/office/powerpoint/2010/main" val="1423034871"/>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8" name="PlaceHolder 1"/>
          <p:cNvSpPr>
            <a:spLocks noGrp="1"/>
          </p:cNvSpPr>
          <p:nvPr>
            <p:ph type="subTitle"/>
          </p:nvPr>
        </p:nvSpPr>
        <p:spPr>
          <a:xfrm>
            <a:off x="360000" y="270000"/>
            <a:ext cx="9360000" cy="3338640"/>
          </a:xfrm>
          <a:prstGeom prst="rect">
            <a:avLst/>
          </a:prstGeom>
        </p:spPr>
        <p:txBody>
          <a:bodyPr lIns="0" tIns="0" rIns="0" bIns="0">
            <a:noAutofit/>
          </a:bodyPr>
          <a:lstStyle/>
          <a:p>
            <a:endParaRPr lang="es-PE" sz="2600" b="0" strike="noStrike" spc="-1">
              <a:solidFill>
                <a:srgbClr val="1C1C1C"/>
              </a:solidFill>
              <a:latin typeface="Source Sans Pro Light"/>
            </a:endParaRPr>
          </a:p>
        </p:txBody>
      </p:sp>
    </p:spTree>
    <p:extLst>
      <p:ext uri="{BB962C8B-B14F-4D97-AF65-F5344CB8AC3E}">
        <p14:creationId xmlns:p14="http://schemas.microsoft.com/office/powerpoint/2010/main" val="2590223870"/>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20" name="PlaceHolder 2"/>
          <p:cNvSpPr>
            <a:spLocks noGrp="1"/>
          </p:cNvSpPr>
          <p:nvPr>
            <p:ph type="body"/>
          </p:nvPr>
        </p:nvSpPr>
        <p:spPr>
          <a:xfrm>
            <a:off x="36000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1" name="PlaceHolder 3"/>
          <p:cNvSpPr>
            <a:spLocks noGrp="1"/>
          </p:cNvSpPr>
          <p:nvPr>
            <p:ph type="body"/>
          </p:nvPr>
        </p:nvSpPr>
        <p:spPr>
          <a:xfrm>
            <a:off x="506376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2" name="PlaceHolder 4"/>
          <p:cNvSpPr>
            <a:spLocks noGrp="1"/>
          </p:cNvSpPr>
          <p:nvPr>
            <p:ph type="body"/>
          </p:nvPr>
        </p:nvSpPr>
        <p:spPr>
          <a:xfrm>
            <a:off x="36000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1448709616"/>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24" name="PlaceHolder 2"/>
          <p:cNvSpPr>
            <a:spLocks noGrp="1"/>
          </p:cNvSpPr>
          <p:nvPr>
            <p:ph type="body"/>
          </p:nvPr>
        </p:nvSpPr>
        <p:spPr>
          <a:xfrm>
            <a:off x="36000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5" name="PlaceHolder 3"/>
          <p:cNvSpPr>
            <a:spLocks noGrp="1"/>
          </p:cNvSpPr>
          <p:nvPr>
            <p:ph type="body"/>
          </p:nvPr>
        </p:nvSpPr>
        <p:spPr>
          <a:xfrm>
            <a:off x="506376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6" name="PlaceHolder 4"/>
          <p:cNvSpPr>
            <a:spLocks noGrp="1"/>
          </p:cNvSpPr>
          <p:nvPr>
            <p:ph type="body"/>
          </p:nvPr>
        </p:nvSpPr>
        <p:spPr>
          <a:xfrm>
            <a:off x="506376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1350530449"/>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28" name="PlaceHolder 2"/>
          <p:cNvSpPr>
            <a:spLocks noGrp="1"/>
          </p:cNvSpPr>
          <p:nvPr>
            <p:ph type="body"/>
          </p:nvPr>
        </p:nvSpPr>
        <p:spPr>
          <a:xfrm>
            <a:off x="36000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9" name="PlaceHolder 3"/>
          <p:cNvSpPr>
            <a:spLocks noGrp="1"/>
          </p:cNvSpPr>
          <p:nvPr>
            <p:ph type="body"/>
          </p:nvPr>
        </p:nvSpPr>
        <p:spPr>
          <a:xfrm>
            <a:off x="506376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0" name="PlaceHolder 4"/>
          <p:cNvSpPr>
            <a:spLocks noGrp="1"/>
          </p:cNvSpPr>
          <p:nvPr>
            <p:ph type="body"/>
          </p:nvPr>
        </p:nvSpPr>
        <p:spPr>
          <a:xfrm>
            <a:off x="360000" y="3183480"/>
            <a:ext cx="91800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169576037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32" name="PlaceHolder 2"/>
          <p:cNvSpPr>
            <a:spLocks noGrp="1"/>
          </p:cNvSpPr>
          <p:nvPr>
            <p:ph type="body"/>
          </p:nvPr>
        </p:nvSpPr>
        <p:spPr>
          <a:xfrm>
            <a:off x="360000" y="1350000"/>
            <a:ext cx="91800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3" name="PlaceHolder 3"/>
          <p:cNvSpPr>
            <a:spLocks noGrp="1"/>
          </p:cNvSpPr>
          <p:nvPr>
            <p:ph type="body"/>
          </p:nvPr>
        </p:nvSpPr>
        <p:spPr>
          <a:xfrm>
            <a:off x="360000" y="3183480"/>
            <a:ext cx="91800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337612919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35" name="PlaceHolder 2"/>
          <p:cNvSpPr>
            <a:spLocks noGrp="1"/>
          </p:cNvSpPr>
          <p:nvPr>
            <p:ph type="body"/>
          </p:nvPr>
        </p:nvSpPr>
        <p:spPr>
          <a:xfrm>
            <a:off x="36000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6" name="PlaceHolder 3"/>
          <p:cNvSpPr>
            <a:spLocks noGrp="1"/>
          </p:cNvSpPr>
          <p:nvPr>
            <p:ph type="body"/>
          </p:nvPr>
        </p:nvSpPr>
        <p:spPr>
          <a:xfrm>
            <a:off x="506376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7" name="PlaceHolder 4"/>
          <p:cNvSpPr>
            <a:spLocks noGrp="1"/>
          </p:cNvSpPr>
          <p:nvPr>
            <p:ph type="body"/>
          </p:nvPr>
        </p:nvSpPr>
        <p:spPr>
          <a:xfrm>
            <a:off x="36000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8" name="PlaceHolder 5"/>
          <p:cNvSpPr>
            <a:spLocks noGrp="1"/>
          </p:cNvSpPr>
          <p:nvPr>
            <p:ph type="body"/>
          </p:nvPr>
        </p:nvSpPr>
        <p:spPr>
          <a:xfrm>
            <a:off x="506376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2089442951"/>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40" name="PlaceHolder 2"/>
          <p:cNvSpPr>
            <a:spLocks noGrp="1"/>
          </p:cNvSpPr>
          <p:nvPr>
            <p:ph type="body"/>
          </p:nvPr>
        </p:nvSpPr>
        <p:spPr>
          <a:xfrm>
            <a:off x="360000" y="135000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1" name="PlaceHolder 3"/>
          <p:cNvSpPr>
            <a:spLocks noGrp="1"/>
          </p:cNvSpPr>
          <p:nvPr>
            <p:ph type="body"/>
          </p:nvPr>
        </p:nvSpPr>
        <p:spPr>
          <a:xfrm>
            <a:off x="3463920" y="135000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2" name="PlaceHolder 4"/>
          <p:cNvSpPr>
            <a:spLocks noGrp="1"/>
          </p:cNvSpPr>
          <p:nvPr>
            <p:ph type="body"/>
          </p:nvPr>
        </p:nvSpPr>
        <p:spPr>
          <a:xfrm>
            <a:off x="6567480" y="135000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3" name="PlaceHolder 5"/>
          <p:cNvSpPr>
            <a:spLocks noGrp="1"/>
          </p:cNvSpPr>
          <p:nvPr>
            <p:ph type="body"/>
          </p:nvPr>
        </p:nvSpPr>
        <p:spPr>
          <a:xfrm>
            <a:off x="360000" y="318348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4" name="PlaceHolder 6"/>
          <p:cNvSpPr>
            <a:spLocks noGrp="1"/>
          </p:cNvSpPr>
          <p:nvPr>
            <p:ph type="body"/>
          </p:nvPr>
        </p:nvSpPr>
        <p:spPr>
          <a:xfrm>
            <a:off x="3463920" y="318348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5" name="PlaceHolder 7"/>
          <p:cNvSpPr>
            <a:spLocks noGrp="1"/>
          </p:cNvSpPr>
          <p:nvPr>
            <p:ph type="body"/>
          </p:nvPr>
        </p:nvSpPr>
        <p:spPr>
          <a:xfrm>
            <a:off x="6567480" y="318348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extLst>
      <p:ext uri="{BB962C8B-B14F-4D97-AF65-F5344CB8AC3E}">
        <p14:creationId xmlns:p14="http://schemas.microsoft.com/office/powerpoint/2010/main" val="226926484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196" b="0"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898" b="0" i="0">
                <a:solidFill>
                  <a:srgbClr val="1C1C1C"/>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tint val="75000"/>
                </a:prstClr>
              </a:solidFill>
              <a:effectLst/>
              <a:uLnTx/>
              <a:uFillTx/>
              <a:latin typeface="Aria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800" b="0" i="0" u="none" strike="noStrike" kern="1200" cap="none" spc="0" normalizeH="0" baseline="0" noProof="0">
                <a:ln>
                  <a:noFill/>
                </a:ln>
                <a:solidFill>
                  <a:prstClr val="black">
                    <a:tint val="75000"/>
                  </a:prstClr>
                </a:solidFill>
                <a:effectLst/>
                <a:uLnTx/>
                <a:uFillTx/>
                <a:latin typeface="Arial"/>
              </a:rPr>
              <a:pPr marL="0" marR="0" lvl="0" indent="0" algn="l" defTabSz="914400" rtl="0" eaLnBrk="1" fontAlgn="auto" latinLnBrk="0" hangingPunct="1">
                <a:lnSpc>
                  <a:spcPct val="100000"/>
                </a:lnSpc>
                <a:spcBef>
                  <a:spcPts val="0"/>
                </a:spcBef>
                <a:spcAft>
                  <a:spcPts val="0"/>
                </a:spcAft>
                <a:buClrTx/>
                <a:buSzTx/>
                <a:buFontTx/>
                <a:buNone/>
                <a:tabLst/>
                <a:defRPr/>
              </a:pPr>
              <a:t>2/20/2026</a:t>
            </a:fld>
            <a:endParaRPr kumimoji="0" lang="en-US" sz="1800" b="0" i="0" u="none" strike="noStrike" kern="1200" cap="none" spc="0" normalizeH="0" baseline="0" noProof="0">
              <a:ln>
                <a:noFill/>
              </a:ln>
              <a:solidFill>
                <a:prstClr val="black">
                  <a:tint val="75000"/>
                </a:prstClr>
              </a:solidFill>
              <a:effectLst/>
              <a:uLnTx/>
              <a:uFillTx/>
              <a:latin typeface="Arial"/>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sz="1800" b="0" i="0" u="none" strike="noStrike" kern="1200" cap="none" spc="0" normalizeH="0" baseline="0" noProof="0">
                <a:ln>
                  <a:noFill/>
                </a:ln>
                <a:solidFill>
                  <a:prstClr val="black">
                    <a:tint val="75000"/>
                  </a:prstClr>
                </a:solidFill>
                <a:effectLst/>
                <a:uLnTx/>
                <a:uFillTx/>
                <a:latin typeface="Arial"/>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sz="1800" b="0" i="0" u="none" strike="noStrike" kern="1200" cap="none" spc="0" normalizeH="0" baseline="0" noProof="0">
              <a:ln>
                <a:noFill/>
              </a:ln>
              <a:solidFill>
                <a:prstClr val="black">
                  <a:tint val="75000"/>
                </a:prstClr>
              </a:solidFill>
              <a:effectLst/>
              <a:uLnTx/>
              <a:uFillTx/>
              <a:latin typeface="Arial"/>
            </a:endParaRPr>
          </a:p>
        </p:txBody>
      </p:sp>
    </p:spTree>
    <p:extLst>
      <p:ext uri="{BB962C8B-B14F-4D97-AF65-F5344CB8AC3E}">
        <p14:creationId xmlns:p14="http://schemas.microsoft.com/office/powerpoint/2010/main" val="2301841904"/>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secHead">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2CFBA1-1AF1-4D30-BA94-01E0937082AF}"/>
              </a:ext>
            </a:extLst>
          </p:cNvPr>
          <p:cNvSpPr>
            <a:spLocks noGrp="1"/>
          </p:cNvSpPr>
          <p:nvPr>
            <p:ph type="title"/>
          </p:nvPr>
        </p:nvSpPr>
        <p:spPr>
          <a:xfrm>
            <a:off x="687793" y="1413700"/>
            <a:ext cx="8694539" cy="2358791"/>
          </a:xfrm>
        </p:spPr>
        <p:txBody>
          <a:bodyPr anchor="b"/>
          <a:lstStyle>
            <a:lvl1pPr>
              <a:defRPr sz="4961"/>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2DF1BBFE-BBFE-42C1-8C1A-9D95E083A5D5}"/>
              </a:ext>
            </a:extLst>
          </p:cNvPr>
          <p:cNvSpPr>
            <a:spLocks noGrp="1"/>
          </p:cNvSpPr>
          <p:nvPr>
            <p:ph type="body" idx="1"/>
          </p:nvPr>
        </p:nvSpPr>
        <p:spPr>
          <a:xfrm>
            <a:off x="687793" y="3794807"/>
            <a:ext cx="8694539" cy="1240432"/>
          </a:xfrm>
        </p:spPr>
        <p:txBody>
          <a:bodyPr/>
          <a:lstStyle>
            <a:lvl1pPr marL="0" indent="0">
              <a:buNone/>
              <a:defRPr sz="1984">
                <a:solidFill>
                  <a:schemeClr val="tx1">
                    <a:tint val="75000"/>
                  </a:schemeClr>
                </a:solidFill>
              </a:defRPr>
            </a:lvl1pPr>
            <a:lvl2pPr marL="378013" indent="0">
              <a:buNone/>
              <a:defRPr sz="1654">
                <a:solidFill>
                  <a:schemeClr val="tx1">
                    <a:tint val="75000"/>
                  </a:schemeClr>
                </a:solidFill>
              </a:defRPr>
            </a:lvl2pPr>
            <a:lvl3pPr marL="756026" indent="0">
              <a:buNone/>
              <a:defRPr sz="1488">
                <a:solidFill>
                  <a:schemeClr val="tx1">
                    <a:tint val="75000"/>
                  </a:schemeClr>
                </a:solidFill>
              </a:defRPr>
            </a:lvl3pPr>
            <a:lvl4pPr marL="1134039" indent="0">
              <a:buNone/>
              <a:defRPr sz="1323">
                <a:solidFill>
                  <a:schemeClr val="tx1">
                    <a:tint val="75000"/>
                  </a:schemeClr>
                </a:solidFill>
              </a:defRPr>
            </a:lvl4pPr>
            <a:lvl5pPr marL="1512052" indent="0">
              <a:buNone/>
              <a:defRPr sz="1323">
                <a:solidFill>
                  <a:schemeClr val="tx1">
                    <a:tint val="75000"/>
                  </a:schemeClr>
                </a:solidFill>
              </a:defRPr>
            </a:lvl5pPr>
            <a:lvl6pPr marL="1890065" indent="0">
              <a:buNone/>
              <a:defRPr sz="1323">
                <a:solidFill>
                  <a:schemeClr val="tx1">
                    <a:tint val="75000"/>
                  </a:schemeClr>
                </a:solidFill>
              </a:defRPr>
            </a:lvl6pPr>
            <a:lvl7pPr marL="2268078" indent="0">
              <a:buNone/>
              <a:defRPr sz="1323">
                <a:solidFill>
                  <a:schemeClr val="tx1">
                    <a:tint val="75000"/>
                  </a:schemeClr>
                </a:solidFill>
              </a:defRPr>
            </a:lvl7pPr>
            <a:lvl8pPr marL="2646091" indent="0">
              <a:buNone/>
              <a:defRPr sz="1323">
                <a:solidFill>
                  <a:schemeClr val="tx1">
                    <a:tint val="75000"/>
                  </a:schemeClr>
                </a:solidFill>
              </a:defRPr>
            </a:lvl8pPr>
            <a:lvl9pPr marL="3024104" indent="0">
              <a:buNone/>
              <a:defRPr sz="1323">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B46B41A-82A1-4A88-93CB-0DCB1F83B93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5913EFE-DD89-4199-84EC-1A2BF4298B83}" type="datetimeFigureOut">
              <a:rPr kumimoji="0" lang="es-PE" sz="1800" b="0" i="0" u="none" strike="noStrike" kern="1200" cap="none" spc="0" normalizeH="0" baseline="0" noProof="0" smtClean="0">
                <a:ln>
                  <a:noFill/>
                </a:ln>
                <a:solidFill>
                  <a:prstClr val="black"/>
                </a:solidFill>
                <a:effectLst/>
                <a:uLnTx/>
                <a:uFillTx/>
                <a:latin typeface="Arial"/>
              </a:rPr>
              <a:pPr marL="0" marR="0" lvl="0" indent="0" algn="l" defTabSz="914400" rtl="0" eaLnBrk="1" fontAlgn="auto" latinLnBrk="0" hangingPunct="1">
                <a:lnSpc>
                  <a:spcPct val="100000"/>
                </a:lnSpc>
                <a:spcBef>
                  <a:spcPts val="0"/>
                </a:spcBef>
                <a:spcAft>
                  <a:spcPts val="0"/>
                </a:spcAft>
                <a:buClrTx/>
                <a:buSzTx/>
                <a:buFontTx/>
                <a:buNone/>
                <a:tabLst/>
                <a:defRPr/>
              </a:pPr>
              <a:t>20/02/2026</a:t>
            </a:fld>
            <a:endParaRPr kumimoji="0" lang="es-PE" sz="1800" b="0" i="0" u="none" strike="noStrike" kern="1200" cap="none" spc="0" normalizeH="0" baseline="0" noProof="0">
              <a:ln>
                <a:noFill/>
              </a:ln>
              <a:solidFill>
                <a:prstClr val="black"/>
              </a:solidFill>
              <a:effectLst/>
              <a:uLnTx/>
              <a:uFillTx/>
              <a:latin typeface="Arial"/>
            </a:endParaRPr>
          </a:p>
        </p:txBody>
      </p:sp>
      <p:sp>
        <p:nvSpPr>
          <p:cNvPr id="5" name="Marcador de pie de página 4">
            <a:extLst>
              <a:ext uri="{FF2B5EF4-FFF2-40B4-BE49-F238E27FC236}">
                <a16:creationId xmlns:a16="http://schemas.microsoft.com/office/drawing/2014/main" id="{3D5BFE93-267E-4666-B8E6-7F6705317413}"/>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a:ln>
                <a:noFill/>
              </a:ln>
              <a:solidFill>
                <a:prstClr val="black"/>
              </a:solidFill>
              <a:effectLst/>
              <a:uLnTx/>
              <a:uFillTx/>
              <a:latin typeface="Arial"/>
            </a:endParaRPr>
          </a:p>
        </p:txBody>
      </p:sp>
      <p:sp>
        <p:nvSpPr>
          <p:cNvPr id="6" name="Marcador de número de diapositiva 5">
            <a:extLst>
              <a:ext uri="{FF2B5EF4-FFF2-40B4-BE49-F238E27FC236}">
                <a16:creationId xmlns:a16="http://schemas.microsoft.com/office/drawing/2014/main" id="{824B1F0C-9B71-4DDC-BB39-7A70AF79443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0B5DCBB-2774-4FBE-AD60-4B47EB5C5E69}" type="slidenum">
              <a:rPr kumimoji="0" lang="es-PE" sz="1800" b="0" i="0" u="none" strike="noStrike" kern="1200" cap="none" spc="0" normalizeH="0" baseline="0" noProof="0" smtClean="0">
                <a:ln>
                  <a:noFill/>
                </a:ln>
                <a:solidFill>
                  <a:prstClr val="black"/>
                </a:solidFill>
                <a:effectLst/>
                <a:uLnTx/>
                <a:uFillTx/>
                <a:latin typeface="Arial"/>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PE" sz="1800" b="0" i="0" u="none" strike="noStrike" kern="1200" cap="none" spc="0" normalizeH="0" baseline="0" noProof="0">
              <a:ln>
                <a:noFill/>
              </a:ln>
              <a:solidFill>
                <a:prstClr val="black"/>
              </a:solidFill>
              <a:effectLst/>
              <a:uLnTx/>
              <a:uFillTx/>
              <a:latin typeface="Arial"/>
            </a:endParaRPr>
          </a:p>
        </p:txBody>
      </p:sp>
    </p:spTree>
    <p:extLst>
      <p:ext uri="{BB962C8B-B14F-4D97-AF65-F5344CB8AC3E}">
        <p14:creationId xmlns:p14="http://schemas.microsoft.com/office/powerpoint/2010/main" val="3524860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theme" Target="../theme/theme3.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theme" Target="../theme/theme4.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slideLayout" Target="../slideLayouts/slideLayout65.xml"/><Relationship Id="rId3" Type="http://schemas.openxmlformats.org/officeDocument/2006/relationships/slideLayout" Target="../slideLayouts/slideLayout55.xml"/><Relationship Id="rId7" Type="http://schemas.openxmlformats.org/officeDocument/2006/relationships/slideLayout" Target="../slideLayouts/slideLayout59.xml"/><Relationship Id="rId12" Type="http://schemas.openxmlformats.org/officeDocument/2006/relationships/slideLayout" Target="../slideLayouts/slideLayout64.xml"/><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5" Type="http://schemas.openxmlformats.org/officeDocument/2006/relationships/slideLayout" Target="../slideLayouts/slideLayout57.xml"/><Relationship Id="rId15" Type="http://schemas.openxmlformats.org/officeDocument/2006/relationships/theme" Target="../theme/theme5.xml"/><Relationship Id="rId10" Type="http://schemas.openxmlformats.org/officeDocument/2006/relationships/slideLayout" Target="../slideLayouts/slideLayout62.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slideLayout" Target="../slideLayouts/slideLayout79.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slideLayout" Target="../slideLayouts/slideLayout78.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5" Type="http://schemas.openxmlformats.org/officeDocument/2006/relationships/theme" Target="../theme/theme6.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 Id="rId14" Type="http://schemas.openxmlformats.org/officeDocument/2006/relationships/slideLayout" Target="../slideLayouts/slideLayout80.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8.xml"/><Relationship Id="rId13" Type="http://schemas.openxmlformats.org/officeDocument/2006/relationships/slideLayout" Target="../slideLayouts/slideLayout93.xml"/><Relationship Id="rId3" Type="http://schemas.openxmlformats.org/officeDocument/2006/relationships/slideLayout" Target="../slideLayouts/slideLayout83.xml"/><Relationship Id="rId7" Type="http://schemas.openxmlformats.org/officeDocument/2006/relationships/slideLayout" Target="../slideLayouts/slideLayout87.xml"/><Relationship Id="rId12" Type="http://schemas.openxmlformats.org/officeDocument/2006/relationships/slideLayout" Target="../slideLayouts/slideLayout92.xml"/><Relationship Id="rId2" Type="http://schemas.openxmlformats.org/officeDocument/2006/relationships/slideLayout" Target="../slideLayouts/slideLayout82.xml"/><Relationship Id="rId1" Type="http://schemas.openxmlformats.org/officeDocument/2006/relationships/slideLayout" Target="../slideLayouts/slideLayout81.xml"/><Relationship Id="rId6" Type="http://schemas.openxmlformats.org/officeDocument/2006/relationships/slideLayout" Target="../slideLayouts/slideLayout86.xml"/><Relationship Id="rId11" Type="http://schemas.openxmlformats.org/officeDocument/2006/relationships/slideLayout" Target="../slideLayouts/slideLayout91.xml"/><Relationship Id="rId5" Type="http://schemas.openxmlformats.org/officeDocument/2006/relationships/slideLayout" Target="../slideLayouts/slideLayout85.xml"/><Relationship Id="rId15" Type="http://schemas.openxmlformats.org/officeDocument/2006/relationships/theme" Target="../theme/theme7.xml"/><Relationship Id="rId10" Type="http://schemas.openxmlformats.org/officeDocument/2006/relationships/slideLayout" Target="../slideLayouts/slideLayout90.xml"/><Relationship Id="rId4" Type="http://schemas.openxmlformats.org/officeDocument/2006/relationships/slideLayout" Target="../slideLayouts/slideLayout84.xml"/><Relationship Id="rId9" Type="http://schemas.openxmlformats.org/officeDocument/2006/relationships/slideLayout" Target="../slideLayouts/slideLayout89.xml"/><Relationship Id="rId14" Type="http://schemas.openxmlformats.org/officeDocument/2006/relationships/slideLayout" Target="../slideLayouts/slideLayout94.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02.xml"/><Relationship Id="rId13" Type="http://schemas.openxmlformats.org/officeDocument/2006/relationships/slideLayout" Target="../slideLayouts/slideLayout107.xml"/><Relationship Id="rId3" Type="http://schemas.openxmlformats.org/officeDocument/2006/relationships/slideLayout" Target="../slideLayouts/slideLayout97.xml"/><Relationship Id="rId7" Type="http://schemas.openxmlformats.org/officeDocument/2006/relationships/slideLayout" Target="../slideLayouts/slideLayout101.xml"/><Relationship Id="rId12" Type="http://schemas.openxmlformats.org/officeDocument/2006/relationships/slideLayout" Target="../slideLayouts/slideLayout106.xml"/><Relationship Id="rId2" Type="http://schemas.openxmlformats.org/officeDocument/2006/relationships/slideLayout" Target="../slideLayouts/slideLayout96.xml"/><Relationship Id="rId1" Type="http://schemas.openxmlformats.org/officeDocument/2006/relationships/slideLayout" Target="../slideLayouts/slideLayout95.xml"/><Relationship Id="rId6" Type="http://schemas.openxmlformats.org/officeDocument/2006/relationships/slideLayout" Target="../slideLayouts/slideLayout100.xml"/><Relationship Id="rId11" Type="http://schemas.openxmlformats.org/officeDocument/2006/relationships/slideLayout" Target="../slideLayouts/slideLayout105.xml"/><Relationship Id="rId5" Type="http://schemas.openxmlformats.org/officeDocument/2006/relationships/slideLayout" Target="../slideLayouts/slideLayout99.xml"/><Relationship Id="rId15" Type="http://schemas.openxmlformats.org/officeDocument/2006/relationships/theme" Target="../theme/theme8.xml"/><Relationship Id="rId10" Type="http://schemas.openxmlformats.org/officeDocument/2006/relationships/slideLayout" Target="../slideLayouts/slideLayout104.xml"/><Relationship Id="rId4" Type="http://schemas.openxmlformats.org/officeDocument/2006/relationships/slideLayout" Target="../slideLayouts/slideLayout98.xml"/><Relationship Id="rId9" Type="http://schemas.openxmlformats.org/officeDocument/2006/relationships/slideLayout" Target="../slideLayouts/slideLayout103.xml"/><Relationship Id="rId14" Type="http://schemas.openxmlformats.org/officeDocument/2006/relationships/slideLayout" Target="../slideLayouts/slideLayout10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CustomShape 1"/>
          <p:cNvSpPr/>
          <p:nvPr/>
        </p:nvSpPr>
        <p:spPr>
          <a:xfrm>
            <a:off x="0" y="180000"/>
            <a:ext cx="9720000" cy="900000"/>
          </a:xfrm>
          <a:prstGeom prst="rect">
            <a:avLst/>
          </a:prstGeom>
          <a:solidFill>
            <a:srgbClr val="C9211E"/>
          </a:solidFill>
          <a:ln w="18000">
            <a:noFill/>
          </a:ln>
        </p:spPr>
        <p:style>
          <a:lnRef idx="0">
            <a:scrgbClr r="0" g="0" b="0"/>
          </a:lnRef>
          <a:fillRef idx="0">
            <a:scrgbClr r="0" g="0" b="0"/>
          </a:fillRef>
          <a:effectRef idx="0">
            <a:scrgbClr r="0" g="0" b="0"/>
          </a:effectRef>
          <a:fontRef idx="minor"/>
        </p:style>
      </p:sp>
      <p:sp>
        <p:nvSpPr>
          <p:cNvPr id="11" name="CustomShape 2"/>
          <p:cNvSpPr/>
          <p:nvPr/>
        </p:nvSpPr>
        <p:spPr>
          <a:xfrm>
            <a:off x="7560000" y="5130000"/>
            <a:ext cx="2520000" cy="405000"/>
          </a:xfrm>
          <a:prstGeom prst="rect">
            <a:avLst/>
          </a:prstGeom>
          <a:solidFill>
            <a:srgbClr val="C9211E"/>
          </a:solidFill>
          <a:ln w="18000">
            <a:noFill/>
          </a:ln>
        </p:spPr>
        <p:style>
          <a:lnRef idx="0">
            <a:scrgbClr r="0" g="0" b="0"/>
          </a:lnRef>
          <a:fillRef idx="0">
            <a:scrgbClr r="0" g="0" b="0"/>
          </a:fillRef>
          <a:effectRef idx="0">
            <a:scrgbClr r="0" g="0" b="0"/>
          </a:effectRef>
          <a:fontRef idx="minor"/>
        </p:style>
      </p:sp>
      <p:sp>
        <p:nvSpPr>
          <p:cNvPr id="2" name="CustomShape 3"/>
          <p:cNvSpPr/>
          <p:nvPr/>
        </p:nvSpPr>
        <p:spPr>
          <a:xfrm>
            <a:off x="900000" y="5130000"/>
            <a:ext cx="6480000" cy="405000"/>
          </a:xfrm>
          <a:prstGeom prst="rect">
            <a:avLst/>
          </a:prstGeom>
          <a:solidFill>
            <a:srgbClr val="B2B2B2"/>
          </a:solidFill>
          <a:ln w="0">
            <a:solidFill>
              <a:srgbClr val="808080"/>
            </a:solidFill>
          </a:ln>
        </p:spPr>
        <p:style>
          <a:lnRef idx="0">
            <a:scrgbClr r="0" g="0" b="0"/>
          </a:lnRef>
          <a:fillRef idx="0">
            <a:scrgbClr r="0" g="0" b="0"/>
          </a:fillRef>
          <a:effectRef idx="0">
            <a:scrgbClr r="0" g="0" b="0"/>
          </a:effectRef>
          <a:fontRef idx="minor"/>
        </p:style>
      </p:sp>
      <p:sp>
        <p:nvSpPr>
          <p:cNvPr id="3" name="CustomShape 4"/>
          <p:cNvSpPr/>
          <p:nvPr/>
        </p:nvSpPr>
        <p:spPr>
          <a:xfrm>
            <a:off x="180000" y="5130000"/>
            <a:ext cx="540000" cy="405000"/>
          </a:xfrm>
          <a:prstGeom prst="rect">
            <a:avLst/>
          </a:prstGeom>
          <a:noFill/>
          <a:ln w="72000">
            <a:noFill/>
          </a:ln>
        </p:spPr>
        <p:style>
          <a:lnRef idx="0">
            <a:scrgbClr r="0" g="0" b="0"/>
          </a:lnRef>
          <a:fillRef idx="0">
            <a:scrgbClr r="0" g="0" b="0"/>
          </a:fillRef>
          <a:effectRef idx="0">
            <a:scrgbClr r="0" g="0" b="0"/>
          </a:effectRef>
          <a:fontRef idx="minor"/>
        </p:style>
      </p:sp>
      <p:sp>
        <p:nvSpPr>
          <p:cNvPr id="4" name="PlaceHolder 5"/>
          <p:cNvSpPr>
            <a:spLocks noGrp="1"/>
          </p:cNvSpPr>
          <p:nvPr>
            <p:ph type="title"/>
          </p:nvPr>
        </p:nvSpPr>
        <p:spPr>
          <a:xfrm>
            <a:off x="360000" y="270000"/>
            <a:ext cx="9360000" cy="720000"/>
          </a:xfrm>
          <a:prstGeom prst="rect">
            <a:avLst/>
          </a:prstGeom>
        </p:spPr>
        <p:txBody>
          <a:bodyPr lIns="0" tIns="0" rIns="0" bIns="0" anchor="b">
            <a:noAutofit/>
          </a:bodyPr>
          <a:lstStyle/>
          <a:p>
            <a:r>
              <a:rPr lang="es-PE" sz="2400" b="1" strike="noStrike" spc="-1">
                <a:solidFill>
                  <a:srgbClr val="FFFFFF"/>
                </a:solidFill>
                <a:latin typeface="Source Sans Pro Black"/>
              </a:rPr>
              <a:t>Pulse para editar el formato del texto de título</a:t>
            </a:r>
          </a:p>
        </p:txBody>
      </p:sp>
      <p:sp>
        <p:nvSpPr>
          <p:cNvPr id="5" name="PlaceHolder 6"/>
          <p:cNvSpPr>
            <a:spLocks noGrp="1"/>
          </p:cNvSpPr>
          <p:nvPr>
            <p:ph type="body"/>
          </p:nvPr>
        </p:nvSpPr>
        <p:spPr>
          <a:xfrm>
            <a:off x="360000" y="1350000"/>
            <a:ext cx="9180000" cy="3510000"/>
          </a:xfrm>
          <a:prstGeom prst="rect">
            <a:avLst/>
          </a:prstGeom>
        </p:spPr>
        <p:txBody>
          <a:bodyPr lIns="0" tIns="0" rIns="0" bIns="0">
            <a:normAutofit/>
          </a:bodyPr>
          <a:lstStyle/>
          <a:p>
            <a:pPr>
              <a:spcAft>
                <a:spcPts val="853"/>
              </a:spcAft>
            </a:pPr>
            <a:r>
              <a:rPr lang="es-PE" sz="1950" b="1" strike="noStrike" spc="-1">
                <a:solidFill>
                  <a:srgbClr val="1C1C1C"/>
                </a:solidFill>
                <a:latin typeface="Source Sans Pro Semibold"/>
              </a:rPr>
              <a:t>Pulse para editar el formato de texto del esquema</a:t>
            </a:r>
          </a:p>
          <a:p>
            <a:pPr marL="288000" lvl="1">
              <a:spcAft>
                <a:spcPts val="848"/>
              </a:spcAft>
            </a:pPr>
            <a:r>
              <a:rPr lang="es-PE" sz="1650" b="0" strike="noStrike" spc="-1">
                <a:solidFill>
                  <a:srgbClr val="1C1C1C"/>
                </a:solidFill>
                <a:latin typeface="Source Sans Pro Light"/>
              </a:rPr>
              <a:t>Segundo nivel del esquema</a:t>
            </a:r>
          </a:p>
          <a:p>
            <a:pPr marL="576000" lvl="2">
              <a:spcAft>
                <a:spcPts val="635"/>
              </a:spcAft>
            </a:pPr>
            <a:r>
              <a:rPr lang="es-PE" sz="1350" b="0" strike="noStrike" spc="-1">
                <a:solidFill>
                  <a:srgbClr val="1C1C1C"/>
                </a:solidFill>
                <a:latin typeface="Source Sans Pro Light"/>
              </a:rPr>
              <a:t>Tercer nivel del esquema</a:t>
            </a:r>
          </a:p>
          <a:p>
            <a:pPr marL="864000" lvl="3">
              <a:spcAft>
                <a:spcPts val="425"/>
              </a:spcAft>
            </a:pPr>
            <a:r>
              <a:rPr lang="es-PE" sz="1200" b="0" strike="noStrike" spc="-1">
                <a:solidFill>
                  <a:srgbClr val="1C1C1C"/>
                </a:solidFill>
                <a:latin typeface="Source Sans Pro Light"/>
              </a:rPr>
              <a:t>Cuarto nivel del esquema</a:t>
            </a:r>
          </a:p>
          <a:p>
            <a:pPr marL="1152000" lvl="4">
              <a:spcAft>
                <a:spcPts val="213"/>
              </a:spcAft>
            </a:pPr>
            <a:r>
              <a:rPr lang="es-PE" sz="1200" b="0" strike="noStrike" spc="-1">
                <a:solidFill>
                  <a:srgbClr val="1C1C1C"/>
                </a:solidFill>
                <a:latin typeface="Source Sans Pro Light"/>
              </a:rPr>
              <a:t>Quinto nivel del esquema</a:t>
            </a:r>
          </a:p>
          <a:p>
            <a:pPr marL="1440000" lvl="5">
              <a:spcAft>
                <a:spcPts val="213"/>
              </a:spcAft>
            </a:pPr>
            <a:r>
              <a:rPr lang="es-PE" sz="1200" b="0" strike="noStrike" spc="-1">
                <a:solidFill>
                  <a:srgbClr val="1C1C1C"/>
                </a:solidFill>
                <a:latin typeface="Source Sans Pro Light"/>
              </a:rPr>
              <a:t>Sexto nivel del esquema</a:t>
            </a:r>
          </a:p>
          <a:p>
            <a:pPr marL="1728000" lvl="6">
              <a:spcAft>
                <a:spcPts val="213"/>
              </a:spcAft>
            </a:pPr>
            <a:r>
              <a:rPr lang="es-PE" sz="1200" b="0" strike="noStrike" spc="-1">
                <a:solidFill>
                  <a:srgbClr val="1C1C1C"/>
                </a:solidFill>
                <a:latin typeface="Source Sans Pro Light"/>
              </a:rPr>
              <a:t>Séptimo nivel del esquema</a:t>
            </a:r>
          </a:p>
        </p:txBody>
      </p:sp>
      <p:sp>
        <p:nvSpPr>
          <p:cNvPr id="6" name="CustomShape 7"/>
          <p:cNvSpPr/>
          <p:nvPr/>
        </p:nvSpPr>
        <p:spPr>
          <a:xfrm>
            <a:off x="180000" y="5130000"/>
            <a:ext cx="540000" cy="405000"/>
          </a:xfrm>
          <a:prstGeom prst="rect">
            <a:avLst/>
          </a:prstGeom>
          <a:solidFill>
            <a:srgbClr val="C9211E"/>
          </a:solidFill>
          <a:ln w="18000">
            <a:noFill/>
          </a:ln>
        </p:spPr>
        <p:style>
          <a:lnRef idx="0">
            <a:scrgbClr r="0" g="0" b="0"/>
          </a:lnRef>
          <a:fillRef idx="0">
            <a:scrgbClr r="0" g="0" b="0"/>
          </a:fillRef>
          <a:effectRef idx="0">
            <a:scrgbClr r="0" g="0" b="0"/>
          </a:effectRef>
          <a:fontRef idx="minor"/>
        </p:style>
      </p:sp>
      <p:sp>
        <p:nvSpPr>
          <p:cNvPr id="7" name="PlaceHolder 8"/>
          <p:cNvSpPr>
            <a:spLocks noGrp="1"/>
          </p:cNvSpPr>
          <p:nvPr>
            <p:ph type="sldNum"/>
          </p:nvPr>
        </p:nvSpPr>
        <p:spPr>
          <a:xfrm>
            <a:off x="-180000" y="5130000"/>
            <a:ext cx="1260000" cy="405000"/>
          </a:xfrm>
          <a:prstGeom prst="rect">
            <a:avLst/>
          </a:prstGeom>
        </p:spPr>
        <p:txBody>
          <a:bodyPr lIns="0" tIns="0" rIns="0" bIns="0" anchor="ctr">
            <a:noAutofit/>
          </a:bodyPr>
          <a:lstStyle/>
          <a:p>
            <a:pPr algn="ctr"/>
            <a:fld id="{12CBBC77-FF04-4709-A253-AA514A11DE34}" type="slidenum">
              <a:rPr lang="es-PE" sz="1800" b="1" strike="noStrike" spc="-1">
                <a:solidFill>
                  <a:srgbClr val="FFFFFF"/>
                </a:solidFill>
                <a:latin typeface="Source Sans Pro Black"/>
              </a:rPr>
              <a:t>‹Nº›</a:t>
            </a:fld>
            <a:endParaRPr lang="es-PE" sz="1800" b="1" strike="noStrike" spc="-1">
              <a:solidFill>
                <a:srgbClr val="FFFFFF"/>
              </a:solidFill>
              <a:latin typeface="Source Sans Pro Black"/>
            </a:endParaRPr>
          </a:p>
        </p:txBody>
      </p:sp>
      <p:sp>
        <p:nvSpPr>
          <p:cNvPr id="8" name="PlaceHolder 9"/>
          <p:cNvSpPr>
            <a:spLocks noGrp="1"/>
          </p:cNvSpPr>
          <p:nvPr>
            <p:ph type="ftr"/>
          </p:nvPr>
        </p:nvSpPr>
        <p:spPr>
          <a:xfrm>
            <a:off x="900000" y="5130000"/>
            <a:ext cx="6480000" cy="405000"/>
          </a:xfrm>
          <a:prstGeom prst="rect">
            <a:avLst/>
          </a:prstGeom>
        </p:spPr>
        <p:txBody>
          <a:bodyPr lIns="0" tIns="0" rIns="0" bIns="0" anchor="ctr">
            <a:noAutofit/>
          </a:bodyPr>
          <a:lstStyle/>
          <a:p>
            <a:pPr algn="ctr"/>
            <a:r>
              <a:rPr lang="es-PE" sz="1800" b="1" strike="noStrike" spc="-1">
                <a:solidFill>
                  <a:srgbClr val="FFFFFF"/>
                </a:solidFill>
                <a:latin typeface="Source Sans Pro Black"/>
              </a:rPr>
              <a:t>&lt;pie de página&gt;</a:t>
            </a:r>
          </a:p>
        </p:txBody>
      </p:sp>
      <p:sp>
        <p:nvSpPr>
          <p:cNvPr id="9" name="PlaceHolder 10"/>
          <p:cNvSpPr>
            <a:spLocks noGrp="1"/>
          </p:cNvSpPr>
          <p:nvPr>
            <p:ph type="dt"/>
          </p:nvPr>
        </p:nvSpPr>
        <p:spPr>
          <a:xfrm>
            <a:off x="7560000" y="5130000"/>
            <a:ext cx="2340000" cy="391320"/>
          </a:xfrm>
          <a:prstGeom prst="rect">
            <a:avLst/>
          </a:prstGeom>
        </p:spPr>
        <p:txBody>
          <a:bodyPr lIns="0" tIns="0" rIns="0" bIns="0" anchor="ctr">
            <a:noAutofit/>
          </a:bodyPr>
          <a:lstStyle/>
          <a:p>
            <a:pPr algn="r"/>
            <a:r>
              <a:rPr lang="es-PE" sz="1800" b="1" strike="noStrike" spc="-1">
                <a:solidFill>
                  <a:srgbClr val="FFFFFF"/>
                </a:solidFill>
                <a:latin typeface="Source Sans Pro Black"/>
              </a:rPr>
              <a:t>&lt;fecha/hora&gt;</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6" name="CustomShape 1"/>
          <p:cNvSpPr/>
          <p:nvPr/>
        </p:nvSpPr>
        <p:spPr>
          <a:xfrm>
            <a:off x="0" y="1980000"/>
            <a:ext cx="9720000" cy="990000"/>
          </a:xfrm>
          <a:prstGeom prst="rect">
            <a:avLst/>
          </a:prstGeom>
          <a:solidFill>
            <a:srgbClr val="C9211E"/>
          </a:solidFill>
          <a:ln w="18000">
            <a:noFill/>
          </a:ln>
        </p:spPr>
        <p:style>
          <a:lnRef idx="0">
            <a:scrgbClr r="0" g="0" b="0"/>
          </a:lnRef>
          <a:fillRef idx="0">
            <a:scrgbClr r="0" g="0" b="0"/>
          </a:fillRef>
          <a:effectRef idx="0">
            <a:scrgbClr r="0" g="0" b="0"/>
          </a:effectRef>
          <a:fontRef idx="minor"/>
        </p:style>
      </p:sp>
      <p:sp>
        <p:nvSpPr>
          <p:cNvPr id="47" name="PlaceHolder 2"/>
          <p:cNvSpPr>
            <a:spLocks noGrp="1"/>
          </p:cNvSpPr>
          <p:nvPr>
            <p:ph type="title"/>
          </p:nvPr>
        </p:nvSpPr>
        <p:spPr>
          <a:xfrm>
            <a:off x="360000" y="2160000"/>
            <a:ext cx="9180000" cy="720000"/>
          </a:xfrm>
          <a:prstGeom prst="rect">
            <a:avLst/>
          </a:prstGeom>
        </p:spPr>
        <p:txBody>
          <a:bodyPr lIns="0" tIns="0" rIns="0" bIns="0" anchor="b">
            <a:noAutofit/>
          </a:bodyPr>
          <a:lstStyle/>
          <a:p>
            <a:r>
              <a:rPr lang="es-PE" sz="2400" b="1" strike="noStrike" spc="-1">
                <a:solidFill>
                  <a:srgbClr val="FFFFFF"/>
                </a:solidFill>
                <a:latin typeface="Source Sans Pro Black"/>
              </a:rPr>
              <a:t>Pulse para editar el formato del texto de título</a:t>
            </a:r>
          </a:p>
        </p:txBody>
      </p:sp>
      <p:sp>
        <p:nvSpPr>
          <p:cNvPr id="48" name="PlaceHolder 3"/>
          <p:cNvSpPr>
            <a:spLocks noGrp="1"/>
          </p:cNvSpPr>
          <p:nvPr>
            <p:ph type="body"/>
          </p:nvPr>
        </p:nvSpPr>
        <p:spPr>
          <a:xfrm>
            <a:off x="540000" y="3150000"/>
            <a:ext cx="9000000" cy="1890000"/>
          </a:xfrm>
          <a:prstGeom prst="rect">
            <a:avLst/>
          </a:prstGeom>
        </p:spPr>
        <p:txBody>
          <a:bodyPr lIns="0" tIns="0" rIns="0" bIns="0">
            <a:normAutofit/>
          </a:bodyPr>
          <a:lstStyle/>
          <a:p>
            <a:pPr>
              <a:spcAft>
                <a:spcPts val="853"/>
              </a:spcAft>
            </a:pPr>
            <a:r>
              <a:rPr lang="es-PE" sz="1950" b="1" strike="noStrike" spc="-1">
                <a:solidFill>
                  <a:srgbClr val="1C1C1C"/>
                </a:solidFill>
                <a:latin typeface="Source Sans Pro Semibold"/>
              </a:rPr>
              <a:t>Pulse para editar el formato de texto del esquema</a:t>
            </a:r>
          </a:p>
          <a:p>
            <a:pPr marL="288000" lvl="1">
              <a:spcAft>
                <a:spcPts val="848"/>
              </a:spcAft>
            </a:pPr>
            <a:r>
              <a:rPr lang="es-PE" sz="1650" b="0" strike="noStrike" spc="-1">
                <a:solidFill>
                  <a:srgbClr val="1C1C1C"/>
                </a:solidFill>
                <a:latin typeface="Source Sans Pro Light"/>
              </a:rPr>
              <a:t>Segundo nivel del esquema</a:t>
            </a:r>
          </a:p>
          <a:p>
            <a:pPr marL="576000" lvl="2">
              <a:spcAft>
                <a:spcPts val="635"/>
              </a:spcAft>
            </a:pPr>
            <a:r>
              <a:rPr lang="es-PE" sz="1350" b="0" strike="noStrike" spc="-1">
                <a:solidFill>
                  <a:srgbClr val="1C1C1C"/>
                </a:solidFill>
                <a:latin typeface="Source Sans Pro Light"/>
              </a:rPr>
              <a:t>Tercer nivel del esquema</a:t>
            </a:r>
          </a:p>
          <a:p>
            <a:pPr marL="864000" lvl="3">
              <a:spcAft>
                <a:spcPts val="425"/>
              </a:spcAft>
            </a:pPr>
            <a:r>
              <a:rPr lang="es-PE" sz="1200" b="0" strike="noStrike" spc="-1">
                <a:solidFill>
                  <a:srgbClr val="1C1C1C"/>
                </a:solidFill>
                <a:latin typeface="Source Sans Pro Light"/>
              </a:rPr>
              <a:t>Cuarto nivel del esquema</a:t>
            </a:r>
          </a:p>
          <a:p>
            <a:pPr marL="1152000" lvl="4">
              <a:spcAft>
                <a:spcPts val="213"/>
              </a:spcAft>
            </a:pPr>
            <a:r>
              <a:rPr lang="es-PE" sz="1200" b="0" strike="noStrike" spc="-1">
                <a:solidFill>
                  <a:srgbClr val="1C1C1C"/>
                </a:solidFill>
                <a:latin typeface="Source Sans Pro Light"/>
              </a:rPr>
              <a:t>Quinto nivel del esquema</a:t>
            </a:r>
          </a:p>
          <a:p>
            <a:pPr marL="1440000" lvl="5">
              <a:spcAft>
                <a:spcPts val="213"/>
              </a:spcAft>
            </a:pPr>
            <a:r>
              <a:rPr lang="es-PE" sz="1200" b="0" strike="noStrike" spc="-1">
                <a:solidFill>
                  <a:srgbClr val="1C1C1C"/>
                </a:solidFill>
                <a:latin typeface="Source Sans Pro Light"/>
              </a:rPr>
              <a:t>Sexto nivel del esquema</a:t>
            </a:r>
          </a:p>
          <a:p>
            <a:pPr marL="1728000" lvl="6">
              <a:spcAft>
                <a:spcPts val="213"/>
              </a:spcAft>
            </a:pPr>
            <a:r>
              <a:rPr lang="es-PE" sz="1200" b="0" strike="noStrike" spc="-1">
                <a:solidFill>
                  <a:srgbClr val="1C1C1C"/>
                </a:solidFill>
                <a:latin typeface="Source Sans Pro Light"/>
              </a:rPr>
              <a:t>Séptimo nivel del esquema</a:t>
            </a:r>
          </a:p>
        </p:txBody>
      </p:sp>
      <p:sp>
        <p:nvSpPr>
          <p:cNvPr id="49" name="PlaceHolder 4"/>
          <p:cNvSpPr>
            <a:spLocks noGrp="1"/>
          </p:cNvSpPr>
          <p:nvPr>
            <p:ph type="dt"/>
          </p:nvPr>
        </p:nvSpPr>
        <p:spPr>
          <a:xfrm>
            <a:off x="7560000" y="5130000"/>
            <a:ext cx="2340000" cy="405000"/>
          </a:xfrm>
          <a:prstGeom prst="rect">
            <a:avLst/>
          </a:prstGeom>
        </p:spPr>
        <p:txBody>
          <a:bodyPr lIns="0" tIns="0" rIns="0" bIns="0" anchor="ctr">
            <a:noAutofit/>
          </a:bodyPr>
          <a:lstStyle/>
          <a:p>
            <a:r>
              <a:rPr lang="es-PE" sz="1800" b="1" strike="noStrike" spc="-1">
                <a:solidFill>
                  <a:srgbClr val="C9211E"/>
                </a:solidFill>
                <a:latin typeface="Source Sans Pro Black"/>
              </a:rPr>
              <a:t>&lt;fecha/hora&gt;</a:t>
            </a:r>
          </a:p>
        </p:txBody>
      </p:sp>
      <p:sp>
        <p:nvSpPr>
          <p:cNvPr id="50" name="PlaceHolder 5"/>
          <p:cNvSpPr>
            <a:spLocks noGrp="1"/>
          </p:cNvSpPr>
          <p:nvPr>
            <p:ph type="ftr"/>
          </p:nvPr>
        </p:nvSpPr>
        <p:spPr>
          <a:xfrm>
            <a:off x="1080000" y="5130000"/>
            <a:ext cx="3240000" cy="405000"/>
          </a:xfrm>
          <a:prstGeom prst="rect">
            <a:avLst/>
          </a:prstGeom>
        </p:spPr>
        <p:txBody>
          <a:bodyPr lIns="0" tIns="0" rIns="0" bIns="0" anchor="ctr">
            <a:noAutofit/>
          </a:bodyPr>
          <a:lstStyle/>
          <a:p>
            <a:pPr algn="ctr"/>
            <a:r>
              <a:rPr lang="es-PE" sz="1800" b="1" strike="noStrike" spc="-1">
                <a:solidFill>
                  <a:srgbClr val="C9211E"/>
                </a:solidFill>
                <a:latin typeface="Source Sans Pro Black"/>
              </a:rPr>
              <a:t>&lt;pie de página&gt;</a:t>
            </a:r>
          </a:p>
        </p:txBody>
      </p:sp>
      <p:sp>
        <p:nvSpPr>
          <p:cNvPr id="51" name="PlaceHolder 6"/>
          <p:cNvSpPr>
            <a:spLocks noGrp="1"/>
          </p:cNvSpPr>
          <p:nvPr>
            <p:ph type="sldNum"/>
          </p:nvPr>
        </p:nvSpPr>
        <p:spPr>
          <a:xfrm>
            <a:off x="180000" y="5130000"/>
            <a:ext cx="540000" cy="405000"/>
          </a:xfrm>
          <a:prstGeom prst="rect">
            <a:avLst/>
          </a:prstGeom>
        </p:spPr>
        <p:txBody>
          <a:bodyPr lIns="0" tIns="0" rIns="0" bIns="0">
            <a:noAutofit/>
          </a:bodyPr>
          <a:lstStyle/>
          <a:p>
            <a:pPr algn="r"/>
            <a:fld id="{9F59E93B-9041-4E2D-BBA0-3680AF12F1B5}" type="slidenum">
              <a:rPr lang="es-PE" sz="1800" b="1" strike="noStrike" spc="-1">
                <a:solidFill>
                  <a:srgbClr val="C9211E"/>
                </a:solidFill>
                <a:latin typeface="Source Sans Pro Black"/>
              </a:rPr>
              <a:t>‹Nº›</a:t>
            </a:fld>
            <a:endParaRPr lang="es-PE" sz="1800" b="1" strike="noStrike" spc="-1">
              <a:solidFill>
                <a:srgbClr val="C9211E"/>
              </a:solidFill>
              <a:latin typeface="Source Sans Pro Black"/>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CustomShape 1"/>
          <p:cNvSpPr/>
          <p:nvPr/>
        </p:nvSpPr>
        <p:spPr>
          <a:xfrm>
            <a:off x="0" y="180000"/>
            <a:ext cx="9720000" cy="900000"/>
          </a:xfrm>
          <a:prstGeom prst="rect">
            <a:avLst/>
          </a:prstGeom>
          <a:solidFill>
            <a:srgbClr val="C9211E"/>
          </a:solidFill>
          <a:ln w="18000">
            <a:noFill/>
          </a:ln>
        </p:spPr>
        <p:style>
          <a:lnRef idx="0">
            <a:scrgbClr r="0" g="0" b="0"/>
          </a:lnRef>
          <a:fillRef idx="0">
            <a:scrgbClr r="0" g="0" b="0"/>
          </a:fillRef>
          <a:effectRef idx="0">
            <a:scrgbClr r="0" g="0" b="0"/>
          </a:effectRef>
          <a:fontRef idx="minor"/>
        </p:style>
      </p:sp>
      <p:sp>
        <p:nvSpPr>
          <p:cNvPr id="11" name="CustomShape 2"/>
          <p:cNvSpPr/>
          <p:nvPr/>
        </p:nvSpPr>
        <p:spPr>
          <a:xfrm>
            <a:off x="7560000" y="5130000"/>
            <a:ext cx="2520000" cy="405000"/>
          </a:xfrm>
          <a:prstGeom prst="rect">
            <a:avLst/>
          </a:prstGeom>
          <a:solidFill>
            <a:srgbClr val="C9211E"/>
          </a:solidFill>
          <a:ln w="18000">
            <a:noFill/>
          </a:ln>
        </p:spPr>
        <p:style>
          <a:lnRef idx="0">
            <a:scrgbClr r="0" g="0" b="0"/>
          </a:lnRef>
          <a:fillRef idx="0">
            <a:scrgbClr r="0" g="0" b="0"/>
          </a:fillRef>
          <a:effectRef idx="0">
            <a:scrgbClr r="0" g="0" b="0"/>
          </a:effectRef>
          <a:fontRef idx="minor"/>
        </p:style>
      </p:sp>
      <p:sp>
        <p:nvSpPr>
          <p:cNvPr id="2" name="CustomShape 3"/>
          <p:cNvSpPr/>
          <p:nvPr/>
        </p:nvSpPr>
        <p:spPr>
          <a:xfrm>
            <a:off x="900000" y="5130000"/>
            <a:ext cx="6480000" cy="405000"/>
          </a:xfrm>
          <a:prstGeom prst="rect">
            <a:avLst/>
          </a:prstGeom>
          <a:solidFill>
            <a:srgbClr val="B2B2B2"/>
          </a:solidFill>
          <a:ln w="0">
            <a:solidFill>
              <a:srgbClr val="808080"/>
            </a:solidFill>
          </a:ln>
        </p:spPr>
        <p:style>
          <a:lnRef idx="0">
            <a:scrgbClr r="0" g="0" b="0"/>
          </a:lnRef>
          <a:fillRef idx="0">
            <a:scrgbClr r="0" g="0" b="0"/>
          </a:fillRef>
          <a:effectRef idx="0">
            <a:scrgbClr r="0" g="0" b="0"/>
          </a:effectRef>
          <a:fontRef idx="minor"/>
        </p:style>
      </p:sp>
      <p:sp>
        <p:nvSpPr>
          <p:cNvPr id="3" name="CustomShape 4"/>
          <p:cNvSpPr/>
          <p:nvPr/>
        </p:nvSpPr>
        <p:spPr>
          <a:xfrm>
            <a:off x="180000" y="5130000"/>
            <a:ext cx="540000" cy="405000"/>
          </a:xfrm>
          <a:prstGeom prst="rect">
            <a:avLst/>
          </a:prstGeom>
          <a:noFill/>
          <a:ln w="72000">
            <a:noFill/>
          </a:ln>
        </p:spPr>
        <p:style>
          <a:lnRef idx="0">
            <a:scrgbClr r="0" g="0" b="0"/>
          </a:lnRef>
          <a:fillRef idx="0">
            <a:scrgbClr r="0" g="0" b="0"/>
          </a:fillRef>
          <a:effectRef idx="0">
            <a:scrgbClr r="0" g="0" b="0"/>
          </a:effectRef>
          <a:fontRef idx="minor"/>
        </p:style>
      </p:sp>
      <p:sp>
        <p:nvSpPr>
          <p:cNvPr id="4" name="PlaceHolder 5"/>
          <p:cNvSpPr>
            <a:spLocks noGrp="1"/>
          </p:cNvSpPr>
          <p:nvPr>
            <p:ph type="title"/>
          </p:nvPr>
        </p:nvSpPr>
        <p:spPr>
          <a:xfrm>
            <a:off x="360000" y="270000"/>
            <a:ext cx="9360000" cy="720000"/>
          </a:xfrm>
          <a:prstGeom prst="rect">
            <a:avLst/>
          </a:prstGeom>
        </p:spPr>
        <p:txBody>
          <a:bodyPr lIns="0" tIns="0" rIns="0" bIns="0" anchor="b">
            <a:noAutofit/>
          </a:bodyPr>
          <a:lstStyle/>
          <a:p>
            <a:r>
              <a:rPr lang="es-PE" sz="2400" b="1" strike="noStrike" spc="-1">
                <a:solidFill>
                  <a:srgbClr val="FFFFFF"/>
                </a:solidFill>
                <a:latin typeface="Source Sans Pro Black"/>
              </a:rPr>
              <a:t>Pulse para editar el formato del texto de título</a:t>
            </a:r>
          </a:p>
        </p:txBody>
      </p:sp>
      <p:sp>
        <p:nvSpPr>
          <p:cNvPr id="5" name="PlaceHolder 6"/>
          <p:cNvSpPr>
            <a:spLocks noGrp="1"/>
          </p:cNvSpPr>
          <p:nvPr>
            <p:ph type="body"/>
          </p:nvPr>
        </p:nvSpPr>
        <p:spPr>
          <a:xfrm>
            <a:off x="360000" y="1350000"/>
            <a:ext cx="9180000" cy="3510000"/>
          </a:xfrm>
          <a:prstGeom prst="rect">
            <a:avLst/>
          </a:prstGeom>
        </p:spPr>
        <p:txBody>
          <a:bodyPr lIns="0" tIns="0" rIns="0" bIns="0">
            <a:normAutofit/>
          </a:bodyPr>
          <a:lstStyle/>
          <a:p>
            <a:pPr>
              <a:spcAft>
                <a:spcPts val="853"/>
              </a:spcAft>
            </a:pPr>
            <a:r>
              <a:rPr lang="es-PE" sz="1950" b="1" strike="noStrike" spc="-1">
                <a:solidFill>
                  <a:srgbClr val="1C1C1C"/>
                </a:solidFill>
                <a:latin typeface="Source Sans Pro Semibold"/>
              </a:rPr>
              <a:t>Pulse para editar el formato de texto del esquema</a:t>
            </a:r>
          </a:p>
          <a:p>
            <a:pPr marL="288000" lvl="1">
              <a:spcAft>
                <a:spcPts val="848"/>
              </a:spcAft>
            </a:pPr>
            <a:r>
              <a:rPr lang="es-PE" sz="1650" b="0" strike="noStrike" spc="-1">
                <a:solidFill>
                  <a:srgbClr val="1C1C1C"/>
                </a:solidFill>
                <a:latin typeface="Source Sans Pro Light"/>
              </a:rPr>
              <a:t>Segundo nivel del esquema</a:t>
            </a:r>
          </a:p>
          <a:p>
            <a:pPr marL="576000" lvl="2">
              <a:spcAft>
                <a:spcPts val="635"/>
              </a:spcAft>
            </a:pPr>
            <a:r>
              <a:rPr lang="es-PE" sz="1350" b="0" strike="noStrike" spc="-1">
                <a:solidFill>
                  <a:srgbClr val="1C1C1C"/>
                </a:solidFill>
                <a:latin typeface="Source Sans Pro Light"/>
              </a:rPr>
              <a:t>Tercer nivel del esquema</a:t>
            </a:r>
          </a:p>
          <a:p>
            <a:pPr marL="864000" lvl="3">
              <a:spcAft>
                <a:spcPts val="425"/>
              </a:spcAft>
            </a:pPr>
            <a:r>
              <a:rPr lang="es-PE" sz="1200" b="0" strike="noStrike" spc="-1">
                <a:solidFill>
                  <a:srgbClr val="1C1C1C"/>
                </a:solidFill>
                <a:latin typeface="Source Sans Pro Light"/>
              </a:rPr>
              <a:t>Cuarto nivel del esquema</a:t>
            </a:r>
          </a:p>
          <a:p>
            <a:pPr marL="1152000" lvl="4">
              <a:spcAft>
                <a:spcPts val="213"/>
              </a:spcAft>
            </a:pPr>
            <a:r>
              <a:rPr lang="es-PE" sz="1200" b="0" strike="noStrike" spc="-1">
                <a:solidFill>
                  <a:srgbClr val="1C1C1C"/>
                </a:solidFill>
                <a:latin typeface="Source Sans Pro Light"/>
              </a:rPr>
              <a:t>Quinto nivel del esquema</a:t>
            </a:r>
          </a:p>
          <a:p>
            <a:pPr marL="1440000" lvl="5">
              <a:spcAft>
                <a:spcPts val="213"/>
              </a:spcAft>
            </a:pPr>
            <a:r>
              <a:rPr lang="es-PE" sz="1200" b="0" strike="noStrike" spc="-1">
                <a:solidFill>
                  <a:srgbClr val="1C1C1C"/>
                </a:solidFill>
                <a:latin typeface="Source Sans Pro Light"/>
              </a:rPr>
              <a:t>Sexto nivel del esquema</a:t>
            </a:r>
          </a:p>
          <a:p>
            <a:pPr marL="1728000" lvl="6">
              <a:spcAft>
                <a:spcPts val="213"/>
              </a:spcAft>
            </a:pPr>
            <a:r>
              <a:rPr lang="es-PE" sz="1200" b="0" strike="noStrike" spc="-1">
                <a:solidFill>
                  <a:srgbClr val="1C1C1C"/>
                </a:solidFill>
                <a:latin typeface="Source Sans Pro Light"/>
              </a:rPr>
              <a:t>Séptimo nivel del esquema</a:t>
            </a:r>
          </a:p>
        </p:txBody>
      </p:sp>
      <p:sp>
        <p:nvSpPr>
          <p:cNvPr id="6" name="CustomShape 7"/>
          <p:cNvSpPr/>
          <p:nvPr/>
        </p:nvSpPr>
        <p:spPr>
          <a:xfrm>
            <a:off x="180000" y="5130000"/>
            <a:ext cx="540000" cy="405000"/>
          </a:xfrm>
          <a:prstGeom prst="rect">
            <a:avLst/>
          </a:prstGeom>
          <a:solidFill>
            <a:srgbClr val="C9211E"/>
          </a:solidFill>
          <a:ln w="18000">
            <a:noFill/>
          </a:ln>
        </p:spPr>
        <p:style>
          <a:lnRef idx="0">
            <a:scrgbClr r="0" g="0" b="0"/>
          </a:lnRef>
          <a:fillRef idx="0">
            <a:scrgbClr r="0" g="0" b="0"/>
          </a:fillRef>
          <a:effectRef idx="0">
            <a:scrgbClr r="0" g="0" b="0"/>
          </a:effectRef>
          <a:fontRef idx="minor"/>
        </p:style>
      </p:sp>
      <p:sp>
        <p:nvSpPr>
          <p:cNvPr id="7" name="PlaceHolder 8"/>
          <p:cNvSpPr>
            <a:spLocks noGrp="1"/>
          </p:cNvSpPr>
          <p:nvPr>
            <p:ph type="sldNum"/>
          </p:nvPr>
        </p:nvSpPr>
        <p:spPr>
          <a:xfrm>
            <a:off x="-180000" y="5130000"/>
            <a:ext cx="1260000" cy="405000"/>
          </a:xfrm>
          <a:prstGeom prst="rect">
            <a:avLst/>
          </a:prstGeom>
        </p:spPr>
        <p:txBody>
          <a:bodyPr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2CBBC77-FF04-4709-A253-AA514A11DE34}" type="slidenum">
              <a:rPr kumimoji="0" lang="es-PE" sz="1800" b="1" i="0" u="none" strike="noStrike" kern="1200" cap="none" spc="-1" normalizeH="0" baseline="0" noProof="0">
                <a:ln>
                  <a:noFill/>
                </a:ln>
                <a:solidFill>
                  <a:srgbClr val="FFFFFF"/>
                </a:solidFill>
                <a:effectLst/>
                <a:uLnTx/>
                <a:uFillTx/>
                <a:latin typeface="Source Sans Pro Black"/>
              </a:rPr>
              <a:pPr marL="0" marR="0" lvl="0" indent="0" algn="ctr" defTabSz="914400" rtl="0" eaLnBrk="1" fontAlgn="auto" latinLnBrk="0" hangingPunct="1">
                <a:lnSpc>
                  <a:spcPct val="100000"/>
                </a:lnSpc>
                <a:spcBef>
                  <a:spcPts val="0"/>
                </a:spcBef>
                <a:spcAft>
                  <a:spcPts val="0"/>
                </a:spcAft>
                <a:buClrTx/>
                <a:buSzTx/>
                <a:buFontTx/>
                <a:buNone/>
                <a:tabLst/>
                <a:defRPr/>
              </a:pPr>
              <a:t>‹Nº›</a:t>
            </a:fld>
            <a:endParaRPr kumimoji="0" lang="es-PE" sz="1800" b="1" i="0" u="none" strike="noStrike" kern="1200" cap="none" spc="-1" normalizeH="0" baseline="0" noProof="0">
              <a:ln>
                <a:noFill/>
              </a:ln>
              <a:solidFill>
                <a:srgbClr val="FFFFFF"/>
              </a:solidFill>
              <a:effectLst/>
              <a:uLnTx/>
              <a:uFillTx/>
              <a:latin typeface="Source Sans Pro Black"/>
            </a:endParaRPr>
          </a:p>
        </p:txBody>
      </p:sp>
      <p:sp>
        <p:nvSpPr>
          <p:cNvPr id="8" name="PlaceHolder 9"/>
          <p:cNvSpPr>
            <a:spLocks noGrp="1"/>
          </p:cNvSpPr>
          <p:nvPr>
            <p:ph type="ftr"/>
          </p:nvPr>
        </p:nvSpPr>
        <p:spPr>
          <a:xfrm>
            <a:off x="900000" y="5130000"/>
            <a:ext cx="6480000" cy="405000"/>
          </a:xfrm>
          <a:prstGeom prst="rect">
            <a:avLst/>
          </a:prstGeom>
        </p:spPr>
        <p:txBody>
          <a:bodyPr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PE" sz="1800" b="1" i="0" u="none" strike="noStrike" kern="1200" cap="none" spc="-1" normalizeH="0" baseline="0" noProof="0">
                <a:ln>
                  <a:noFill/>
                </a:ln>
                <a:solidFill>
                  <a:srgbClr val="FFFFFF"/>
                </a:solidFill>
                <a:effectLst/>
                <a:uLnTx/>
                <a:uFillTx/>
                <a:latin typeface="Source Sans Pro Black"/>
              </a:rPr>
              <a:t>&lt;pie de página&gt;</a:t>
            </a:r>
          </a:p>
        </p:txBody>
      </p:sp>
      <p:sp>
        <p:nvSpPr>
          <p:cNvPr id="9" name="PlaceHolder 10"/>
          <p:cNvSpPr>
            <a:spLocks noGrp="1"/>
          </p:cNvSpPr>
          <p:nvPr>
            <p:ph type="dt"/>
          </p:nvPr>
        </p:nvSpPr>
        <p:spPr>
          <a:xfrm>
            <a:off x="7560000" y="5130000"/>
            <a:ext cx="2340000" cy="391320"/>
          </a:xfrm>
          <a:prstGeom prst="rect">
            <a:avLst/>
          </a:prstGeom>
        </p:spPr>
        <p:txBody>
          <a:bodyPr lIns="0" tIns="0" rIns="0" bIns="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PE" sz="1800" b="1" i="0" u="none" strike="noStrike" kern="1200" cap="none" spc="-1" normalizeH="0" baseline="0" noProof="0">
                <a:ln>
                  <a:noFill/>
                </a:ln>
                <a:solidFill>
                  <a:srgbClr val="FFFFFF"/>
                </a:solidFill>
                <a:effectLst/>
                <a:uLnTx/>
                <a:uFillTx/>
                <a:latin typeface="Source Sans Pro Black"/>
              </a:rPr>
              <a:t>&lt;fecha/hora&gt;</a:t>
            </a:r>
          </a:p>
        </p:txBody>
      </p:sp>
    </p:spTree>
    <p:extLst>
      <p:ext uri="{BB962C8B-B14F-4D97-AF65-F5344CB8AC3E}">
        <p14:creationId xmlns:p14="http://schemas.microsoft.com/office/powerpoint/2010/main" val="2655506136"/>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CustomShape 1"/>
          <p:cNvSpPr/>
          <p:nvPr/>
        </p:nvSpPr>
        <p:spPr>
          <a:xfrm>
            <a:off x="0" y="180000"/>
            <a:ext cx="9720000" cy="900000"/>
          </a:xfrm>
          <a:prstGeom prst="rect">
            <a:avLst/>
          </a:prstGeom>
          <a:solidFill>
            <a:srgbClr val="C9211E"/>
          </a:solidFill>
          <a:ln w="18000">
            <a:noFill/>
          </a:ln>
        </p:spPr>
        <p:style>
          <a:lnRef idx="0">
            <a:scrgbClr r="0" g="0" b="0"/>
          </a:lnRef>
          <a:fillRef idx="0">
            <a:scrgbClr r="0" g="0" b="0"/>
          </a:fillRef>
          <a:effectRef idx="0">
            <a:scrgbClr r="0" g="0" b="0"/>
          </a:effectRef>
          <a:fontRef idx="minor"/>
        </p:style>
      </p:sp>
      <p:sp>
        <p:nvSpPr>
          <p:cNvPr id="11" name="CustomShape 2"/>
          <p:cNvSpPr/>
          <p:nvPr/>
        </p:nvSpPr>
        <p:spPr>
          <a:xfrm>
            <a:off x="7560000" y="5130000"/>
            <a:ext cx="2520000" cy="405000"/>
          </a:xfrm>
          <a:prstGeom prst="rect">
            <a:avLst/>
          </a:prstGeom>
          <a:solidFill>
            <a:srgbClr val="C9211E"/>
          </a:solidFill>
          <a:ln w="18000">
            <a:noFill/>
          </a:ln>
        </p:spPr>
        <p:style>
          <a:lnRef idx="0">
            <a:scrgbClr r="0" g="0" b="0"/>
          </a:lnRef>
          <a:fillRef idx="0">
            <a:scrgbClr r="0" g="0" b="0"/>
          </a:fillRef>
          <a:effectRef idx="0">
            <a:scrgbClr r="0" g="0" b="0"/>
          </a:effectRef>
          <a:fontRef idx="minor"/>
        </p:style>
      </p:sp>
      <p:sp>
        <p:nvSpPr>
          <p:cNvPr id="2" name="CustomShape 3"/>
          <p:cNvSpPr/>
          <p:nvPr/>
        </p:nvSpPr>
        <p:spPr>
          <a:xfrm>
            <a:off x="900000" y="5130000"/>
            <a:ext cx="6480000" cy="405000"/>
          </a:xfrm>
          <a:prstGeom prst="rect">
            <a:avLst/>
          </a:prstGeom>
          <a:solidFill>
            <a:srgbClr val="B2B2B2"/>
          </a:solidFill>
          <a:ln w="0">
            <a:solidFill>
              <a:srgbClr val="808080"/>
            </a:solidFill>
          </a:ln>
        </p:spPr>
        <p:style>
          <a:lnRef idx="0">
            <a:scrgbClr r="0" g="0" b="0"/>
          </a:lnRef>
          <a:fillRef idx="0">
            <a:scrgbClr r="0" g="0" b="0"/>
          </a:fillRef>
          <a:effectRef idx="0">
            <a:scrgbClr r="0" g="0" b="0"/>
          </a:effectRef>
          <a:fontRef idx="minor"/>
        </p:style>
      </p:sp>
      <p:sp>
        <p:nvSpPr>
          <p:cNvPr id="3" name="CustomShape 4"/>
          <p:cNvSpPr/>
          <p:nvPr/>
        </p:nvSpPr>
        <p:spPr>
          <a:xfrm>
            <a:off x="180000" y="5130000"/>
            <a:ext cx="540000" cy="405000"/>
          </a:xfrm>
          <a:prstGeom prst="rect">
            <a:avLst/>
          </a:prstGeom>
          <a:noFill/>
          <a:ln w="72000">
            <a:noFill/>
          </a:ln>
        </p:spPr>
        <p:style>
          <a:lnRef idx="0">
            <a:scrgbClr r="0" g="0" b="0"/>
          </a:lnRef>
          <a:fillRef idx="0">
            <a:scrgbClr r="0" g="0" b="0"/>
          </a:fillRef>
          <a:effectRef idx="0">
            <a:scrgbClr r="0" g="0" b="0"/>
          </a:effectRef>
          <a:fontRef idx="minor"/>
        </p:style>
      </p:sp>
      <p:sp>
        <p:nvSpPr>
          <p:cNvPr id="4" name="PlaceHolder 5"/>
          <p:cNvSpPr>
            <a:spLocks noGrp="1"/>
          </p:cNvSpPr>
          <p:nvPr>
            <p:ph type="title"/>
          </p:nvPr>
        </p:nvSpPr>
        <p:spPr>
          <a:xfrm>
            <a:off x="360000" y="270000"/>
            <a:ext cx="9360000" cy="720000"/>
          </a:xfrm>
          <a:prstGeom prst="rect">
            <a:avLst/>
          </a:prstGeom>
        </p:spPr>
        <p:txBody>
          <a:bodyPr lIns="0" tIns="0" rIns="0" bIns="0" anchor="b">
            <a:noAutofit/>
          </a:bodyPr>
          <a:lstStyle/>
          <a:p>
            <a:r>
              <a:rPr lang="es-PE" sz="2400" b="1" strike="noStrike" spc="-1">
                <a:solidFill>
                  <a:srgbClr val="FFFFFF"/>
                </a:solidFill>
                <a:latin typeface="Source Sans Pro Black"/>
              </a:rPr>
              <a:t>Pulse para editar el formato del texto de título</a:t>
            </a:r>
          </a:p>
        </p:txBody>
      </p:sp>
      <p:sp>
        <p:nvSpPr>
          <p:cNvPr id="5" name="PlaceHolder 6"/>
          <p:cNvSpPr>
            <a:spLocks noGrp="1"/>
          </p:cNvSpPr>
          <p:nvPr>
            <p:ph type="body"/>
          </p:nvPr>
        </p:nvSpPr>
        <p:spPr>
          <a:xfrm>
            <a:off x="360000" y="1350000"/>
            <a:ext cx="9180000" cy="3510000"/>
          </a:xfrm>
          <a:prstGeom prst="rect">
            <a:avLst/>
          </a:prstGeom>
        </p:spPr>
        <p:txBody>
          <a:bodyPr lIns="0" tIns="0" rIns="0" bIns="0">
            <a:normAutofit/>
          </a:bodyPr>
          <a:lstStyle/>
          <a:p>
            <a:pPr>
              <a:spcAft>
                <a:spcPts val="853"/>
              </a:spcAft>
            </a:pPr>
            <a:r>
              <a:rPr lang="es-PE" sz="1950" b="1" strike="noStrike" spc="-1">
                <a:solidFill>
                  <a:srgbClr val="1C1C1C"/>
                </a:solidFill>
                <a:latin typeface="Source Sans Pro Semibold"/>
              </a:rPr>
              <a:t>Pulse para editar el formato de texto del esquema</a:t>
            </a:r>
          </a:p>
          <a:p>
            <a:pPr marL="288000" lvl="1">
              <a:spcAft>
                <a:spcPts val="848"/>
              </a:spcAft>
            </a:pPr>
            <a:r>
              <a:rPr lang="es-PE" sz="1650" b="0" strike="noStrike" spc="-1">
                <a:solidFill>
                  <a:srgbClr val="1C1C1C"/>
                </a:solidFill>
                <a:latin typeface="Source Sans Pro Light"/>
              </a:rPr>
              <a:t>Segundo nivel del esquema</a:t>
            </a:r>
          </a:p>
          <a:p>
            <a:pPr marL="576000" lvl="2">
              <a:spcAft>
                <a:spcPts val="635"/>
              </a:spcAft>
            </a:pPr>
            <a:r>
              <a:rPr lang="es-PE" sz="1350" b="0" strike="noStrike" spc="-1">
                <a:solidFill>
                  <a:srgbClr val="1C1C1C"/>
                </a:solidFill>
                <a:latin typeface="Source Sans Pro Light"/>
              </a:rPr>
              <a:t>Tercer nivel del esquema</a:t>
            </a:r>
          </a:p>
          <a:p>
            <a:pPr marL="864000" lvl="3">
              <a:spcAft>
                <a:spcPts val="425"/>
              </a:spcAft>
            </a:pPr>
            <a:r>
              <a:rPr lang="es-PE" sz="1200" b="0" strike="noStrike" spc="-1">
                <a:solidFill>
                  <a:srgbClr val="1C1C1C"/>
                </a:solidFill>
                <a:latin typeface="Source Sans Pro Light"/>
              </a:rPr>
              <a:t>Cuarto nivel del esquema</a:t>
            </a:r>
          </a:p>
          <a:p>
            <a:pPr marL="1152000" lvl="4">
              <a:spcAft>
                <a:spcPts val="213"/>
              </a:spcAft>
            </a:pPr>
            <a:r>
              <a:rPr lang="es-PE" sz="1200" b="0" strike="noStrike" spc="-1">
                <a:solidFill>
                  <a:srgbClr val="1C1C1C"/>
                </a:solidFill>
                <a:latin typeface="Source Sans Pro Light"/>
              </a:rPr>
              <a:t>Quinto nivel del esquema</a:t>
            </a:r>
          </a:p>
          <a:p>
            <a:pPr marL="1440000" lvl="5">
              <a:spcAft>
                <a:spcPts val="213"/>
              </a:spcAft>
            </a:pPr>
            <a:r>
              <a:rPr lang="es-PE" sz="1200" b="0" strike="noStrike" spc="-1">
                <a:solidFill>
                  <a:srgbClr val="1C1C1C"/>
                </a:solidFill>
                <a:latin typeface="Source Sans Pro Light"/>
              </a:rPr>
              <a:t>Sexto nivel del esquema</a:t>
            </a:r>
          </a:p>
          <a:p>
            <a:pPr marL="1728000" lvl="6">
              <a:spcAft>
                <a:spcPts val="213"/>
              </a:spcAft>
            </a:pPr>
            <a:r>
              <a:rPr lang="es-PE" sz="1200" b="0" strike="noStrike" spc="-1">
                <a:solidFill>
                  <a:srgbClr val="1C1C1C"/>
                </a:solidFill>
                <a:latin typeface="Source Sans Pro Light"/>
              </a:rPr>
              <a:t>Séptimo nivel del esquema</a:t>
            </a:r>
          </a:p>
        </p:txBody>
      </p:sp>
      <p:sp>
        <p:nvSpPr>
          <p:cNvPr id="6" name="CustomShape 7"/>
          <p:cNvSpPr/>
          <p:nvPr/>
        </p:nvSpPr>
        <p:spPr>
          <a:xfrm>
            <a:off x="180000" y="5130000"/>
            <a:ext cx="540000" cy="405000"/>
          </a:xfrm>
          <a:prstGeom prst="rect">
            <a:avLst/>
          </a:prstGeom>
          <a:solidFill>
            <a:srgbClr val="C9211E"/>
          </a:solidFill>
          <a:ln w="18000">
            <a:noFill/>
          </a:ln>
        </p:spPr>
        <p:style>
          <a:lnRef idx="0">
            <a:scrgbClr r="0" g="0" b="0"/>
          </a:lnRef>
          <a:fillRef idx="0">
            <a:scrgbClr r="0" g="0" b="0"/>
          </a:fillRef>
          <a:effectRef idx="0">
            <a:scrgbClr r="0" g="0" b="0"/>
          </a:effectRef>
          <a:fontRef idx="minor"/>
        </p:style>
      </p:sp>
      <p:sp>
        <p:nvSpPr>
          <p:cNvPr id="7" name="PlaceHolder 8"/>
          <p:cNvSpPr>
            <a:spLocks noGrp="1"/>
          </p:cNvSpPr>
          <p:nvPr>
            <p:ph type="sldNum"/>
          </p:nvPr>
        </p:nvSpPr>
        <p:spPr>
          <a:xfrm>
            <a:off x="-180000" y="5130000"/>
            <a:ext cx="1260000" cy="405000"/>
          </a:xfrm>
          <a:prstGeom prst="rect">
            <a:avLst/>
          </a:prstGeom>
        </p:spPr>
        <p:txBody>
          <a:bodyPr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2CBBC77-FF04-4709-A253-AA514A11DE34}" type="slidenum">
              <a:rPr kumimoji="0" lang="es-PE" sz="1800" b="1" i="0" u="none" strike="noStrike" kern="1200" cap="none" spc="-1" normalizeH="0" baseline="0" noProof="0">
                <a:ln>
                  <a:noFill/>
                </a:ln>
                <a:solidFill>
                  <a:srgbClr val="FFFFFF"/>
                </a:solidFill>
                <a:effectLst/>
                <a:uLnTx/>
                <a:uFillTx/>
                <a:latin typeface="Source Sans Pro Black"/>
              </a:rPr>
              <a:pPr marL="0" marR="0" lvl="0" indent="0" algn="ctr" defTabSz="914400" rtl="0" eaLnBrk="1" fontAlgn="auto" latinLnBrk="0" hangingPunct="1">
                <a:lnSpc>
                  <a:spcPct val="100000"/>
                </a:lnSpc>
                <a:spcBef>
                  <a:spcPts val="0"/>
                </a:spcBef>
                <a:spcAft>
                  <a:spcPts val="0"/>
                </a:spcAft>
                <a:buClrTx/>
                <a:buSzTx/>
                <a:buFontTx/>
                <a:buNone/>
                <a:tabLst/>
                <a:defRPr/>
              </a:pPr>
              <a:t>‹Nº›</a:t>
            </a:fld>
            <a:endParaRPr kumimoji="0" lang="es-PE" sz="1800" b="1" i="0" u="none" strike="noStrike" kern="1200" cap="none" spc="-1" normalizeH="0" baseline="0" noProof="0">
              <a:ln>
                <a:noFill/>
              </a:ln>
              <a:solidFill>
                <a:srgbClr val="FFFFFF"/>
              </a:solidFill>
              <a:effectLst/>
              <a:uLnTx/>
              <a:uFillTx/>
              <a:latin typeface="Source Sans Pro Black"/>
            </a:endParaRPr>
          </a:p>
        </p:txBody>
      </p:sp>
      <p:sp>
        <p:nvSpPr>
          <p:cNvPr id="8" name="PlaceHolder 9"/>
          <p:cNvSpPr>
            <a:spLocks noGrp="1"/>
          </p:cNvSpPr>
          <p:nvPr>
            <p:ph type="ftr"/>
          </p:nvPr>
        </p:nvSpPr>
        <p:spPr>
          <a:xfrm>
            <a:off x="900000" y="5130000"/>
            <a:ext cx="6480000" cy="405000"/>
          </a:xfrm>
          <a:prstGeom prst="rect">
            <a:avLst/>
          </a:prstGeom>
        </p:spPr>
        <p:txBody>
          <a:bodyPr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PE" sz="1800" b="1" i="0" u="none" strike="noStrike" kern="1200" cap="none" spc="-1" normalizeH="0" baseline="0" noProof="0">
                <a:ln>
                  <a:noFill/>
                </a:ln>
                <a:solidFill>
                  <a:srgbClr val="FFFFFF"/>
                </a:solidFill>
                <a:effectLst/>
                <a:uLnTx/>
                <a:uFillTx/>
                <a:latin typeface="Source Sans Pro Black"/>
              </a:rPr>
              <a:t>&lt;pie de página&gt;</a:t>
            </a:r>
          </a:p>
        </p:txBody>
      </p:sp>
      <p:sp>
        <p:nvSpPr>
          <p:cNvPr id="9" name="PlaceHolder 10"/>
          <p:cNvSpPr>
            <a:spLocks noGrp="1"/>
          </p:cNvSpPr>
          <p:nvPr>
            <p:ph type="dt"/>
          </p:nvPr>
        </p:nvSpPr>
        <p:spPr>
          <a:xfrm>
            <a:off x="7560000" y="5130000"/>
            <a:ext cx="2340000" cy="391320"/>
          </a:xfrm>
          <a:prstGeom prst="rect">
            <a:avLst/>
          </a:prstGeom>
        </p:spPr>
        <p:txBody>
          <a:bodyPr lIns="0" tIns="0" rIns="0" bIns="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PE" sz="1800" b="1" i="0" u="none" strike="noStrike" kern="1200" cap="none" spc="-1" normalizeH="0" baseline="0" noProof="0">
                <a:ln>
                  <a:noFill/>
                </a:ln>
                <a:solidFill>
                  <a:srgbClr val="FFFFFF"/>
                </a:solidFill>
                <a:effectLst/>
                <a:uLnTx/>
                <a:uFillTx/>
                <a:latin typeface="Source Sans Pro Black"/>
              </a:rPr>
              <a:t>&lt;fecha/hora&gt;</a:t>
            </a:r>
          </a:p>
        </p:txBody>
      </p:sp>
    </p:spTree>
    <p:extLst>
      <p:ext uri="{BB962C8B-B14F-4D97-AF65-F5344CB8AC3E}">
        <p14:creationId xmlns:p14="http://schemas.microsoft.com/office/powerpoint/2010/main" val="1345654611"/>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CustomShape 1"/>
          <p:cNvSpPr/>
          <p:nvPr/>
        </p:nvSpPr>
        <p:spPr>
          <a:xfrm>
            <a:off x="0" y="180000"/>
            <a:ext cx="9720000" cy="900000"/>
          </a:xfrm>
          <a:prstGeom prst="rect">
            <a:avLst/>
          </a:prstGeom>
          <a:solidFill>
            <a:srgbClr val="C9211E"/>
          </a:solidFill>
          <a:ln w="18000">
            <a:noFill/>
          </a:ln>
        </p:spPr>
        <p:style>
          <a:lnRef idx="0">
            <a:scrgbClr r="0" g="0" b="0"/>
          </a:lnRef>
          <a:fillRef idx="0">
            <a:scrgbClr r="0" g="0" b="0"/>
          </a:fillRef>
          <a:effectRef idx="0">
            <a:scrgbClr r="0" g="0" b="0"/>
          </a:effectRef>
          <a:fontRef idx="minor"/>
        </p:style>
      </p:sp>
      <p:sp>
        <p:nvSpPr>
          <p:cNvPr id="11" name="CustomShape 2"/>
          <p:cNvSpPr/>
          <p:nvPr/>
        </p:nvSpPr>
        <p:spPr>
          <a:xfrm>
            <a:off x="7560000" y="5130000"/>
            <a:ext cx="2520000" cy="405000"/>
          </a:xfrm>
          <a:prstGeom prst="rect">
            <a:avLst/>
          </a:prstGeom>
          <a:solidFill>
            <a:srgbClr val="C9211E"/>
          </a:solidFill>
          <a:ln w="18000">
            <a:noFill/>
          </a:ln>
        </p:spPr>
        <p:style>
          <a:lnRef idx="0">
            <a:scrgbClr r="0" g="0" b="0"/>
          </a:lnRef>
          <a:fillRef idx="0">
            <a:scrgbClr r="0" g="0" b="0"/>
          </a:fillRef>
          <a:effectRef idx="0">
            <a:scrgbClr r="0" g="0" b="0"/>
          </a:effectRef>
          <a:fontRef idx="minor"/>
        </p:style>
      </p:sp>
      <p:sp>
        <p:nvSpPr>
          <p:cNvPr id="2" name="CustomShape 3"/>
          <p:cNvSpPr/>
          <p:nvPr/>
        </p:nvSpPr>
        <p:spPr>
          <a:xfrm>
            <a:off x="900000" y="5130000"/>
            <a:ext cx="6480000" cy="405000"/>
          </a:xfrm>
          <a:prstGeom prst="rect">
            <a:avLst/>
          </a:prstGeom>
          <a:solidFill>
            <a:srgbClr val="B2B2B2"/>
          </a:solidFill>
          <a:ln w="0">
            <a:solidFill>
              <a:srgbClr val="808080"/>
            </a:solidFill>
          </a:ln>
        </p:spPr>
        <p:style>
          <a:lnRef idx="0">
            <a:scrgbClr r="0" g="0" b="0"/>
          </a:lnRef>
          <a:fillRef idx="0">
            <a:scrgbClr r="0" g="0" b="0"/>
          </a:fillRef>
          <a:effectRef idx="0">
            <a:scrgbClr r="0" g="0" b="0"/>
          </a:effectRef>
          <a:fontRef idx="minor"/>
        </p:style>
      </p:sp>
      <p:sp>
        <p:nvSpPr>
          <p:cNvPr id="3" name="CustomShape 4"/>
          <p:cNvSpPr/>
          <p:nvPr/>
        </p:nvSpPr>
        <p:spPr>
          <a:xfrm>
            <a:off x="180000" y="5130000"/>
            <a:ext cx="540000" cy="405000"/>
          </a:xfrm>
          <a:prstGeom prst="rect">
            <a:avLst/>
          </a:prstGeom>
          <a:noFill/>
          <a:ln w="72000">
            <a:noFill/>
          </a:ln>
        </p:spPr>
        <p:style>
          <a:lnRef idx="0">
            <a:scrgbClr r="0" g="0" b="0"/>
          </a:lnRef>
          <a:fillRef idx="0">
            <a:scrgbClr r="0" g="0" b="0"/>
          </a:fillRef>
          <a:effectRef idx="0">
            <a:scrgbClr r="0" g="0" b="0"/>
          </a:effectRef>
          <a:fontRef idx="minor"/>
        </p:style>
      </p:sp>
      <p:sp>
        <p:nvSpPr>
          <p:cNvPr id="4" name="PlaceHolder 5"/>
          <p:cNvSpPr>
            <a:spLocks noGrp="1"/>
          </p:cNvSpPr>
          <p:nvPr>
            <p:ph type="title"/>
          </p:nvPr>
        </p:nvSpPr>
        <p:spPr>
          <a:xfrm>
            <a:off x="360000" y="270000"/>
            <a:ext cx="9360000" cy="720000"/>
          </a:xfrm>
          <a:prstGeom prst="rect">
            <a:avLst/>
          </a:prstGeom>
        </p:spPr>
        <p:txBody>
          <a:bodyPr lIns="0" tIns="0" rIns="0" bIns="0" anchor="b">
            <a:noAutofit/>
          </a:bodyPr>
          <a:lstStyle/>
          <a:p>
            <a:r>
              <a:rPr lang="es-PE" sz="2400" b="1" strike="noStrike" spc="-1">
                <a:solidFill>
                  <a:srgbClr val="FFFFFF"/>
                </a:solidFill>
                <a:latin typeface="Source Sans Pro Black"/>
              </a:rPr>
              <a:t>Pulse para editar el formato del texto de título</a:t>
            </a:r>
          </a:p>
        </p:txBody>
      </p:sp>
      <p:sp>
        <p:nvSpPr>
          <p:cNvPr id="5" name="PlaceHolder 6"/>
          <p:cNvSpPr>
            <a:spLocks noGrp="1"/>
          </p:cNvSpPr>
          <p:nvPr>
            <p:ph type="body"/>
          </p:nvPr>
        </p:nvSpPr>
        <p:spPr>
          <a:xfrm>
            <a:off x="360000" y="1350000"/>
            <a:ext cx="9180000" cy="3510000"/>
          </a:xfrm>
          <a:prstGeom prst="rect">
            <a:avLst/>
          </a:prstGeom>
        </p:spPr>
        <p:txBody>
          <a:bodyPr lIns="0" tIns="0" rIns="0" bIns="0">
            <a:normAutofit/>
          </a:bodyPr>
          <a:lstStyle/>
          <a:p>
            <a:pPr>
              <a:spcAft>
                <a:spcPts val="853"/>
              </a:spcAft>
            </a:pPr>
            <a:r>
              <a:rPr lang="es-PE" sz="1950" b="1" strike="noStrike" spc="-1">
                <a:solidFill>
                  <a:srgbClr val="1C1C1C"/>
                </a:solidFill>
                <a:latin typeface="Source Sans Pro Semibold"/>
              </a:rPr>
              <a:t>Pulse para editar el formato de texto del esquema</a:t>
            </a:r>
          </a:p>
          <a:p>
            <a:pPr marL="288000" lvl="1">
              <a:spcAft>
                <a:spcPts val="848"/>
              </a:spcAft>
            </a:pPr>
            <a:r>
              <a:rPr lang="es-PE" sz="1650" b="0" strike="noStrike" spc="-1">
                <a:solidFill>
                  <a:srgbClr val="1C1C1C"/>
                </a:solidFill>
                <a:latin typeface="Source Sans Pro Light"/>
              </a:rPr>
              <a:t>Segundo nivel del esquema</a:t>
            </a:r>
          </a:p>
          <a:p>
            <a:pPr marL="576000" lvl="2">
              <a:spcAft>
                <a:spcPts val="635"/>
              </a:spcAft>
            </a:pPr>
            <a:r>
              <a:rPr lang="es-PE" sz="1350" b="0" strike="noStrike" spc="-1">
                <a:solidFill>
                  <a:srgbClr val="1C1C1C"/>
                </a:solidFill>
                <a:latin typeface="Source Sans Pro Light"/>
              </a:rPr>
              <a:t>Tercer nivel del esquema</a:t>
            </a:r>
          </a:p>
          <a:p>
            <a:pPr marL="864000" lvl="3">
              <a:spcAft>
                <a:spcPts val="425"/>
              </a:spcAft>
            </a:pPr>
            <a:r>
              <a:rPr lang="es-PE" sz="1200" b="0" strike="noStrike" spc="-1">
                <a:solidFill>
                  <a:srgbClr val="1C1C1C"/>
                </a:solidFill>
                <a:latin typeface="Source Sans Pro Light"/>
              </a:rPr>
              <a:t>Cuarto nivel del esquema</a:t>
            </a:r>
          </a:p>
          <a:p>
            <a:pPr marL="1152000" lvl="4">
              <a:spcAft>
                <a:spcPts val="213"/>
              </a:spcAft>
            </a:pPr>
            <a:r>
              <a:rPr lang="es-PE" sz="1200" b="0" strike="noStrike" spc="-1">
                <a:solidFill>
                  <a:srgbClr val="1C1C1C"/>
                </a:solidFill>
                <a:latin typeface="Source Sans Pro Light"/>
              </a:rPr>
              <a:t>Quinto nivel del esquema</a:t>
            </a:r>
          </a:p>
          <a:p>
            <a:pPr marL="1440000" lvl="5">
              <a:spcAft>
                <a:spcPts val="213"/>
              </a:spcAft>
            </a:pPr>
            <a:r>
              <a:rPr lang="es-PE" sz="1200" b="0" strike="noStrike" spc="-1">
                <a:solidFill>
                  <a:srgbClr val="1C1C1C"/>
                </a:solidFill>
                <a:latin typeface="Source Sans Pro Light"/>
              </a:rPr>
              <a:t>Sexto nivel del esquema</a:t>
            </a:r>
          </a:p>
          <a:p>
            <a:pPr marL="1728000" lvl="6">
              <a:spcAft>
                <a:spcPts val="213"/>
              </a:spcAft>
            </a:pPr>
            <a:r>
              <a:rPr lang="es-PE" sz="1200" b="0" strike="noStrike" spc="-1">
                <a:solidFill>
                  <a:srgbClr val="1C1C1C"/>
                </a:solidFill>
                <a:latin typeface="Source Sans Pro Light"/>
              </a:rPr>
              <a:t>Séptimo nivel del esquema</a:t>
            </a:r>
          </a:p>
        </p:txBody>
      </p:sp>
      <p:sp>
        <p:nvSpPr>
          <p:cNvPr id="6" name="CustomShape 7"/>
          <p:cNvSpPr/>
          <p:nvPr/>
        </p:nvSpPr>
        <p:spPr>
          <a:xfrm>
            <a:off x="180000" y="5130000"/>
            <a:ext cx="540000" cy="405000"/>
          </a:xfrm>
          <a:prstGeom prst="rect">
            <a:avLst/>
          </a:prstGeom>
          <a:solidFill>
            <a:srgbClr val="C9211E"/>
          </a:solidFill>
          <a:ln w="18000">
            <a:noFill/>
          </a:ln>
        </p:spPr>
        <p:style>
          <a:lnRef idx="0">
            <a:scrgbClr r="0" g="0" b="0"/>
          </a:lnRef>
          <a:fillRef idx="0">
            <a:scrgbClr r="0" g="0" b="0"/>
          </a:fillRef>
          <a:effectRef idx="0">
            <a:scrgbClr r="0" g="0" b="0"/>
          </a:effectRef>
          <a:fontRef idx="minor"/>
        </p:style>
      </p:sp>
      <p:sp>
        <p:nvSpPr>
          <p:cNvPr id="7" name="PlaceHolder 8"/>
          <p:cNvSpPr>
            <a:spLocks noGrp="1"/>
          </p:cNvSpPr>
          <p:nvPr>
            <p:ph type="sldNum"/>
          </p:nvPr>
        </p:nvSpPr>
        <p:spPr>
          <a:xfrm>
            <a:off x="-180000" y="5130000"/>
            <a:ext cx="1260000" cy="405000"/>
          </a:xfrm>
          <a:prstGeom prst="rect">
            <a:avLst/>
          </a:prstGeom>
        </p:spPr>
        <p:txBody>
          <a:bodyPr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2CBBC77-FF04-4709-A253-AA514A11DE34}" type="slidenum">
              <a:rPr kumimoji="0" lang="es-PE" sz="1800" b="1" i="0" u="none" strike="noStrike" kern="1200" cap="none" spc="-1" normalizeH="0" baseline="0" noProof="0">
                <a:ln>
                  <a:noFill/>
                </a:ln>
                <a:solidFill>
                  <a:srgbClr val="FFFFFF"/>
                </a:solidFill>
                <a:effectLst/>
                <a:uLnTx/>
                <a:uFillTx/>
                <a:latin typeface="Source Sans Pro Black"/>
              </a:rPr>
              <a:pPr marL="0" marR="0" lvl="0" indent="0" algn="ctr" defTabSz="914400" rtl="0" eaLnBrk="1" fontAlgn="auto" latinLnBrk="0" hangingPunct="1">
                <a:lnSpc>
                  <a:spcPct val="100000"/>
                </a:lnSpc>
                <a:spcBef>
                  <a:spcPts val="0"/>
                </a:spcBef>
                <a:spcAft>
                  <a:spcPts val="0"/>
                </a:spcAft>
                <a:buClrTx/>
                <a:buSzTx/>
                <a:buFontTx/>
                <a:buNone/>
                <a:tabLst/>
                <a:defRPr/>
              </a:pPr>
              <a:t>‹Nº›</a:t>
            </a:fld>
            <a:endParaRPr kumimoji="0" lang="es-PE" sz="1800" b="1" i="0" u="none" strike="noStrike" kern="1200" cap="none" spc="-1" normalizeH="0" baseline="0" noProof="0">
              <a:ln>
                <a:noFill/>
              </a:ln>
              <a:solidFill>
                <a:srgbClr val="FFFFFF"/>
              </a:solidFill>
              <a:effectLst/>
              <a:uLnTx/>
              <a:uFillTx/>
              <a:latin typeface="Source Sans Pro Black"/>
            </a:endParaRPr>
          </a:p>
        </p:txBody>
      </p:sp>
      <p:sp>
        <p:nvSpPr>
          <p:cNvPr id="8" name="PlaceHolder 9"/>
          <p:cNvSpPr>
            <a:spLocks noGrp="1"/>
          </p:cNvSpPr>
          <p:nvPr>
            <p:ph type="ftr"/>
          </p:nvPr>
        </p:nvSpPr>
        <p:spPr>
          <a:xfrm>
            <a:off x="900000" y="5130000"/>
            <a:ext cx="6480000" cy="405000"/>
          </a:xfrm>
          <a:prstGeom prst="rect">
            <a:avLst/>
          </a:prstGeom>
        </p:spPr>
        <p:txBody>
          <a:bodyPr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PE" sz="1800" b="1" i="0" u="none" strike="noStrike" kern="1200" cap="none" spc="-1" normalizeH="0" baseline="0" noProof="0">
                <a:ln>
                  <a:noFill/>
                </a:ln>
                <a:solidFill>
                  <a:srgbClr val="FFFFFF"/>
                </a:solidFill>
                <a:effectLst/>
                <a:uLnTx/>
                <a:uFillTx/>
                <a:latin typeface="Source Sans Pro Black"/>
              </a:rPr>
              <a:t>&lt;pie de página&gt;</a:t>
            </a:r>
          </a:p>
        </p:txBody>
      </p:sp>
      <p:sp>
        <p:nvSpPr>
          <p:cNvPr id="9" name="PlaceHolder 10"/>
          <p:cNvSpPr>
            <a:spLocks noGrp="1"/>
          </p:cNvSpPr>
          <p:nvPr>
            <p:ph type="dt"/>
          </p:nvPr>
        </p:nvSpPr>
        <p:spPr>
          <a:xfrm>
            <a:off x="7560000" y="5130000"/>
            <a:ext cx="2340000" cy="391320"/>
          </a:xfrm>
          <a:prstGeom prst="rect">
            <a:avLst/>
          </a:prstGeom>
        </p:spPr>
        <p:txBody>
          <a:bodyPr lIns="0" tIns="0" rIns="0" bIns="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PE" sz="1800" b="1" i="0" u="none" strike="noStrike" kern="1200" cap="none" spc="-1" normalizeH="0" baseline="0" noProof="0">
                <a:ln>
                  <a:noFill/>
                </a:ln>
                <a:solidFill>
                  <a:srgbClr val="FFFFFF"/>
                </a:solidFill>
                <a:effectLst/>
                <a:uLnTx/>
                <a:uFillTx/>
                <a:latin typeface="Source Sans Pro Black"/>
              </a:rPr>
              <a:t>&lt;fecha/hora&gt;</a:t>
            </a:r>
          </a:p>
        </p:txBody>
      </p:sp>
    </p:spTree>
    <p:extLst>
      <p:ext uri="{BB962C8B-B14F-4D97-AF65-F5344CB8AC3E}">
        <p14:creationId xmlns:p14="http://schemas.microsoft.com/office/powerpoint/2010/main" val="2636391893"/>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CustomShape 1"/>
          <p:cNvSpPr/>
          <p:nvPr/>
        </p:nvSpPr>
        <p:spPr>
          <a:xfrm>
            <a:off x="0" y="180000"/>
            <a:ext cx="9720000" cy="900000"/>
          </a:xfrm>
          <a:prstGeom prst="rect">
            <a:avLst/>
          </a:prstGeom>
          <a:solidFill>
            <a:srgbClr val="C9211E"/>
          </a:solidFill>
          <a:ln w="18000">
            <a:noFill/>
          </a:ln>
        </p:spPr>
        <p:style>
          <a:lnRef idx="0">
            <a:scrgbClr r="0" g="0" b="0"/>
          </a:lnRef>
          <a:fillRef idx="0">
            <a:scrgbClr r="0" g="0" b="0"/>
          </a:fillRef>
          <a:effectRef idx="0">
            <a:scrgbClr r="0" g="0" b="0"/>
          </a:effectRef>
          <a:fontRef idx="minor"/>
        </p:style>
      </p:sp>
      <p:sp>
        <p:nvSpPr>
          <p:cNvPr id="11" name="CustomShape 2"/>
          <p:cNvSpPr/>
          <p:nvPr/>
        </p:nvSpPr>
        <p:spPr>
          <a:xfrm>
            <a:off x="7560000" y="5130000"/>
            <a:ext cx="2520000" cy="405000"/>
          </a:xfrm>
          <a:prstGeom prst="rect">
            <a:avLst/>
          </a:prstGeom>
          <a:solidFill>
            <a:srgbClr val="C9211E"/>
          </a:solidFill>
          <a:ln w="18000">
            <a:noFill/>
          </a:ln>
        </p:spPr>
        <p:style>
          <a:lnRef idx="0">
            <a:scrgbClr r="0" g="0" b="0"/>
          </a:lnRef>
          <a:fillRef idx="0">
            <a:scrgbClr r="0" g="0" b="0"/>
          </a:fillRef>
          <a:effectRef idx="0">
            <a:scrgbClr r="0" g="0" b="0"/>
          </a:effectRef>
          <a:fontRef idx="minor"/>
        </p:style>
      </p:sp>
      <p:sp>
        <p:nvSpPr>
          <p:cNvPr id="2" name="CustomShape 3"/>
          <p:cNvSpPr/>
          <p:nvPr/>
        </p:nvSpPr>
        <p:spPr>
          <a:xfrm>
            <a:off x="900000" y="5130000"/>
            <a:ext cx="6480000" cy="405000"/>
          </a:xfrm>
          <a:prstGeom prst="rect">
            <a:avLst/>
          </a:prstGeom>
          <a:solidFill>
            <a:srgbClr val="B2B2B2"/>
          </a:solidFill>
          <a:ln w="0">
            <a:solidFill>
              <a:srgbClr val="808080"/>
            </a:solidFill>
          </a:ln>
        </p:spPr>
        <p:style>
          <a:lnRef idx="0">
            <a:scrgbClr r="0" g="0" b="0"/>
          </a:lnRef>
          <a:fillRef idx="0">
            <a:scrgbClr r="0" g="0" b="0"/>
          </a:fillRef>
          <a:effectRef idx="0">
            <a:scrgbClr r="0" g="0" b="0"/>
          </a:effectRef>
          <a:fontRef idx="minor"/>
        </p:style>
      </p:sp>
      <p:sp>
        <p:nvSpPr>
          <p:cNvPr id="3" name="CustomShape 4"/>
          <p:cNvSpPr/>
          <p:nvPr/>
        </p:nvSpPr>
        <p:spPr>
          <a:xfrm>
            <a:off x="180000" y="5130000"/>
            <a:ext cx="540000" cy="405000"/>
          </a:xfrm>
          <a:prstGeom prst="rect">
            <a:avLst/>
          </a:prstGeom>
          <a:noFill/>
          <a:ln w="72000">
            <a:noFill/>
          </a:ln>
        </p:spPr>
        <p:style>
          <a:lnRef idx="0">
            <a:scrgbClr r="0" g="0" b="0"/>
          </a:lnRef>
          <a:fillRef idx="0">
            <a:scrgbClr r="0" g="0" b="0"/>
          </a:fillRef>
          <a:effectRef idx="0">
            <a:scrgbClr r="0" g="0" b="0"/>
          </a:effectRef>
          <a:fontRef idx="minor"/>
        </p:style>
      </p:sp>
      <p:sp>
        <p:nvSpPr>
          <p:cNvPr id="4" name="PlaceHolder 5"/>
          <p:cNvSpPr>
            <a:spLocks noGrp="1"/>
          </p:cNvSpPr>
          <p:nvPr>
            <p:ph type="title"/>
          </p:nvPr>
        </p:nvSpPr>
        <p:spPr>
          <a:xfrm>
            <a:off x="360000" y="270000"/>
            <a:ext cx="9360000" cy="720000"/>
          </a:xfrm>
          <a:prstGeom prst="rect">
            <a:avLst/>
          </a:prstGeom>
        </p:spPr>
        <p:txBody>
          <a:bodyPr lIns="0" tIns="0" rIns="0" bIns="0" anchor="b">
            <a:noAutofit/>
          </a:bodyPr>
          <a:lstStyle/>
          <a:p>
            <a:r>
              <a:rPr lang="es-PE" sz="2400" b="1" strike="noStrike" spc="-1">
                <a:solidFill>
                  <a:srgbClr val="FFFFFF"/>
                </a:solidFill>
                <a:latin typeface="Source Sans Pro Black"/>
              </a:rPr>
              <a:t>Pulse para editar el formato del texto de título</a:t>
            </a:r>
          </a:p>
        </p:txBody>
      </p:sp>
      <p:sp>
        <p:nvSpPr>
          <p:cNvPr id="5" name="PlaceHolder 6"/>
          <p:cNvSpPr>
            <a:spLocks noGrp="1"/>
          </p:cNvSpPr>
          <p:nvPr>
            <p:ph type="body"/>
          </p:nvPr>
        </p:nvSpPr>
        <p:spPr>
          <a:xfrm>
            <a:off x="360000" y="1350000"/>
            <a:ext cx="9180000" cy="3510000"/>
          </a:xfrm>
          <a:prstGeom prst="rect">
            <a:avLst/>
          </a:prstGeom>
        </p:spPr>
        <p:txBody>
          <a:bodyPr lIns="0" tIns="0" rIns="0" bIns="0">
            <a:normAutofit/>
          </a:bodyPr>
          <a:lstStyle/>
          <a:p>
            <a:pPr>
              <a:spcAft>
                <a:spcPts val="853"/>
              </a:spcAft>
            </a:pPr>
            <a:r>
              <a:rPr lang="es-PE" sz="1950" b="1" strike="noStrike" spc="-1">
                <a:solidFill>
                  <a:srgbClr val="1C1C1C"/>
                </a:solidFill>
                <a:latin typeface="Source Sans Pro Semibold"/>
              </a:rPr>
              <a:t>Pulse para editar el formato de texto del esquema</a:t>
            </a:r>
          </a:p>
          <a:p>
            <a:pPr marL="288000" lvl="1">
              <a:spcAft>
                <a:spcPts val="848"/>
              </a:spcAft>
            </a:pPr>
            <a:r>
              <a:rPr lang="es-PE" sz="1650" b="0" strike="noStrike" spc="-1">
                <a:solidFill>
                  <a:srgbClr val="1C1C1C"/>
                </a:solidFill>
                <a:latin typeface="Source Sans Pro Light"/>
              </a:rPr>
              <a:t>Segundo nivel del esquema</a:t>
            </a:r>
          </a:p>
          <a:p>
            <a:pPr marL="576000" lvl="2">
              <a:spcAft>
                <a:spcPts val="635"/>
              </a:spcAft>
            </a:pPr>
            <a:r>
              <a:rPr lang="es-PE" sz="1350" b="0" strike="noStrike" spc="-1">
                <a:solidFill>
                  <a:srgbClr val="1C1C1C"/>
                </a:solidFill>
                <a:latin typeface="Source Sans Pro Light"/>
              </a:rPr>
              <a:t>Tercer nivel del esquema</a:t>
            </a:r>
          </a:p>
          <a:p>
            <a:pPr marL="864000" lvl="3">
              <a:spcAft>
                <a:spcPts val="425"/>
              </a:spcAft>
            </a:pPr>
            <a:r>
              <a:rPr lang="es-PE" sz="1200" b="0" strike="noStrike" spc="-1">
                <a:solidFill>
                  <a:srgbClr val="1C1C1C"/>
                </a:solidFill>
                <a:latin typeface="Source Sans Pro Light"/>
              </a:rPr>
              <a:t>Cuarto nivel del esquema</a:t>
            </a:r>
          </a:p>
          <a:p>
            <a:pPr marL="1152000" lvl="4">
              <a:spcAft>
                <a:spcPts val="213"/>
              </a:spcAft>
            </a:pPr>
            <a:r>
              <a:rPr lang="es-PE" sz="1200" b="0" strike="noStrike" spc="-1">
                <a:solidFill>
                  <a:srgbClr val="1C1C1C"/>
                </a:solidFill>
                <a:latin typeface="Source Sans Pro Light"/>
              </a:rPr>
              <a:t>Quinto nivel del esquema</a:t>
            </a:r>
          </a:p>
          <a:p>
            <a:pPr marL="1440000" lvl="5">
              <a:spcAft>
                <a:spcPts val="213"/>
              </a:spcAft>
            </a:pPr>
            <a:r>
              <a:rPr lang="es-PE" sz="1200" b="0" strike="noStrike" spc="-1">
                <a:solidFill>
                  <a:srgbClr val="1C1C1C"/>
                </a:solidFill>
                <a:latin typeface="Source Sans Pro Light"/>
              </a:rPr>
              <a:t>Sexto nivel del esquema</a:t>
            </a:r>
          </a:p>
          <a:p>
            <a:pPr marL="1728000" lvl="6">
              <a:spcAft>
                <a:spcPts val="213"/>
              </a:spcAft>
            </a:pPr>
            <a:r>
              <a:rPr lang="es-PE" sz="1200" b="0" strike="noStrike" spc="-1">
                <a:solidFill>
                  <a:srgbClr val="1C1C1C"/>
                </a:solidFill>
                <a:latin typeface="Source Sans Pro Light"/>
              </a:rPr>
              <a:t>Séptimo nivel del esquema</a:t>
            </a:r>
          </a:p>
        </p:txBody>
      </p:sp>
      <p:sp>
        <p:nvSpPr>
          <p:cNvPr id="6" name="CustomShape 7"/>
          <p:cNvSpPr/>
          <p:nvPr/>
        </p:nvSpPr>
        <p:spPr>
          <a:xfrm>
            <a:off x="180000" y="5130000"/>
            <a:ext cx="540000" cy="405000"/>
          </a:xfrm>
          <a:prstGeom prst="rect">
            <a:avLst/>
          </a:prstGeom>
          <a:solidFill>
            <a:srgbClr val="C9211E"/>
          </a:solidFill>
          <a:ln w="18000">
            <a:noFill/>
          </a:ln>
        </p:spPr>
        <p:style>
          <a:lnRef idx="0">
            <a:scrgbClr r="0" g="0" b="0"/>
          </a:lnRef>
          <a:fillRef idx="0">
            <a:scrgbClr r="0" g="0" b="0"/>
          </a:fillRef>
          <a:effectRef idx="0">
            <a:scrgbClr r="0" g="0" b="0"/>
          </a:effectRef>
          <a:fontRef idx="minor"/>
        </p:style>
      </p:sp>
      <p:sp>
        <p:nvSpPr>
          <p:cNvPr id="7" name="PlaceHolder 8"/>
          <p:cNvSpPr>
            <a:spLocks noGrp="1"/>
          </p:cNvSpPr>
          <p:nvPr>
            <p:ph type="sldNum"/>
          </p:nvPr>
        </p:nvSpPr>
        <p:spPr>
          <a:xfrm>
            <a:off x="-180000" y="5130000"/>
            <a:ext cx="1260000" cy="405000"/>
          </a:xfrm>
          <a:prstGeom prst="rect">
            <a:avLst/>
          </a:prstGeom>
        </p:spPr>
        <p:txBody>
          <a:bodyPr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2CBBC77-FF04-4709-A253-AA514A11DE34}" type="slidenum">
              <a:rPr kumimoji="0" lang="es-PE" sz="1800" b="1" i="0" u="none" strike="noStrike" kern="1200" cap="none" spc="-1" normalizeH="0" baseline="0" noProof="0">
                <a:ln>
                  <a:noFill/>
                </a:ln>
                <a:solidFill>
                  <a:srgbClr val="FFFFFF"/>
                </a:solidFill>
                <a:effectLst/>
                <a:uLnTx/>
                <a:uFillTx/>
                <a:latin typeface="Source Sans Pro Black"/>
              </a:rPr>
              <a:pPr marL="0" marR="0" lvl="0" indent="0" algn="ctr" defTabSz="914400" rtl="0" eaLnBrk="1" fontAlgn="auto" latinLnBrk="0" hangingPunct="1">
                <a:lnSpc>
                  <a:spcPct val="100000"/>
                </a:lnSpc>
                <a:spcBef>
                  <a:spcPts val="0"/>
                </a:spcBef>
                <a:spcAft>
                  <a:spcPts val="0"/>
                </a:spcAft>
                <a:buClrTx/>
                <a:buSzTx/>
                <a:buFontTx/>
                <a:buNone/>
                <a:tabLst/>
                <a:defRPr/>
              </a:pPr>
              <a:t>‹Nº›</a:t>
            </a:fld>
            <a:endParaRPr kumimoji="0" lang="es-PE" sz="1800" b="1" i="0" u="none" strike="noStrike" kern="1200" cap="none" spc="-1" normalizeH="0" baseline="0" noProof="0">
              <a:ln>
                <a:noFill/>
              </a:ln>
              <a:solidFill>
                <a:srgbClr val="FFFFFF"/>
              </a:solidFill>
              <a:effectLst/>
              <a:uLnTx/>
              <a:uFillTx/>
              <a:latin typeface="Source Sans Pro Black"/>
            </a:endParaRPr>
          </a:p>
        </p:txBody>
      </p:sp>
      <p:sp>
        <p:nvSpPr>
          <p:cNvPr id="8" name="PlaceHolder 9"/>
          <p:cNvSpPr>
            <a:spLocks noGrp="1"/>
          </p:cNvSpPr>
          <p:nvPr>
            <p:ph type="ftr"/>
          </p:nvPr>
        </p:nvSpPr>
        <p:spPr>
          <a:xfrm>
            <a:off x="900000" y="5130000"/>
            <a:ext cx="6480000" cy="405000"/>
          </a:xfrm>
          <a:prstGeom prst="rect">
            <a:avLst/>
          </a:prstGeom>
        </p:spPr>
        <p:txBody>
          <a:bodyPr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PE" sz="1800" b="1" i="0" u="none" strike="noStrike" kern="1200" cap="none" spc="-1" normalizeH="0" baseline="0" noProof="0">
                <a:ln>
                  <a:noFill/>
                </a:ln>
                <a:solidFill>
                  <a:srgbClr val="FFFFFF"/>
                </a:solidFill>
                <a:effectLst/>
                <a:uLnTx/>
                <a:uFillTx/>
                <a:latin typeface="Source Sans Pro Black"/>
              </a:rPr>
              <a:t>&lt;pie de página&gt;</a:t>
            </a:r>
          </a:p>
        </p:txBody>
      </p:sp>
      <p:sp>
        <p:nvSpPr>
          <p:cNvPr id="9" name="PlaceHolder 10"/>
          <p:cNvSpPr>
            <a:spLocks noGrp="1"/>
          </p:cNvSpPr>
          <p:nvPr>
            <p:ph type="dt"/>
          </p:nvPr>
        </p:nvSpPr>
        <p:spPr>
          <a:xfrm>
            <a:off x="7560000" y="5130000"/>
            <a:ext cx="2340000" cy="391320"/>
          </a:xfrm>
          <a:prstGeom prst="rect">
            <a:avLst/>
          </a:prstGeom>
        </p:spPr>
        <p:txBody>
          <a:bodyPr lIns="0" tIns="0" rIns="0" bIns="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PE" sz="1800" b="1" i="0" u="none" strike="noStrike" kern="1200" cap="none" spc="-1" normalizeH="0" baseline="0" noProof="0">
                <a:ln>
                  <a:noFill/>
                </a:ln>
                <a:solidFill>
                  <a:srgbClr val="FFFFFF"/>
                </a:solidFill>
                <a:effectLst/>
                <a:uLnTx/>
                <a:uFillTx/>
                <a:latin typeface="Source Sans Pro Black"/>
              </a:rPr>
              <a:t>&lt;fecha/hora&gt;</a:t>
            </a:r>
          </a:p>
        </p:txBody>
      </p:sp>
    </p:spTree>
    <p:extLst>
      <p:ext uri="{BB962C8B-B14F-4D97-AF65-F5344CB8AC3E}">
        <p14:creationId xmlns:p14="http://schemas.microsoft.com/office/powerpoint/2010/main" val="1709106458"/>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CustomShape 1"/>
          <p:cNvSpPr/>
          <p:nvPr/>
        </p:nvSpPr>
        <p:spPr>
          <a:xfrm>
            <a:off x="0" y="180000"/>
            <a:ext cx="9720000" cy="900000"/>
          </a:xfrm>
          <a:prstGeom prst="rect">
            <a:avLst/>
          </a:prstGeom>
          <a:solidFill>
            <a:srgbClr val="C9211E"/>
          </a:solidFill>
          <a:ln w="18000">
            <a:noFill/>
          </a:ln>
        </p:spPr>
        <p:style>
          <a:lnRef idx="0">
            <a:scrgbClr r="0" g="0" b="0"/>
          </a:lnRef>
          <a:fillRef idx="0">
            <a:scrgbClr r="0" g="0" b="0"/>
          </a:fillRef>
          <a:effectRef idx="0">
            <a:scrgbClr r="0" g="0" b="0"/>
          </a:effectRef>
          <a:fontRef idx="minor"/>
        </p:style>
      </p:sp>
      <p:sp>
        <p:nvSpPr>
          <p:cNvPr id="11" name="CustomShape 2"/>
          <p:cNvSpPr/>
          <p:nvPr/>
        </p:nvSpPr>
        <p:spPr>
          <a:xfrm>
            <a:off x="7560000" y="5130000"/>
            <a:ext cx="2520000" cy="405000"/>
          </a:xfrm>
          <a:prstGeom prst="rect">
            <a:avLst/>
          </a:prstGeom>
          <a:solidFill>
            <a:srgbClr val="C9211E"/>
          </a:solidFill>
          <a:ln w="18000">
            <a:noFill/>
          </a:ln>
        </p:spPr>
        <p:style>
          <a:lnRef idx="0">
            <a:scrgbClr r="0" g="0" b="0"/>
          </a:lnRef>
          <a:fillRef idx="0">
            <a:scrgbClr r="0" g="0" b="0"/>
          </a:fillRef>
          <a:effectRef idx="0">
            <a:scrgbClr r="0" g="0" b="0"/>
          </a:effectRef>
          <a:fontRef idx="minor"/>
        </p:style>
      </p:sp>
      <p:sp>
        <p:nvSpPr>
          <p:cNvPr id="2" name="CustomShape 3"/>
          <p:cNvSpPr/>
          <p:nvPr/>
        </p:nvSpPr>
        <p:spPr>
          <a:xfrm>
            <a:off x="900000" y="5130000"/>
            <a:ext cx="6480000" cy="405000"/>
          </a:xfrm>
          <a:prstGeom prst="rect">
            <a:avLst/>
          </a:prstGeom>
          <a:solidFill>
            <a:srgbClr val="B2B2B2"/>
          </a:solidFill>
          <a:ln w="0">
            <a:solidFill>
              <a:srgbClr val="808080"/>
            </a:solidFill>
          </a:ln>
        </p:spPr>
        <p:style>
          <a:lnRef idx="0">
            <a:scrgbClr r="0" g="0" b="0"/>
          </a:lnRef>
          <a:fillRef idx="0">
            <a:scrgbClr r="0" g="0" b="0"/>
          </a:fillRef>
          <a:effectRef idx="0">
            <a:scrgbClr r="0" g="0" b="0"/>
          </a:effectRef>
          <a:fontRef idx="minor"/>
        </p:style>
      </p:sp>
      <p:sp>
        <p:nvSpPr>
          <p:cNvPr id="3" name="CustomShape 4"/>
          <p:cNvSpPr/>
          <p:nvPr/>
        </p:nvSpPr>
        <p:spPr>
          <a:xfrm>
            <a:off x="180000" y="5130000"/>
            <a:ext cx="540000" cy="405000"/>
          </a:xfrm>
          <a:prstGeom prst="rect">
            <a:avLst/>
          </a:prstGeom>
          <a:noFill/>
          <a:ln w="72000">
            <a:noFill/>
          </a:ln>
        </p:spPr>
        <p:style>
          <a:lnRef idx="0">
            <a:scrgbClr r="0" g="0" b="0"/>
          </a:lnRef>
          <a:fillRef idx="0">
            <a:scrgbClr r="0" g="0" b="0"/>
          </a:fillRef>
          <a:effectRef idx="0">
            <a:scrgbClr r="0" g="0" b="0"/>
          </a:effectRef>
          <a:fontRef idx="minor"/>
        </p:style>
      </p:sp>
      <p:sp>
        <p:nvSpPr>
          <p:cNvPr id="4" name="PlaceHolder 5"/>
          <p:cNvSpPr>
            <a:spLocks noGrp="1"/>
          </p:cNvSpPr>
          <p:nvPr>
            <p:ph type="title"/>
          </p:nvPr>
        </p:nvSpPr>
        <p:spPr>
          <a:xfrm>
            <a:off x="360000" y="270000"/>
            <a:ext cx="9360000" cy="720000"/>
          </a:xfrm>
          <a:prstGeom prst="rect">
            <a:avLst/>
          </a:prstGeom>
        </p:spPr>
        <p:txBody>
          <a:bodyPr lIns="0" tIns="0" rIns="0" bIns="0" anchor="b">
            <a:noAutofit/>
          </a:bodyPr>
          <a:lstStyle/>
          <a:p>
            <a:r>
              <a:rPr lang="es-PE" sz="2400" b="1" strike="noStrike" spc="-1">
                <a:solidFill>
                  <a:srgbClr val="FFFFFF"/>
                </a:solidFill>
                <a:latin typeface="Source Sans Pro Black"/>
              </a:rPr>
              <a:t>Pulse para editar el formato del texto de título</a:t>
            </a:r>
          </a:p>
        </p:txBody>
      </p:sp>
      <p:sp>
        <p:nvSpPr>
          <p:cNvPr id="5" name="PlaceHolder 6"/>
          <p:cNvSpPr>
            <a:spLocks noGrp="1"/>
          </p:cNvSpPr>
          <p:nvPr>
            <p:ph type="body"/>
          </p:nvPr>
        </p:nvSpPr>
        <p:spPr>
          <a:xfrm>
            <a:off x="360000" y="1350000"/>
            <a:ext cx="9180000" cy="3510000"/>
          </a:xfrm>
          <a:prstGeom prst="rect">
            <a:avLst/>
          </a:prstGeom>
        </p:spPr>
        <p:txBody>
          <a:bodyPr lIns="0" tIns="0" rIns="0" bIns="0">
            <a:normAutofit/>
          </a:bodyPr>
          <a:lstStyle/>
          <a:p>
            <a:pPr>
              <a:spcAft>
                <a:spcPts val="853"/>
              </a:spcAft>
            </a:pPr>
            <a:r>
              <a:rPr lang="es-PE" sz="1950" b="1" strike="noStrike" spc="-1">
                <a:solidFill>
                  <a:srgbClr val="1C1C1C"/>
                </a:solidFill>
                <a:latin typeface="Source Sans Pro Semibold"/>
              </a:rPr>
              <a:t>Pulse para editar el formato de texto del esquema</a:t>
            </a:r>
          </a:p>
          <a:p>
            <a:pPr marL="288000" lvl="1">
              <a:spcAft>
                <a:spcPts val="848"/>
              </a:spcAft>
            </a:pPr>
            <a:r>
              <a:rPr lang="es-PE" sz="1650" b="0" strike="noStrike" spc="-1">
                <a:solidFill>
                  <a:srgbClr val="1C1C1C"/>
                </a:solidFill>
                <a:latin typeface="Source Sans Pro Light"/>
              </a:rPr>
              <a:t>Segundo nivel del esquema</a:t>
            </a:r>
          </a:p>
          <a:p>
            <a:pPr marL="576000" lvl="2">
              <a:spcAft>
                <a:spcPts val="635"/>
              </a:spcAft>
            </a:pPr>
            <a:r>
              <a:rPr lang="es-PE" sz="1350" b="0" strike="noStrike" spc="-1">
                <a:solidFill>
                  <a:srgbClr val="1C1C1C"/>
                </a:solidFill>
                <a:latin typeface="Source Sans Pro Light"/>
              </a:rPr>
              <a:t>Tercer nivel del esquema</a:t>
            </a:r>
          </a:p>
          <a:p>
            <a:pPr marL="864000" lvl="3">
              <a:spcAft>
                <a:spcPts val="425"/>
              </a:spcAft>
            </a:pPr>
            <a:r>
              <a:rPr lang="es-PE" sz="1200" b="0" strike="noStrike" spc="-1">
                <a:solidFill>
                  <a:srgbClr val="1C1C1C"/>
                </a:solidFill>
                <a:latin typeface="Source Sans Pro Light"/>
              </a:rPr>
              <a:t>Cuarto nivel del esquema</a:t>
            </a:r>
          </a:p>
          <a:p>
            <a:pPr marL="1152000" lvl="4">
              <a:spcAft>
                <a:spcPts val="213"/>
              </a:spcAft>
            </a:pPr>
            <a:r>
              <a:rPr lang="es-PE" sz="1200" b="0" strike="noStrike" spc="-1">
                <a:solidFill>
                  <a:srgbClr val="1C1C1C"/>
                </a:solidFill>
                <a:latin typeface="Source Sans Pro Light"/>
              </a:rPr>
              <a:t>Quinto nivel del esquema</a:t>
            </a:r>
          </a:p>
          <a:p>
            <a:pPr marL="1440000" lvl="5">
              <a:spcAft>
                <a:spcPts val="213"/>
              </a:spcAft>
            </a:pPr>
            <a:r>
              <a:rPr lang="es-PE" sz="1200" b="0" strike="noStrike" spc="-1">
                <a:solidFill>
                  <a:srgbClr val="1C1C1C"/>
                </a:solidFill>
                <a:latin typeface="Source Sans Pro Light"/>
              </a:rPr>
              <a:t>Sexto nivel del esquema</a:t>
            </a:r>
          </a:p>
          <a:p>
            <a:pPr marL="1728000" lvl="6">
              <a:spcAft>
                <a:spcPts val="213"/>
              </a:spcAft>
            </a:pPr>
            <a:r>
              <a:rPr lang="es-PE" sz="1200" b="0" strike="noStrike" spc="-1">
                <a:solidFill>
                  <a:srgbClr val="1C1C1C"/>
                </a:solidFill>
                <a:latin typeface="Source Sans Pro Light"/>
              </a:rPr>
              <a:t>Séptimo nivel del esquema</a:t>
            </a:r>
          </a:p>
        </p:txBody>
      </p:sp>
      <p:sp>
        <p:nvSpPr>
          <p:cNvPr id="6" name="CustomShape 7"/>
          <p:cNvSpPr/>
          <p:nvPr/>
        </p:nvSpPr>
        <p:spPr>
          <a:xfrm>
            <a:off x="180000" y="5130000"/>
            <a:ext cx="540000" cy="405000"/>
          </a:xfrm>
          <a:prstGeom prst="rect">
            <a:avLst/>
          </a:prstGeom>
          <a:solidFill>
            <a:srgbClr val="C9211E"/>
          </a:solidFill>
          <a:ln w="18000">
            <a:noFill/>
          </a:ln>
        </p:spPr>
        <p:style>
          <a:lnRef idx="0">
            <a:scrgbClr r="0" g="0" b="0"/>
          </a:lnRef>
          <a:fillRef idx="0">
            <a:scrgbClr r="0" g="0" b="0"/>
          </a:fillRef>
          <a:effectRef idx="0">
            <a:scrgbClr r="0" g="0" b="0"/>
          </a:effectRef>
          <a:fontRef idx="minor"/>
        </p:style>
      </p:sp>
      <p:sp>
        <p:nvSpPr>
          <p:cNvPr id="7" name="PlaceHolder 8"/>
          <p:cNvSpPr>
            <a:spLocks noGrp="1"/>
          </p:cNvSpPr>
          <p:nvPr>
            <p:ph type="sldNum"/>
          </p:nvPr>
        </p:nvSpPr>
        <p:spPr>
          <a:xfrm>
            <a:off x="-180000" y="5130000"/>
            <a:ext cx="1260000" cy="405000"/>
          </a:xfrm>
          <a:prstGeom prst="rect">
            <a:avLst/>
          </a:prstGeom>
        </p:spPr>
        <p:txBody>
          <a:bodyPr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2CBBC77-FF04-4709-A253-AA514A11DE34}" type="slidenum">
              <a:rPr kumimoji="0" lang="es-PE" sz="1800" b="1" i="0" u="none" strike="noStrike" kern="1200" cap="none" spc="-1" normalizeH="0" baseline="0" noProof="0">
                <a:ln>
                  <a:noFill/>
                </a:ln>
                <a:solidFill>
                  <a:srgbClr val="FFFFFF"/>
                </a:solidFill>
                <a:effectLst/>
                <a:uLnTx/>
                <a:uFillTx/>
                <a:latin typeface="Source Sans Pro Black"/>
              </a:rPr>
              <a:pPr marL="0" marR="0" lvl="0" indent="0" algn="ctr" defTabSz="914400" rtl="0" eaLnBrk="1" fontAlgn="auto" latinLnBrk="0" hangingPunct="1">
                <a:lnSpc>
                  <a:spcPct val="100000"/>
                </a:lnSpc>
                <a:spcBef>
                  <a:spcPts val="0"/>
                </a:spcBef>
                <a:spcAft>
                  <a:spcPts val="0"/>
                </a:spcAft>
                <a:buClrTx/>
                <a:buSzTx/>
                <a:buFontTx/>
                <a:buNone/>
                <a:tabLst/>
                <a:defRPr/>
              </a:pPr>
              <a:t>‹Nº›</a:t>
            </a:fld>
            <a:endParaRPr kumimoji="0" lang="es-PE" sz="1800" b="1" i="0" u="none" strike="noStrike" kern="1200" cap="none" spc="-1" normalizeH="0" baseline="0" noProof="0">
              <a:ln>
                <a:noFill/>
              </a:ln>
              <a:solidFill>
                <a:srgbClr val="FFFFFF"/>
              </a:solidFill>
              <a:effectLst/>
              <a:uLnTx/>
              <a:uFillTx/>
              <a:latin typeface="Source Sans Pro Black"/>
            </a:endParaRPr>
          </a:p>
        </p:txBody>
      </p:sp>
      <p:sp>
        <p:nvSpPr>
          <p:cNvPr id="8" name="PlaceHolder 9"/>
          <p:cNvSpPr>
            <a:spLocks noGrp="1"/>
          </p:cNvSpPr>
          <p:nvPr>
            <p:ph type="ftr"/>
          </p:nvPr>
        </p:nvSpPr>
        <p:spPr>
          <a:xfrm>
            <a:off x="900000" y="5130000"/>
            <a:ext cx="6480000" cy="405000"/>
          </a:xfrm>
          <a:prstGeom prst="rect">
            <a:avLst/>
          </a:prstGeom>
        </p:spPr>
        <p:txBody>
          <a:bodyPr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PE" sz="1800" b="1" i="0" u="none" strike="noStrike" kern="1200" cap="none" spc="-1" normalizeH="0" baseline="0" noProof="0">
                <a:ln>
                  <a:noFill/>
                </a:ln>
                <a:solidFill>
                  <a:srgbClr val="FFFFFF"/>
                </a:solidFill>
                <a:effectLst/>
                <a:uLnTx/>
                <a:uFillTx/>
                <a:latin typeface="Source Sans Pro Black"/>
              </a:rPr>
              <a:t>&lt;pie de página&gt;</a:t>
            </a:r>
          </a:p>
        </p:txBody>
      </p:sp>
      <p:sp>
        <p:nvSpPr>
          <p:cNvPr id="9" name="PlaceHolder 10"/>
          <p:cNvSpPr>
            <a:spLocks noGrp="1"/>
          </p:cNvSpPr>
          <p:nvPr>
            <p:ph type="dt"/>
          </p:nvPr>
        </p:nvSpPr>
        <p:spPr>
          <a:xfrm>
            <a:off x="7560000" y="5130000"/>
            <a:ext cx="2340000" cy="391320"/>
          </a:xfrm>
          <a:prstGeom prst="rect">
            <a:avLst/>
          </a:prstGeom>
        </p:spPr>
        <p:txBody>
          <a:bodyPr lIns="0" tIns="0" rIns="0" bIns="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PE" sz="1800" b="1" i="0" u="none" strike="noStrike" kern="1200" cap="none" spc="-1" normalizeH="0" baseline="0" noProof="0">
                <a:ln>
                  <a:noFill/>
                </a:ln>
                <a:solidFill>
                  <a:srgbClr val="FFFFFF"/>
                </a:solidFill>
                <a:effectLst/>
                <a:uLnTx/>
                <a:uFillTx/>
                <a:latin typeface="Source Sans Pro Black"/>
              </a:rPr>
              <a:t>&lt;fecha/hora&gt;</a:t>
            </a:r>
          </a:p>
        </p:txBody>
      </p:sp>
    </p:spTree>
    <p:extLst>
      <p:ext uri="{BB962C8B-B14F-4D97-AF65-F5344CB8AC3E}">
        <p14:creationId xmlns:p14="http://schemas.microsoft.com/office/powerpoint/2010/main" val="1104203903"/>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 id="2147483747" r:id="rId13"/>
    <p:sldLayoutId id="2147483748"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CustomShape 1"/>
          <p:cNvSpPr/>
          <p:nvPr/>
        </p:nvSpPr>
        <p:spPr>
          <a:xfrm>
            <a:off x="0" y="180000"/>
            <a:ext cx="9720000" cy="900000"/>
          </a:xfrm>
          <a:prstGeom prst="rect">
            <a:avLst/>
          </a:prstGeom>
          <a:solidFill>
            <a:srgbClr val="C9211E"/>
          </a:solidFill>
          <a:ln w="18000">
            <a:noFill/>
          </a:ln>
        </p:spPr>
        <p:style>
          <a:lnRef idx="0">
            <a:scrgbClr r="0" g="0" b="0"/>
          </a:lnRef>
          <a:fillRef idx="0">
            <a:scrgbClr r="0" g="0" b="0"/>
          </a:fillRef>
          <a:effectRef idx="0">
            <a:scrgbClr r="0" g="0" b="0"/>
          </a:effectRef>
          <a:fontRef idx="minor"/>
        </p:style>
      </p:sp>
      <p:sp>
        <p:nvSpPr>
          <p:cNvPr id="11" name="CustomShape 2"/>
          <p:cNvSpPr/>
          <p:nvPr/>
        </p:nvSpPr>
        <p:spPr>
          <a:xfrm>
            <a:off x="7560000" y="5130000"/>
            <a:ext cx="2520000" cy="405000"/>
          </a:xfrm>
          <a:prstGeom prst="rect">
            <a:avLst/>
          </a:prstGeom>
          <a:solidFill>
            <a:srgbClr val="C9211E"/>
          </a:solidFill>
          <a:ln w="18000">
            <a:noFill/>
          </a:ln>
        </p:spPr>
        <p:style>
          <a:lnRef idx="0">
            <a:scrgbClr r="0" g="0" b="0"/>
          </a:lnRef>
          <a:fillRef idx="0">
            <a:scrgbClr r="0" g="0" b="0"/>
          </a:fillRef>
          <a:effectRef idx="0">
            <a:scrgbClr r="0" g="0" b="0"/>
          </a:effectRef>
          <a:fontRef idx="minor"/>
        </p:style>
      </p:sp>
      <p:sp>
        <p:nvSpPr>
          <p:cNvPr id="2" name="CustomShape 3"/>
          <p:cNvSpPr/>
          <p:nvPr/>
        </p:nvSpPr>
        <p:spPr>
          <a:xfrm>
            <a:off x="900000" y="5130000"/>
            <a:ext cx="6480000" cy="405000"/>
          </a:xfrm>
          <a:prstGeom prst="rect">
            <a:avLst/>
          </a:prstGeom>
          <a:solidFill>
            <a:srgbClr val="B2B2B2"/>
          </a:solidFill>
          <a:ln w="0">
            <a:solidFill>
              <a:srgbClr val="808080"/>
            </a:solidFill>
          </a:ln>
        </p:spPr>
        <p:style>
          <a:lnRef idx="0">
            <a:scrgbClr r="0" g="0" b="0"/>
          </a:lnRef>
          <a:fillRef idx="0">
            <a:scrgbClr r="0" g="0" b="0"/>
          </a:fillRef>
          <a:effectRef idx="0">
            <a:scrgbClr r="0" g="0" b="0"/>
          </a:effectRef>
          <a:fontRef idx="minor"/>
        </p:style>
      </p:sp>
      <p:sp>
        <p:nvSpPr>
          <p:cNvPr id="3" name="CustomShape 4"/>
          <p:cNvSpPr/>
          <p:nvPr/>
        </p:nvSpPr>
        <p:spPr>
          <a:xfrm>
            <a:off x="180000" y="5130000"/>
            <a:ext cx="540000" cy="405000"/>
          </a:xfrm>
          <a:prstGeom prst="rect">
            <a:avLst/>
          </a:prstGeom>
          <a:noFill/>
          <a:ln w="72000">
            <a:noFill/>
          </a:ln>
        </p:spPr>
        <p:style>
          <a:lnRef idx="0">
            <a:scrgbClr r="0" g="0" b="0"/>
          </a:lnRef>
          <a:fillRef idx="0">
            <a:scrgbClr r="0" g="0" b="0"/>
          </a:fillRef>
          <a:effectRef idx="0">
            <a:scrgbClr r="0" g="0" b="0"/>
          </a:effectRef>
          <a:fontRef idx="minor"/>
        </p:style>
      </p:sp>
      <p:sp>
        <p:nvSpPr>
          <p:cNvPr id="4" name="PlaceHolder 5"/>
          <p:cNvSpPr>
            <a:spLocks noGrp="1"/>
          </p:cNvSpPr>
          <p:nvPr>
            <p:ph type="title"/>
          </p:nvPr>
        </p:nvSpPr>
        <p:spPr>
          <a:xfrm>
            <a:off x="360000" y="270000"/>
            <a:ext cx="9360000" cy="720000"/>
          </a:xfrm>
          <a:prstGeom prst="rect">
            <a:avLst/>
          </a:prstGeom>
        </p:spPr>
        <p:txBody>
          <a:bodyPr lIns="0" tIns="0" rIns="0" bIns="0" anchor="b">
            <a:noAutofit/>
          </a:bodyPr>
          <a:lstStyle/>
          <a:p>
            <a:r>
              <a:rPr lang="es-PE" sz="2400" b="1" strike="noStrike" spc="-1">
                <a:solidFill>
                  <a:srgbClr val="FFFFFF"/>
                </a:solidFill>
                <a:latin typeface="Source Sans Pro Black"/>
              </a:rPr>
              <a:t>Pulse para editar el formato del texto de título</a:t>
            </a:r>
          </a:p>
        </p:txBody>
      </p:sp>
      <p:sp>
        <p:nvSpPr>
          <p:cNvPr id="5" name="PlaceHolder 6"/>
          <p:cNvSpPr>
            <a:spLocks noGrp="1"/>
          </p:cNvSpPr>
          <p:nvPr>
            <p:ph type="body"/>
          </p:nvPr>
        </p:nvSpPr>
        <p:spPr>
          <a:xfrm>
            <a:off x="360000" y="1350000"/>
            <a:ext cx="9180000" cy="3510000"/>
          </a:xfrm>
          <a:prstGeom prst="rect">
            <a:avLst/>
          </a:prstGeom>
        </p:spPr>
        <p:txBody>
          <a:bodyPr lIns="0" tIns="0" rIns="0" bIns="0">
            <a:normAutofit/>
          </a:bodyPr>
          <a:lstStyle/>
          <a:p>
            <a:pPr>
              <a:spcAft>
                <a:spcPts val="853"/>
              </a:spcAft>
            </a:pPr>
            <a:r>
              <a:rPr lang="es-PE" sz="1950" b="1" strike="noStrike" spc="-1">
                <a:solidFill>
                  <a:srgbClr val="1C1C1C"/>
                </a:solidFill>
                <a:latin typeface="Source Sans Pro Semibold"/>
              </a:rPr>
              <a:t>Pulse para editar el formato de texto del esquema</a:t>
            </a:r>
          </a:p>
          <a:p>
            <a:pPr marL="288000" lvl="1">
              <a:spcAft>
                <a:spcPts val="848"/>
              </a:spcAft>
            </a:pPr>
            <a:r>
              <a:rPr lang="es-PE" sz="1650" b="0" strike="noStrike" spc="-1">
                <a:solidFill>
                  <a:srgbClr val="1C1C1C"/>
                </a:solidFill>
                <a:latin typeface="Source Sans Pro Light"/>
              </a:rPr>
              <a:t>Segundo nivel del esquema</a:t>
            </a:r>
          </a:p>
          <a:p>
            <a:pPr marL="576000" lvl="2">
              <a:spcAft>
                <a:spcPts val="635"/>
              </a:spcAft>
            </a:pPr>
            <a:r>
              <a:rPr lang="es-PE" sz="1350" b="0" strike="noStrike" spc="-1">
                <a:solidFill>
                  <a:srgbClr val="1C1C1C"/>
                </a:solidFill>
                <a:latin typeface="Source Sans Pro Light"/>
              </a:rPr>
              <a:t>Tercer nivel del esquema</a:t>
            </a:r>
          </a:p>
          <a:p>
            <a:pPr marL="864000" lvl="3">
              <a:spcAft>
                <a:spcPts val="425"/>
              </a:spcAft>
            </a:pPr>
            <a:r>
              <a:rPr lang="es-PE" sz="1200" b="0" strike="noStrike" spc="-1">
                <a:solidFill>
                  <a:srgbClr val="1C1C1C"/>
                </a:solidFill>
                <a:latin typeface="Source Sans Pro Light"/>
              </a:rPr>
              <a:t>Cuarto nivel del esquema</a:t>
            </a:r>
          </a:p>
          <a:p>
            <a:pPr marL="1152000" lvl="4">
              <a:spcAft>
                <a:spcPts val="213"/>
              </a:spcAft>
            </a:pPr>
            <a:r>
              <a:rPr lang="es-PE" sz="1200" b="0" strike="noStrike" spc="-1">
                <a:solidFill>
                  <a:srgbClr val="1C1C1C"/>
                </a:solidFill>
                <a:latin typeface="Source Sans Pro Light"/>
              </a:rPr>
              <a:t>Quinto nivel del esquema</a:t>
            </a:r>
          </a:p>
          <a:p>
            <a:pPr marL="1440000" lvl="5">
              <a:spcAft>
                <a:spcPts val="213"/>
              </a:spcAft>
            </a:pPr>
            <a:r>
              <a:rPr lang="es-PE" sz="1200" b="0" strike="noStrike" spc="-1">
                <a:solidFill>
                  <a:srgbClr val="1C1C1C"/>
                </a:solidFill>
                <a:latin typeface="Source Sans Pro Light"/>
              </a:rPr>
              <a:t>Sexto nivel del esquema</a:t>
            </a:r>
          </a:p>
          <a:p>
            <a:pPr marL="1728000" lvl="6">
              <a:spcAft>
                <a:spcPts val="213"/>
              </a:spcAft>
            </a:pPr>
            <a:r>
              <a:rPr lang="es-PE" sz="1200" b="0" strike="noStrike" spc="-1">
                <a:solidFill>
                  <a:srgbClr val="1C1C1C"/>
                </a:solidFill>
                <a:latin typeface="Source Sans Pro Light"/>
              </a:rPr>
              <a:t>Séptimo nivel del esquema</a:t>
            </a:r>
          </a:p>
        </p:txBody>
      </p:sp>
      <p:sp>
        <p:nvSpPr>
          <p:cNvPr id="6" name="CustomShape 7"/>
          <p:cNvSpPr/>
          <p:nvPr/>
        </p:nvSpPr>
        <p:spPr>
          <a:xfrm>
            <a:off x="180000" y="5130000"/>
            <a:ext cx="540000" cy="405000"/>
          </a:xfrm>
          <a:prstGeom prst="rect">
            <a:avLst/>
          </a:prstGeom>
          <a:solidFill>
            <a:srgbClr val="C9211E"/>
          </a:solidFill>
          <a:ln w="18000">
            <a:noFill/>
          </a:ln>
        </p:spPr>
        <p:style>
          <a:lnRef idx="0">
            <a:scrgbClr r="0" g="0" b="0"/>
          </a:lnRef>
          <a:fillRef idx="0">
            <a:scrgbClr r="0" g="0" b="0"/>
          </a:fillRef>
          <a:effectRef idx="0">
            <a:scrgbClr r="0" g="0" b="0"/>
          </a:effectRef>
          <a:fontRef idx="minor"/>
        </p:style>
      </p:sp>
      <p:sp>
        <p:nvSpPr>
          <p:cNvPr id="7" name="PlaceHolder 8"/>
          <p:cNvSpPr>
            <a:spLocks noGrp="1"/>
          </p:cNvSpPr>
          <p:nvPr>
            <p:ph type="sldNum"/>
          </p:nvPr>
        </p:nvSpPr>
        <p:spPr>
          <a:xfrm>
            <a:off x="-180000" y="5130000"/>
            <a:ext cx="1260000" cy="405000"/>
          </a:xfrm>
          <a:prstGeom prst="rect">
            <a:avLst/>
          </a:prstGeom>
        </p:spPr>
        <p:txBody>
          <a:bodyPr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2CBBC77-FF04-4709-A253-AA514A11DE34}" type="slidenum">
              <a:rPr kumimoji="0" lang="es-PE" sz="1800" b="1" i="0" u="none" strike="noStrike" kern="1200" cap="none" spc="-1" normalizeH="0" baseline="0" noProof="0">
                <a:ln>
                  <a:noFill/>
                </a:ln>
                <a:solidFill>
                  <a:srgbClr val="FFFFFF"/>
                </a:solidFill>
                <a:effectLst/>
                <a:uLnTx/>
                <a:uFillTx/>
                <a:latin typeface="Source Sans Pro Black"/>
              </a:rPr>
              <a:pPr marL="0" marR="0" lvl="0" indent="0" algn="ctr" defTabSz="914400" rtl="0" eaLnBrk="1" fontAlgn="auto" latinLnBrk="0" hangingPunct="1">
                <a:lnSpc>
                  <a:spcPct val="100000"/>
                </a:lnSpc>
                <a:spcBef>
                  <a:spcPts val="0"/>
                </a:spcBef>
                <a:spcAft>
                  <a:spcPts val="0"/>
                </a:spcAft>
                <a:buClrTx/>
                <a:buSzTx/>
                <a:buFontTx/>
                <a:buNone/>
                <a:tabLst/>
                <a:defRPr/>
              </a:pPr>
              <a:t>‹Nº›</a:t>
            </a:fld>
            <a:endParaRPr kumimoji="0" lang="es-PE" sz="1800" b="1" i="0" u="none" strike="noStrike" kern="1200" cap="none" spc="-1" normalizeH="0" baseline="0" noProof="0">
              <a:ln>
                <a:noFill/>
              </a:ln>
              <a:solidFill>
                <a:srgbClr val="FFFFFF"/>
              </a:solidFill>
              <a:effectLst/>
              <a:uLnTx/>
              <a:uFillTx/>
              <a:latin typeface="Source Sans Pro Black"/>
            </a:endParaRPr>
          </a:p>
        </p:txBody>
      </p:sp>
      <p:sp>
        <p:nvSpPr>
          <p:cNvPr id="8" name="PlaceHolder 9"/>
          <p:cNvSpPr>
            <a:spLocks noGrp="1"/>
          </p:cNvSpPr>
          <p:nvPr>
            <p:ph type="ftr"/>
          </p:nvPr>
        </p:nvSpPr>
        <p:spPr>
          <a:xfrm>
            <a:off x="900000" y="5130000"/>
            <a:ext cx="6480000" cy="405000"/>
          </a:xfrm>
          <a:prstGeom prst="rect">
            <a:avLst/>
          </a:prstGeom>
        </p:spPr>
        <p:txBody>
          <a:bodyPr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PE" sz="1800" b="1" i="0" u="none" strike="noStrike" kern="1200" cap="none" spc="-1" normalizeH="0" baseline="0" noProof="0">
                <a:ln>
                  <a:noFill/>
                </a:ln>
                <a:solidFill>
                  <a:srgbClr val="FFFFFF"/>
                </a:solidFill>
                <a:effectLst/>
                <a:uLnTx/>
                <a:uFillTx/>
                <a:latin typeface="Source Sans Pro Black"/>
              </a:rPr>
              <a:t>&lt;pie de página&gt;</a:t>
            </a:r>
          </a:p>
        </p:txBody>
      </p:sp>
      <p:sp>
        <p:nvSpPr>
          <p:cNvPr id="9" name="PlaceHolder 10"/>
          <p:cNvSpPr>
            <a:spLocks noGrp="1"/>
          </p:cNvSpPr>
          <p:nvPr>
            <p:ph type="dt"/>
          </p:nvPr>
        </p:nvSpPr>
        <p:spPr>
          <a:xfrm>
            <a:off x="7560000" y="5130000"/>
            <a:ext cx="2340000" cy="391320"/>
          </a:xfrm>
          <a:prstGeom prst="rect">
            <a:avLst/>
          </a:prstGeom>
        </p:spPr>
        <p:txBody>
          <a:bodyPr lIns="0" tIns="0" rIns="0" bIns="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PE" sz="1800" b="1" i="0" u="none" strike="noStrike" kern="1200" cap="none" spc="-1" normalizeH="0" baseline="0" noProof="0">
                <a:ln>
                  <a:noFill/>
                </a:ln>
                <a:solidFill>
                  <a:srgbClr val="FFFFFF"/>
                </a:solidFill>
                <a:effectLst/>
                <a:uLnTx/>
                <a:uFillTx/>
                <a:latin typeface="Source Sans Pro Black"/>
              </a:rPr>
              <a:t>&lt;fecha/hora&gt;</a:t>
            </a:r>
          </a:p>
        </p:txBody>
      </p:sp>
    </p:spTree>
    <p:extLst>
      <p:ext uri="{BB962C8B-B14F-4D97-AF65-F5344CB8AC3E}">
        <p14:creationId xmlns:p14="http://schemas.microsoft.com/office/powerpoint/2010/main" val="3639645652"/>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extShape 1"/>
          <p:cNvSpPr txBox="1"/>
          <p:nvPr/>
        </p:nvSpPr>
        <p:spPr>
          <a:xfrm>
            <a:off x="360000" y="2160000"/>
            <a:ext cx="9180000" cy="720000"/>
          </a:xfrm>
          <a:prstGeom prst="rect">
            <a:avLst/>
          </a:prstGeom>
          <a:noFill/>
          <a:ln w="0">
            <a:noFill/>
          </a:ln>
        </p:spPr>
        <p:txBody>
          <a:bodyPr lIns="0" tIns="0" rIns="0" bIns="0" anchor="b">
            <a:noAutofit/>
          </a:bodyPr>
          <a:lstStyle/>
          <a:p>
            <a:pPr algn="ctr"/>
            <a:r>
              <a:rPr lang="es-ES" b="1" dirty="0">
                <a:solidFill>
                  <a:schemeClr val="bg1"/>
                </a:solidFill>
              </a:rPr>
              <a:t>FUNDAMENTOS TEÓRICOS PARA LA ELABORACIÓN DE ÍTEMS POR COMPETENCIAS </a:t>
            </a:r>
            <a:endParaRPr lang="es-PE" sz="2400" b="1" strike="noStrike" spc="-1" dirty="0">
              <a:solidFill>
                <a:schemeClr val="bg1"/>
              </a:solidFill>
              <a:latin typeface="Source Sans Pro Black"/>
            </a:endParaRPr>
          </a:p>
        </p:txBody>
      </p:sp>
      <p:sp>
        <p:nvSpPr>
          <p:cNvPr id="89" name="TextShape 2"/>
          <p:cNvSpPr txBox="1"/>
          <p:nvPr/>
        </p:nvSpPr>
        <p:spPr>
          <a:xfrm>
            <a:off x="540000" y="3150000"/>
            <a:ext cx="9000000" cy="1890000"/>
          </a:xfrm>
          <a:prstGeom prst="rect">
            <a:avLst/>
          </a:prstGeom>
          <a:noFill/>
          <a:ln w="0">
            <a:noFill/>
          </a:ln>
        </p:spPr>
        <p:txBody>
          <a:bodyPr lIns="0" tIns="0" rIns="0" bIns="0">
            <a:noAutofit/>
          </a:bodyPr>
          <a:lstStyle/>
          <a:p>
            <a:pPr algn="ctr"/>
            <a:r>
              <a:rPr lang="es-PE" sz="2200" b="0" strike="noStrike" spc="-1" dirty="0">
                <a:solidFill>
                  <a:srgbClr val="1C1C1C"/>
                </a:solidFill>
                <a:latin typeface="Source Sans Pro Light"/>
              </a:rPr>
              <a:t>Renato </a:t>
            </a:r>
            <a:r>
              <a:rPr lang="es-PE" sz="2200" spc="-1" dirty="0">
                <a:solidFill>
                  <a:srgbClr val="1C1C1C"/>
                </a:solidFill>
                <a:latin typeface="Source Sans Pro Light"/>
              </a:rPr>
              <a:t>Benazic Tomé</a:t>
            </a:r>
            <a:endParaRPr lang="es-PE" sz="2200" b="0" strike="noStrike" spc="-1" dirty="0">
              <a:solidFill>
                <a:srgbClr val="1C1C1C"/>
              </a:solidFill>
              <a:latin typeface="Source Sans Pro Light"/>
            </a:endParaRPr>
          </a:p>
          <a:p>
            <a:pPr algn="ctr"/>
            <a:r>
              <a:rPr lang="es-PE" sz="2200" b="0" strike="noStrike" spc="-1" dirty="0">
                <a:solidFill>
                  <a:srgbClr val="1C1C1C"/>
                </a:solidFill>
                <a:latin typeface="Source Sans Pro Light"/>
              </a:rPr>
              <a:t>Docente monitor</a:t>
            </a:r>
          </a:p>
          <a:p>
            <a:pPr algn="ctr"/>
            <a:r>
              <a:rPr lang="es-PE" sz="2200" spc="-1" dirty="0">
                <a:solidFill>
                  <a:srgbClr val="1C1C1C"/>
                </a:solidFill>
                <a:latin typeface="Source Sans Pro Light"/>
              </a:rPr>
              <a:t>Viernes 20 de febrero 2025</a:t>
            </a:r>
            <a:endParaRPr lang="es-PE" sz="2200" b="0" strike="noStrike" spc="-1" dirty="0">
              <a:solidFill>
                <a:srgbClr val="1C1C1C"/>
              </a:solidFill>
              <a:latin typeface="Source Sans Pro Light"/>
            </a:endParaRP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TextShape 1"/>
          <p:cNvSpPr txBox="1"/>
          <p:nvPr/>
        </p:nvSpPr>
        <p:spPr>
          <a:xfrm>
            <a:off x="360000" y="270000"/>
            <a:ext cx="9360000" cy="720000"/>
          </a:xfrm>
          <a:prstGeom prst="rect">
            <a:avLst/>
          </a:prstGeom>
        </p:spPr>
        <p:txBody>
          <a:bodyPr lIns="0" tIns="0" rIns="0" bIns="0" anchor="ctr">
            <a:normAutofit/>
          </a:bodyPr>
          <a:lstStyle/>
          <a:p>
            <a:pPr>
              <a:spcBef>
                <a:spcPct val="0"/>
              </a:spcBef>
              <a:spcAft>
                <a:spcPts val="600"/>
              </a:spcAft>
            </a:pPr>
            <a:r>
              <a:rPr lang="es-MX" sz="2800" b="1" strike="noStrike" kern="1200" spc="-1" dirty="0">
                <a:solidFill>
                  <a:srgbClr val="FFFFFF"/>
                </a:solidFill>
                <a:latin typeface="Book Antiqua" panose="02040602050305030304" pitchFamily="18" charset="0"/>
              </a:rPr>
              <a:t>¿Qué es una competencia?</a:t>
            </a:r>
            <a:endParaRPr lang="en-US" sz="2800" b="1" strike="noStrike" kern="1200" spc="-1" dirty="0">
              <a:solidFill>
                <a:srgbClr val="FFFFFF"/>
              </a:solidFill>
              <a:latin typeface="Book Antiqua" panose="02040602050305030304" pitchFamily="18" charset="0"/>
            </a:endParaRPr>
          </a:p>
        </p:txBody>
      </p:sp>
      <p:pic>
        <p:nvPicPr>
          <p:cNvPr id="2" name="Imagen 1" descr="Interfaz de usuario gráfica, Texto, Aplicación&#10;&#10;Descripción generada automáticamente">
            <a:extLst>
              <a:ext uri="{FF2B5EF4-FFF2-40B4-BE49-F238E27FC236}">
                <a16:creationId xmlns:a16="http://schemas.microsoft.com/office/drawing/2014/main" id="{B0145E2E-A0F5-2DE7-AD50-F27E36E43543}"/>
              </a:ext>
            </a:extLst>
          </p:cNvPr>
          <p:cNvPicPr>
            <a:picLocks noChangeAspect="1"/>
          </p:cNvPicPr>
          <p:nvPr/>
        </p:nvPicPr>
        <p:blipFill>
          <a:blip r:embed="rId2"/>
          <a:srcRect b="3271"/>
          <a:stretch/>
        </p:blipFill>
        <p:spPr>
          <a:xfrm>
            <a:off x="360000" y="1180500"/>
            <a:ext cx="9360000" cy="3598909"/>
          </a:xfrm>
          <a:prstGeom prst="rect">
            <a:avLst/>
          </a:prstGeom>
          <a:noFill/>
        </p:spPr>
      </p:pic>
    </p:spTree>
    <p:extLst>
      <p:ext uri="{BB962C8B-B14F-4D97-AF65-F5344CB8AC3E}">
        <p14:creationId xmlns:p14="http://schemas.microsoft.com/office/powerpoint/2010/main" val="2056369982"/>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490A32A2-C7F4-4704-F03F-9AC2502B0556}"/>
              </a:ext>
            </a:extLst>
          </p:cNvPr>
          <p:cNvPicPr>
            <a:picLocks noChangeAspect="1"/>
          </p:cNvPicPr>
          <p:nvPr/>
        </p:nvPicPr>
        <p:blipFill>
          <a:blip r:embed="rId2"/>
          <a:srcRect t="20125" r="1" b="1"/>
          <a:stretch/>
        </p:blipFill>
        <p:spPr>
          <a:xfrm>
            <a:off x="350874" y="1228282"/>
            <a:ext cx="3328074" cy="3908509"/>
          </a:xfrm>
          <a:prstGeom prst="rect">
            <a:avLst/>
          </a:prstGeom>
        </p:spPr>
      </p:pic>
      <p:sp>
        <p:nvSpPr>
          <p:cNvPr id="3" name="Marcador de contenido 2">
            <a:extLst>
              <a:ext uri="{FF2B5EF4-FFF2-40B4-BE49-F238E27FC236}">
                <a16:creationId xmlns:a16="http://schemas.microsoft.com/office/drawing/2014/main" id="{57454518-D912-B332-D962-6AA53978EE89}"/>
              </a:ext>
            </a:extLst>
          </p:cNvPr>
          <p:cNvSpPr txBox="1">
            <a:spLocks/>
          </p:cNvSpPr>
          <p:nvPr/>
        </p:nvSpPr>
        <p:spPr>
          <a:xfrm>
            <a:off x="4829908" y="1478058"/>
            <a:ext cx="4890092" cy="3658733"/>
          </a:xfrm>
          <a:prstGeom prst="rect">
            <a:avLst/>
          </a:prstGeom>
        </p:spPr>
        <p:txBody>
          <a:bodyPr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MX" sz="2500" dirty="0">
                <a:latin typeface="Book Antiqua" panose="02040602050305030304" pitchFamily="18" charset="0"/>
                <a:cs typeface="Arial" panose="020B0604020202020204" pitchFamily="34" charset="0"/>
              </a:rPr>
              <a:t>«La competencia se define como la facultad que tiene una persona de combinar un conjunto de capacidades a fin de lograr un propósito específico en una situación determinada, actuando de manera pertinente y con sentido ético».</a:t>
            </a:r>
          </a:p>
          <a:p>
            <a:pPr marL="0" indent="0" algn="r">
              <a:buFont typeface="Arial" panose="020B0604020202020204" pitchFamily="34" charset="0"/>
              <a:buNone/>
            </a:pPr>
            <a:r>
              <a:rPr lang="es-MX" sz="2500" dirty="0">
                <a:solidFill>
                  <a:schemeClr val="tx2"/>
                </a:solidFill>
                <a:latin typeface="Book Antiqua" panose="02040602050305030304" pitchFamily="18" charset="0"/>
                <a:cs typeface="Arial" panose="020B0604020202020204" pitchFamily="34" charset="0"/>
              </a:rPr>
              <a:t>(Minedu, 2016)</a:t>
            </a:r>
            <a:endParaRPr lang="es-PE" sz="2500" dirty="0">
              <a:solidFill>
                <a:schemeClr val="tx2"/>
              </a:solidFill>
              <a:latin typeface="Book Antiqua" panose="02040602050305030304" pitchFamily="18" charset="0"/>
              <a:cs typeface="Arial" panose="020B0604020202020204" pitchFamily="34" charset="0"/>
            </a:endParaRPr>
          </a:p>
        </p:txBody>
      </p:sp>
      <p:sp>
        <p:nvSpPr>
          <p:cNvPr id="4" name="TextShape 1">
            <a:extLst>
              <a:ext uri="{FF2B5EF4-FFF2-40B4-BE49-F238E27FC236}">
                <a16:creationId xmlns:a16="http://schemas.microsoft.com/office/drawing/2014/main" id="{69D3897F-0ACB-7C5A-B4B1-92856399375B}"/>
              </a:ext>
            </a:extLst>
          </p:cNvPr>
          <p:cNvSpPr txBox="1"/>
          <p:nvPr/>
        </p:nvSpPr>
        <p:spPr>
          <a:xfrm>
            <a:off x="360000" y="270000"/>
            <a:ext cx="9360000" cy="720000"/>
          </a:xfrm>
          <a:prstGeom prst="rect">
            <a:avLst/>
          </a:prstGeom>
          <a:noFill/>
          <a:ln w="0">
            <a:noFill/>
          </a:ln>
        </p:spPr>
        <p:txBody>
          <a:bodyPr lIns="0" tIns="0" rIns="0" bIns="0" anchor="ctr" anchorCtr="0">
            <a:noAutofit/>
          </a:bodyPr>
          <a:lstStyle/>
          <a:p>
            <a:r>
              <a:rPr lang="es-MX" sz="2800" b="1" strike="noStrike" spc="-1" dirty="0">
                <a:solidFill>
                  <a:srgbClr val="FFFFFF"/>
                </a:solidFill>
                <a:latin typeface="Book Antiqua" panose="02040602050305030304" pitchFamily="18" charset="0"/>
              </a:rPr>
              <a:t>¿Qué es una competencia?</a:t>
            </a:r>
            <a:endParaRPr lang="es-PE" sz="2800" b="1" strike="noStrike" spc="-1" dirty="0">
              <a:solidFill>
                <a:srgbClr val="FFFFFF"/>
              </a:solidFill>
              <a:latin typeface="Book Antiqua" panose="02040602050305030304" pitchFamily="18" charset="0"/>
            </a:endParaRPr>
          </a:p>
        </p:txBody>
      </p:sp>
      <p:sp>
        <p:nvSpPr>
          <p:cNvPr id="5" name="CuadroTexto 4">
            <a:extLst>
              <a:ext uri="{FF2B5EF4-FFF2-40B4-BE49-F238E27FC236}">
                <a16:creationId xmlns:a16="http://schemas.microsoft.com/office/drawing/2014/main" id="{8E8013FF-6D8D-1A3B-A067-44F049E651AD}"/>
              </a:ext>
            </a:extLst>
          </p:cNvPr>
          <p:cNvSpPr txBox="1"/>
          <p:nvPr/>
        </p:nvSpPr>
        <p:spPr>
          <a:xfrm>
            <a:off x="1349063" y="5161162"/>
            <a:ext cx="2519551" cy="369332"/>
          </a:xfrm>
          <a:prstGeom prst="rect">
            <a:avLst/>
          </a:prstGeom>
          <a:noFill/>
        </p:spPr>
        <p:txBody>
          <a:bodyPr wrap="square" rtlCol="0">
            <a:spAutoFit/>
          </a:bodyPr>
          <a:lstStyle/>
          <a:p>
            <a:r>
              <a:rPr lang="es-PE" dirty="0">
                <a:latin typeface="Book Antiqua" panose="02040602050305030304" pitchFamily="18" charset="0"/>
              </a:rPr>
              <a:t>https://rb.gy/43m4qu</a:t>
            </a:r>
          </a:p>
        </p:txBody>
      </p:sp>
    </p:spTree>
    <p:extLst>
      <p:ext uri="{BB962C8B-B14F-4D97-AF65-F5344CB8AC3E}">
        <p14:creationId xmlns:p14="http://schemas.microsoft.com/office/powerpoint/2010/main" val="147063558"/>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957F04-8579-496A-E5F2-BEA94C88DB9D}"/>
              </a:ext>
            </a:extLst>
          </p:cNvPr>
          <p:cNvSpPr>
            <a:spLocks noGrp="1"/>
          </p:cNvSpPr>
          <p:nvPr>
            <p:ph type="title"/>
          </p:nvPr>
        </p:nvSpPr>
        <p:spPr>
          <a:xfrm>
            <a:off x="360000" y="270000"/>
            <a:ext cx="9360000" cy="720000"/>
          </a:xfrm>
        </p:spPr>
        <p:txBody>
          <a:bodyPr anchor="b">
            <a:normAutofit/>
          </a:bodyPr>
          <a:lstStyle/>
          <a:p>
            <a:pPr algn="ctr"/>
            <a:r>
              <a:rPr lang="es-ES" sz="2800" b="1" dirty="0">
                <a:solidFill>
                  <a:schemeClr val="bg1"/>
                </a:solidFill>
                <a:latin typeface="Book Antiqua" panose="02040602050305030304" pitchFamily="18" charset="0"/>
              </a:rPr>
              <a:t>¿Qué es ser competente?</a:t>
            </a:r>
            <a:endParaRPr lang="es-PE" sz="2800" b="1" dirty="0">
              <a:solidFill>
                <a:schemeClr val="bg1"/>
              </a:solidFill>
              <a:latin typeface="Book Antiqua" panose="02040602050305030304" pitchFamily="18" charset="0"/>
            </a:endParaRPr>
          </a:p>
        </p:txBody>
      </p:sp>
      <p:graphicFrame>
        <p:nvGraphicFramePr>
          <p:cNvPr id="4" name="Marcador de contenido 3">
            <a:extLst>
              <a:ext uri="{FF2B5EF4-FFF2-40B4-BE49-F238E27FC236}">
                <a16:creationId xmlns:a16="http://schemas.microsoft.com/office/drawing/2014/main" id="{7AC435E0-9782-BA27-CF44-A2687EFFFA78}"/>
              </a:ext>
            </a:extLst>
          </p:cNvPr>
          <p:cNvGraphicFramePr>
            <a:graphicFrameLocks noGrp="1"/>
          </p:cNvGraphicFramePr>
          <p:nvPr>
            <p:ph idx="4294967295"/>
          </p:nvPr>
        </p:nvGraphicFramePr>
        <p:xfrm>
          <a:off x="360000" y="1350000"/>
          <a:ext cx="9180000" cy="3510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883806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TextShape 1"/>
          <p:cNvSpPr txBox="1"/>
          <p:nvPr/>
        </p:nvSpPr>
        <p:spPr>
          <a:xfrm>
            <a:off x="360000" y="270000"/>
            <a:ext cx="9360000" cy="720000"/>
          </a:xfrm>
          <a:prstGeom prst="rect">
            <a:avLst/>
          </a:prstGeom>
          <a:noFill/>
          <a:ln w="0">
            <a:noFill/>
          </a:ln>
        </p:spPr>
        <p:txBody>
          <a:bodyPr lIns="0" tIns="0" rIns="0" bIns="0" anchor="ctr" anchorCtr="0">
            <a:noAutofit/>
          </a:bodyPr>
          <a:lstStyle/>
          <a:p>
            <a:r>
              <a:rPr lang="es-MX" sz="2800" b="1" spc="-1" dirty="0">
                <a:solidFill>
                  <a:srgbClr val="FFFFFF"/>
                </a:solidFill>
                <a:latin typeface="Book Antiqua" panose="02040602050305030304" pitchFamily="18" charset="0"/>
              </a:rPr>
              <a:t>C</a:t>
            </a:r>
            <a:r>
              <a:rPr lang="es-MX" sz="2800" b="1" strike="noStrike" spc="-1" dirty="0">
                <a:solidFill>
                  <a:srgbClr val="FFFFFF"/>
                </a:solidFill>
                <a:latin typeface="Book Antiqua" panose="02040602050305030304" pitchFamily="18" charset="0"/>
              </a:rPr>
              <a:t>ompetencias y capacidades en el área de Matemática</a:t>
            </a:r>
            <a:endParaRPr lang="es-PE" sz="2800" b="1" strike="noStrike" spc="-1" dirty="0">
              <a:solidFill>
                <a:srgbClr val="FFFFFF"/>
              </a:solidFill>
              <a:latin typeface="Book Antiqua" panose="02040602050305030304" pitchFamily="18" charset="0"/>
            </a:endParaRPr>
          </a:p>
        </p:txBody>
      </p:sp>
      <p:sp>
        <p:nvSpPr>
          <p:cNvPr id="95" name="TextShape 2"/>
          <p:cNvSpPr txBox="1"/>
          <p:nvPr/>
        </p:nvSpPr>
        <p:spPr>
          <a:xfrm>
            <a:off x="360000" y="1350000"/>
            <a:ext cx="9209302" cy="3510000"/>
          </a:xfrm>
          <a:prstGeom prst="rect">
            <a:avLst/>
          </a:prstGeom>
          <a:noFill/>
          <a:ln w="0">
            <a:noFill/>
          </a:ln>
        </p:spPr>
        <p:txBody>
          <a:bodyPr lIns="0" tIns="0" rIns="0" bIns="0">
            <a:normAutofit/>
          </a:bodyPr>
          <a:lstStyle/>
          <a:p>
            <a:pPr algn="just"/>
            <a:r>
              <a:rPr lang="es-MX" sz="2500" dirty="0">
                <a:latin typeface="Book Antiqua" panose="02040602050305030304" pitchFamily="18" charset="0"/>
                <a:cs typeface="Arial" panose="020B0604020202020204" pitchFamily="34" charset="0"/>
              </a:rPr>
              <a:t>«</a:t>
            </a:r>
            <a:r>
              <a:rPr lang="es-PE" sz="2000" i="1" dirty="0"/>
              <a:t>La matemática es una actividad humana y ocupa un lugar relevante en el desarrollo del conocimiento y de la cultura de nuestras sociedades. Se encuentra en constante desarrollo y reajuste, y por ello sustenta una creciente variedad de investigaciones en las ciencias, las tecnologías modernas y otras, las cuales son fundamentales para el desarrollo integral del país. Esta área de aprendizaje contribuye en formar ciudadanos capaces de buscar, organizar, sistematizar y analizar información, entender el mundo que los rodea, desenvolverse en él, tomar decisiones pertinentes y resolver problemas en distintas contextos de manera creativa. </a:t>
            </a:r>
            <a:r>
              <a:rPr lang="es-MX" sz="2500" dirty="0">
                <a:latin typeface="Book Antiqua" panose="02040602050305030304" pitchFamily="18" charset="0"/>
                <a:cs typeface="Arial" panose="020B0604020202020204" pitchFamily="34" charset="0"/>
              </a:rPr>
              <a:t>».</a:t>
            </a:r>
          </a:p>
          <a:p>
            <a:pPr marL="0" indent="0" algn="r">
              <a:buNone/>
            </a:pPr>
            <a:r>
              <a:rPr lang="es-MX" sz="2700" dirty="0">
                <a:solidFill>
                  <a:schemeClr val="tx2"/>
                </a:solidFill>
                <a:latin typeface="Book Antiqua" panose="02040602050305030304" pitchFamily="18" charset="0"/>
                <a:cs typeface="Arial" panose="020B0604020202020204" pitchFamily="34" charset="0"/>
              </a:rPr>
              <a:t>(Minedu, 2016)</a:t>
            </a:r>
            <a:endParaRPr lang="es-PE" sz="2700" dirty="0">
              <a:solidFill>
                <a:schemeClr val="tx2"/>
              </a:solidFill>
              <a:latin typeface="Book Antiqua" panose="02040602050305030304" pitchFamily="18" charset="0"/>
              <a:cs typeface="Arial" panose="020B0604020202020204" pitchFamily="34" charset="0"/>
            </a:endParaRPr>
          </a:p>
        </p:txBody>
      </p:sp>
    </p:spTree>
    <p:extLst>
      <p:ext uri="{BB962C8B-B14F-4D97-AF65-F5344CB8AC3E}">
        <p14:creationId xmlns:p14="http://schemas.microsoft.com/office/powerpoint/2010/main" val="1296070371"/>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extShape 1"/>
          <p:cNvSpPr txBox="1"/>
          <p:nvPr/>
        </p:nvSpPr>
        <p:spPr>
          <a:xfrm>
            <a:off x="360000" y="270000"/>
            <a:ext cx="9360000" cy="720000"/>
          </a:xfrm>
          <a:prstGeom prst="rect">
            <a:avLst/>
          </a:prstGeom>
          <a:noFill/>
          <a:ln w="0">
            <a:noFill/>
          </a:ln>
        </p:spPr>
        <p:txBody>
          <a:bodyPr lIns="0" tIns="0" rIns="0" bIns="0" anchor="ctr" anchorCtr="0">
            <a:noAutofit/>
          </a:bodyPr>
          <a:lstStyle/>
          <a:p>
            <a:r>
              <a:rPr lang="es-MX" sz="2800" b="1" strike="noStrike" spc="-1" dirty="0">
                <a:solidFill>
                  <a:srgbClr val="FFFFFF"/>
                </a:solidFill>
                <a:latin typeface="Book Antiqua" panose="02040602050305030304" pitchFamily="18" charset="0"/>
              </a:rPr>
              <a:t>Competencias y capacidades en el área de Matemática</a:t>
            </a:r>
            <a:endParaRPr lang="es-PE" sz="2800" b="1" strike="noStrike" spc="-1" dirty="0">
              <a:solidFill>
                <a:srgbClr val="FFFFFF"/>
              </a:solidFill>
              <a:latin typeface="Book Antiqua" panose="02040602050305030304" pitchFamily="18" charset="0"/>
            </a:endParaRPr>
          </a:p>
        </p:txBody>
      </p:sp>
      <p:sp>
        <p:nvSpPr>
          <p:cNvPr id="12" name="Marcador de texto 11"/>
          <p:cNvSpPr>
            <a:spLocks noGrp="1"/>
          </p:cNvSpPr>
          <p:nvPr>
            <p:ph type="body"/>
          </p:nvPr>
        </p:nvSpPr>
        <p:spPr>
          <a:solidFill>
            <a:schemeClr val="accent5">
              <a:lumMod val="20000"/>
              <a:lumOff val="80000"/>
            </a:schemeClr>
          </a:solidFill>
        </p:spPr>
        <p:txBody>
          <a:bodyPr>
            <a:normAutofit/>
          </a:bodyPr>
          <a:lstStyle/>
          <a:p>
            <a:r>
              <a:rPr lang="es-PE" b="1" dirty="0"/>
              <a:t>Resuelve problemas de cantidad</a:t>
            </a:r>
          </a:p>
          <a:p>
            <a:pPr marL="0" indent="0">
              <a:buNone/>
            </a:pPr>
            <a:endParaRPr lang="es-PE" sz="1800" b="1" dirty="0"/>
          </a:p>
        </p:txBody>
      </p:sp>
      <p:sp>
        <p:nvSpPr>
          <p:cNvPr id="16" name="Marcador de texto 15"/>
          <p:cNvSpPr>
            <a:spLocks noGrp="1"/>
          </p:cNvSpPr>
          <p:nvPr>
            <p:ph type="body"/>
          </p:nvPr>
        </p:nvSpPr>
        <p:spPr>
          <a:solidFill>
            <a:schemeClr val="accent6">
              <a:lumMod val="20000"/>
              <a:lumOff val="80000"/>
            </a:schemeClr>
          </a:solidFill>
        </p:spPr>
        <p:txBody>
          <a:bodyPr>
            <a:normAutofit/>
          </a:bodyPr>
          <a:lstStyle/>
          <a:p>
            <a:r>
              <a:rPr lang="es-PE" b="1" dirty="0"/>
              <a:t>Resuelve problemas de forma, movimiento y localización</a:t>
            </a:r>
          </a:p>
          <a:p>
            <a:pPr marL="0" indent="0">
              <a:buNone/>
            </a:pPr>
            <a:endParaRPr lang="es-PE" sz="1800" b="1" dirty="0"/>
          </a:p>
        </p:txBody>
      </p:sp>
      <p:sp>
        <p:nvSpPr>
          <p:cNvPr id="17" name="Marcador de texto 16"/>
          <p:cNvSpPr>
            <a:spLocks noGrp="1"/>
          </p:cNvSpPr>
          <p:nvPr>
            <p:ph type="body"/>
          </p:nvPr>
        </p:nvSpPr>
        <p:spPr>
          <a:solidFill>
            <a:schemeClr val="accent4">
              <a:lumMod val="20000"/>
              <a:lumOff val="80000"/>
            </a:schemeClr>
          </a:solidFill>
        </p:spPr>
        <p:txBody>
          <a:bodyPr/>
          <a:lstStyle/>
          <a:p>
            <a:r>
              <a:rPr lang="es-PE" b="1" dirty="0"/>
              <a:t>Resuelve problemas de regularidad, equivalencia y cambio</a:t>
            </a:r>
          </a:p>
        </p:txBody>
      </p:sp>
      <p:sp>
        <p:nvSpPr>
          <p:cNvPr id="18" name="Marcador de texto 17"/>
          <p:cNvSpPr>
            <a:spLocks noGrp="1"/>
          </p:cNvSpPr>
          <p:nvPr>
            <p:ph type="body"/>
          </p:nvPr>
        </p:nvSpPr>
        <p:spPr>
          <a:solidFill>
            <a:schemeClr val="accent3">
              <a:lumMod val="20000"/>
              <a:lumOff val="80000"/>
            </a:schemeClr>
          </a:solidFill>
        </p:spPr>
        <p:txBody>
          <a:bodyPr/>
          <a:lstStyle/>
          <a:p>
            <a:r>
              <a:rPr lang="es-PE" b="1" dirty="0"/>
              <a:t>Resuelva problemas de gestión de datos e incertidumbre </a:t>
            </a:r>
          </a:p>
        </p:txBody>
      </p:sp>
    </p:spTree>
    <p:extLst>
      <p:ext uri="{BB962C8B-B14F-4D97-AF65-F5344CB8AC3E}">
        <p14:creationId xmlns:p14="http://schemas.microsoft.com/office/powerpoint/2010/main" val="18187250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bg/>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bg/>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bg/>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animBg="1"/>
      <p:bldP spid="16" grpId="0" build="p" animBg="1"/>
      <p:bldP spid="17" grpId="0" build="p" animBg="1"/>
      <p:bldP spid="18" grpId="0"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TextShape 1"/>
          <p:cNvSpPr txBox="1"/>
          <p:nvPr/>
        </p:nvSpPr>
        <p:spPr>
          <a:xfrm>
            <a:off x="360000" y="270000"/>
            <a:ext cx="9360000" cy="548707"/>
          </a:xfrm>
          <a:prstGeom prst="rect">
            <a:avLst/>
          </a:prstGeom>
          <a:noFill/>
          <a:ln w="0">
            <a:noFill/>
          </a:ln>
        </p:spPr>
        <p:txBody>
          <a:bodyPr lIns="0" tIns="0" rIns="0" bIns="0" anchor="b">
            <a:noAutofit/>
          </a:bodyPr>
          <a:lstStyle/>
          <a:p>
            <a:pPr algn="ctr">
              <a:lnSpc>
                <a:spcPct val="90000"/>
              </a:lnSpc>
            </a:pPr>
            <a:r>
              <a:rPr lang="es-PE" sz="2800" b="1" strike="noStrike" spc="-1" dirty="0">
                <a:solidFill>
                  <a:srgbClr val="FFFFFF"/>
                </a:solidFill>
                <a:latin typeface="Book Antiqua" panose="02040602050305030304" pitchFamily="18" charset="0"/>
              </a:rPr>
              <a:t>Competencias y capacidades en el área de Matemática</a:t>
            </a:r>
          </a:p>
        </p:txBody>
      </p:sp>
      <p:sp>
        <p:nvSpPr>
          <p:cNvPr id="91" name="TextShape 2"/>
          <p:cNvSpPr txBox="1"/>
          <p:nvPr/>
        </p:nvSpPr>
        <p:spPr>
          <a:xfrm>
            <a:off x="540000" y="1167120"/>
            <a:ext cx="9180000" cy="3510000"/>
          </a:xfrm>
          <a:prstGeom prst="rect">
            <a:avLst/>
          </a:prstGeom>
          <a:noFill/>
          <a:ln w="0">
            <a:noFill/>
          </a:ln>
        </p:spPr>
        <p:txBody>
          <a:bodyPr lIns="0" tIns="0" rIns="0" bIns="0">
            <a:normAutofit lnSpcReduction="10000"/>
          </a:bodyPr>
          <a:lstStyle/>
          <a:p>
            <a:r>
              <a:rPr lang="es-PE" sz="1950" b="1" strike="noStrike" spc="-1" dirty="0">
                <a:solidFill>
                  <a:srgbClr val="1C1C1C"/>
                </a:solidFill>
                <a:latin typeface="Source Sans Pro Semibold"/>
              </a:rPr>
              <a:t> </a:t>
            </a:r>
            <a:r>
              <a:rPr lang="es-PE" sz="2400" b="1" strike="noStrike" spc="-1" dirty="0">
                <a:solidFill>
                  <a:srgbClr val="1C1C1C"/>
                </a:solidFill>
              </a:rPr>
              <a:t>Competencia: </a:t>
            </a:r>
            <a:r>
              <a:rPr lang="es-PE" sz="2400" b="1" dirty="0"/>
              <a:t>Resuelve problemas de cantidad</a:t>
            </a:r>
          </a:p>
          <a:p>
            <a:r>
              <a:rPr lang="es-PE" dirty="0"/>
              <a:t>Consiste en que el estudiante solucione problemas o plantee nuevos que le demanden construir y comprender las nociones de número, de sistemas numéricos, sus operaciones y propiedades. ……. El razonamiento lógico en esta competencia es usado cuando el estudiante hace comparaciones, explica a través de analogías, induce propiedades a partir de casos particulares o ejemplos, en el proceso de resolución del problema. </a:t>
            </a:r>
          </a:p>
          <a:p>
            <a:endParaRPr lang="es-PE" dirty="0"/>
          </a:p>
          <a:p>
            <a:r>
              <a:rPr lang="es-PE" dirty="0"/>
              <a:t>Esta competencia implica, por parte de los estudiantes, la combinación de las siguientes capacidades: </a:t>
            </a:r>
            <a:endParaRPr lang="es-PE" sz="2400" b="1" dirty="0"/>
          </a:p>
          <a:p>
            <a:pPr marL="342900" indent="-342900">
              <a:buFont typeface="Arial" panose="020B0604020202020204" pitchFamily="34" charset="0"/>
              <a:buChar char="•"/>
            </a:pPr>
            <a:r>
              <a:rPr lang="es-PE" dirty="0"/>
              <a:t>Traduce cantidades a expresiones numéricas.</a:t>
            </a:r>
          </a:p>
          <a:p>
            <a:pPr marL="342900" indent="-342900">
              <a:buFont typeface="Arial" panose="020B0604020202020204" pitchFamily="34" charset="0"/>
              <a:buChar char="•"/>
            </a:pPr>
            <a:r>
              <a:rPr lang="es-PE" dirty="0"/>
              <a:t>Comunica su comprensión sobre los números y las operaciones.</a:t>
            </a:r>
          </a:p>
          <a:p>
            <a:pPr marL="342900" indent="-342900">
              <a:buFont typeface="Arial" panose="020B0604020202020204" pitchFamily="34" charset="0"/>
              <a:buChar char="•"/>
            </a:pPr>
            <a:r>
              <a:rPr lang="es-PE" dirty="0"/>
              <a:t>Usa estrategias y procedimientos de estimación y cálculo.</a:t>
            </a:r>
          </a:p>
          <a:p>
            <a:pPr marL="342900" indent="-342900">
              <a:buFont typeface="Arial" panose="020B0604020202020204" pitchFamily="34" charset="0"/>
              <a:buChar char="•"/>
            </a:pPr>
            <a:r>
              <a:rPr lang="es-PE" dirty="0"/>
              <a:t>Argumenta afirmaciones sobre las relaciones numéricas y las operaciones</a:t>
            </a:r>
          </a:p>
          <a:p>
            <a:pPr marL="342900" indent="-342900">
              <a:buFont typeface="Arial" panose="020B0604020202020204" pitchFamily="34" charset="0"/>
              <a:buChar char="•"/>
            </a:pPr>
            <a:endParaRPr lang="es-PE" sz="2000" dirty="0"/>
          </a:p>
          <a:p>
            <a:pPr algn="just">
              <a:spcAft>
                <a:spcPts val="853"/>
              </a:spcAft>
            </a:pPr>
            <a:endParaRPr lang="es-PE" b="1" strike="noStrike" spc="-1" dirty="0">
              <a:solidFill>
                <a:srgbClr val="1C1C1C"/>
              </a:solidFill>
              <a:latin typeface="+mj-lt"/>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1">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1">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1">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1">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TextShape 1"/>
          <p:cNvSpPr txBox="1"/>
          <p:nvPr/>
        </p:nvSpPr>
        <p:spPr>
          <a:xfrm>
            <a:off x="360000" y="270000"/>
            <a:ext cx="9360000" cy="548707"/>
          </a:xfrm>
          <a:prstGeom prst="rect">
            <a:avLst/>
          </a:prstGeom>
          <a:noFill/>
          <a:ln w="0">
            <a:noFill/>
          </a:ln>
        </p:spPr>
        <p:txBody>
          <a:bodyPr lIns="0" tIns="0" rIns="0" bIns="0" anchor="b">
            <a:noAutofit/>
          </a:bodyPr>
          <a:lstStyle/>
          <a:p>
            <a:pPr algn="ctr">
              <a:lnSpc>
                <a:spcPct val="90000"/>
              </a:lnSpc>
            </a:pPr>
            <a:r>
              <a:rPr lang="es-PE" sz="2800" b="1" strike="noStrike" spc="-1" dirty="0">
                <a:solidFill>
                  <a:srgbClr val="FFFFFF"/>
                </a:solidFill>
                <a:latin typeface="Book Antiqua" panose="02040602050305030304" pitchFamily="18" charset="0"/>
              </a:rPr>
              <a:t>Competencias y capacidades en el área de Matemática</a:t>
            </a:r>
          </a:p>
        </p:txBody>
      </p:sp>
      <p:sp>
        <p:nvSpPr>
          <p:cNvPr id="91" name="TextShape 2"/>
          <p:cNvSpPr txBox="1"/>
          <p:nvPr/>
        </p:nvSpPr>
        <p:spPr>
          <a:xfrm>
            <a:off x="360000" y="1350000"/>
            <a:ext cx="9180000" cy="3510000"/>
          </a:xfrm>
          <a:prstGeom prst="rect">
            <a:avLst/>
          </a:prstGeom>
          <a:noFill/>
          <a:ln w="0">
            <a:noFill/>
          </a:ln>
        </p:spPr>
        <p:txBody>
          <a:bodyPr lIns="0" tIns="0" rIns="0" bIns="0">
            <a:normAutofit lnSpcReduction="10000"/>
          </a:bodyPr>
          <a:lstStyle/>
          <a:p>
            <a:r>
              <a:rPr lang="es-PE" sz="1950" b="1" strike="noStrike" spc="-1" dirty="0">
                <a:solidFill>
                  <a:srgbClr val="1C1C1C"/>
                </a:solidFill>
                <a:latin typeface="Source Sans Pro Semibold"/>
              </a:rPr>
              <a:t> </a:t>
            </a:r>
            <a:r>
              <a:rPr lang="es-PE" sz="2400" b="1" strike="noStrike" spc="-1" dirty="0">
                <a:solidFill>
                  <a:srgbClr val="1C1C1C"/>
                </a:solidFill>
              </a:rPr>
              <a:t>Competencia: Resuelve problemas de regularidad, equivalencia y cambio</a:t>
            </a:r>
            <a:endParaRPr lang="es-PE" sz="2400" b="1" dirty="0"/>
          </a:p>
          <a:p>
            <a:r>
              <a:rPr lang="es-PE" dirty="0"/>
              <a:t>Consiste en que el estudiante logre caracterizar equivalencias y generalizar regularidades y el cambio de una magnitud con respecto de otra, a través de reglas generales que le permitan encontrar valores desconocidos, determinar restricciones y hacer predicciones sobre el comportamiento de un fenómeno. </a:t>
            </a:r>
          </a:p>
          <a:p>
            <a:endParaRPr lang="es-PE" dirty="0"/>
          </a:p>
          <a:p>
            <a:r>
              <a:rPr lang="es-PE" dirty="0"/>
              <a:t>Esta competencia implica, por parte de los estudiantes, la combinación de las siguientes capacidades: </a:t>
            </a:r>
            <a:endParaRPr lang="es-PE" sz="2400" b="1" dirty="0"/>
          </a:p>
          <a:p>
            <a:pPr marL="342900" indent="-342900">
              <a:buFont typeface="Arial" panose="020B0604020202020204" pitchFamily="34" charset="0"/>
              <a:buChar char="•"/>
            </a:pPr>
            <a:r>
              <a:rPr lang="es-PE" dirty="0"/>
              <a:t>Traduce datos y condiciones a expresiones algebraicas. </a:t>
            </a:r>
          </a:p>
          <a:p>
            <a:pPr marL="342900" indent="-342900">
              <a:buFont typeface="Arial" panose="020B0604020202020204" pitchFamily="34" charset="0"/>
              <a:buChar char="•"/>
            </a:pPr>
            <a:r>
              <a:rPr lang="es-PE" dirty="0"/>
              <a:t>Comunica su comprensión sobre las relaciones algebraicas.</a:t>
            </a:r>
          </a:p>
          <a:p>
            <a:pPr marL="342900" indent="-342900">
              <a:buFont typeface="Arial" panose="020B0604020202020204" pitchFamily="34" charset="0"/>
              <a:buChar char="•"/>
            </a:pPr>
            <a:r>
              <a:rPr lang="es-PE" dirty="0"/>
              <a:t>Usa estrategias y procedimientos para encontrar reglas generales .</a:t>
            </a:r>
          </a:p>
          <a:p>
            <a:pPr marL="342900" indent="-342900">
              <a:buFont typeface="Arial" panose="020B0604020202020204" pitchFamily="34" charset="0"/>
              <a:buChar char="•"/>
            </a:pPr>
            <a:r>
              <a:rPr lang="es-PE" dirty="0"/>
              <a:t>Argumenta afirmaciones sobre relaciones de cambio y equivalencia</a:t>
            </a:r>
          </a:p>
          <a:p>
            <a:pPr marL="342900" indent="-342900">
              <a:buFont typeface="Arial" panose="020B0604020202020204" pitchFamily="34" charset="0"/>
              <a:buChar char="•"/>
            </a:pPr>
            <a:endParaRPr lang="es-PE" sz="2000" dirty="0"/>
          </a:p>
          <a:p>
            <a:pPr algn="just">
              <a:spcAft>
                <a:spcPts val="853"/>
              </a:spcAft>
            </a:pPr>
            <a:endParaRPr lang="es-PE" b="1" strike="noStrike" spc="-1" dirty="0">
              <a:solidFill>
                <a:srgbClr val="1C1C1C"/>
              </a:solidFill>
              <a:latin typeface="+mj-lt"/>
            </a:endParaRPr>
          </a:p>
        </p:txBody>
      </p:sp>
    </p:spTree>
    <p:extLst>
      <p:ext uri="{BB962C8B-B14F-4D97-AF65-F5344CB8AC3E}">
        <p14:creationId xmlns:p14="http://schemas.microsoft.com/office/powerpoint/2010/main" val="72947202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1">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1">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1">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1">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TextShape 1"/>
          <p:cNvSpPr txBox="1"/>
          <p:nvPr/>
        </p:nvSpPr>
        <p:spPr>
          <a:xfrm>
            <a:off x="360000" y="270000"/>
            <a:ext cx="9360000" cy="548707"/>
          </a:xfrm>
          <a:prstGeom prst="rect">
            <a:avLst/>
          </a:prstGeom>
          <a:noFill/>
          <a:ln w="0">
            <a:noFill/>
          </a:ln>
        </p:spPr>
        <p:txBody>
          <a:bodyPr lIns="0" tIns="0" rIns="0" bIns="0" anchor="b">
            <a:noAutofit/>
          </a:bodyPr>
          <a:lstStyle/>
          <a:p>
            <a:pPr algn="ctr">
              <a:lnSpc>
                <a:spcPct val="90000"/>
              </a:lnSpc>
            </a:pPr>
            <a:r>
              <a:rPr lang="es-PE" sz="2800" b="1" strike="noStrike" spc="-1" dirty="0">
                <a:solidFill>
                  <a:srgbClr val="FFFFFF"/>
                </a:solidFill>
                <a:latin typeface="Book Antiqua" panose="02040602050305030304" pitchFamily="18" charset="0"/>
              </a:rPr>
              <a:t>Competencias y capacidades en el área de Matemática</a:t>
            </a:r>
          </a:p>
        </p:txBody>
      </p:sp>
      <p:sp>
        <p:nvSpPr>
          <p:cNvPr id="91" name="TextShape 2"/>
          <p:cNvSpPr txBox="1"/>
          <p:nvPr/>
        </p:nvSpPr>
        <p:spPr>
          <a:xfrm>
            <a:off x="360000" y="1350000"/>
            <a:ext cx="9180000" cy="3510000"/>
          </a:xfrm>
          <a:prstGeom prst="rect">
            <a:avLst/>
          </a:prstGeom>
          <a:noFill/>
          <a:ln w="0">
            <a:noFill/>
          </a:ln>
        </p:spPr>
        <p:txBody>
          <a:bodyPr lIns="0" tIns="0" rIns="0" bIns="0">
            <a:normAutofit/>
          </a:bodyPr>
          <a:lstStyle/>
          <a:p>
            <a:r>
              <a:rPr lang="es-PE" sz="1950" b="1" strike="noStrike" spc="-1" dirty="0">
                <a:solidFill>
                  <a:srgbClr val="1C1C1C"/>
                </a:solidFill>
                <a:latin typeface="Source Sans Pro Semibold"/>
              </a:rPr>
              <a:t> </a:t>
            </a:r>
            <a:r>
              <a:rPr lang="es-PE" sz="2400" b="1" strike="noStrike" spc="-1" dirty="0">
                <a:solidFill>
                  <a:srgbClr val="1C1C1C"/>
                </a:solidFill>
              </a:rPr>
              <a:t>Competencia: Resuelve problemas de forma, movimiento y localización.</a:t>
            </a:r>
            <a:endParaRPr lang="es-PE" sz="2400" b="1" dirty="0"/>
          </a:p>
          <a:p>
            <a:r>
              <a:rPr lang="es-PE" dirty="0"/>
              <a:t>Consiste en que el estudiante se oriente y describa la posición y el movimiento de objetos y de sí mismo en el espacio, visualizando, interpretando y relacionando las características de los objetos con formas geométricas bidimensionales y tridimensionales.  </a:t>
            </a:r>
          </a:p>
          <a:p>
            <a:endParaRPr lang="es-PE" dirty="0"/>
          </a:p>
          <a:p>
            <a:r>
              <a:rPr lang="es-PE" dirty="0"/>
              <a:t>Esta competencia implica, por parte de los estudiantes, la combinación de las siguientes capacidades: </a:t>
            </a:r>
            <a:endParaRPr lang="es-PE" sz="2400" b="1" dirty="0"/>
          </a:p>
          <a:p>
            <a:pPr marL="342900" indent="-342900">
              <a:buFont typeface="Arial" panose="020B0604020202020204" pitchFamily="34" charset="0"/>
              <a:buChar char="•"/>
            </a:pPr>
            <a:r>
              <a:rPr lang="es-PE" dirty="0"/>
              <a:t>Modela objetos con formas geométricas y sus transformaciones. </a:t>
            </a:r>
          </a:p>
          <a:p>
            <a:pPr marL="342900" indent="-342900">
              <a:buFont typeface="Arial" panose="020B0604020202020204" pitchFamily="34" charset="0"/>
              <a:buChar char="•"/>
            </a:pPr>
            <a:r>
              <a:rPr lang="es-PE" dirty="0"/>
              <a:t>Comunica su comprensión sobre las formas y relaciones geométricas.</a:t>
            </a:r>
          </a:p>
          <a:p>
            <a:pPr marL="342900" indent="-342900">
              <a:buFont typeface="Arial" panose="020B0604020202020204" pitchFamily="34" charset="0"/>
              <a:buChar char="•"/>
            </a:pPr>
            <a:r>
              <a:rPr lang="es-PE" dirty="0"/>
              <a:t>Usa estrategias y procedimientos para orientarse en el espacio.</a:t>
            </a:r>
          </a:p>
          <a:p>
            <a:pPr marL="342900" indent="-342900">
              <a:buFont typeface="Arial" panose="020B0604020202020204" pitchFamily="34" charset="0"/>
              <a:buChar char="•"/>
            </a:pPr>
            <a:r>
              <a:rPr lang="es-PE" dirty="0"/>
              <a:t>Argumenta afirmaciones sobre relaciones geométricas.</a:t>
            </a:r>
          </a:p>
          <a:p>
            <a:pPr marL="342900" indent="-342900">
              <a:buFont typeface="Arial" panose="020B0604020202020204" pitchFamily="34" charset="0"/>
              <a:buChar char="•"/>
            </a:pPr>
            <a:endParaRPr lang="es-PE" sz="2000" dirty="0"/>
          </a:p>
          <a:p>
            <a:pPr algn="just">
              <a:spcAft>
                <a:spcPts val="853"/>
              </a:spcAft>
            </a:pPr>
            <a:endParaRPr lang="es-PE" b="1" strike="noStrike" spc="-1" dirty="0">
              <a:solidFill>
                <a:srgbClr val="1C1C1C"/>
              </a:solidFill>
              <a:latin typeface="+mj-lt"/>
            </a:endParaRPr>
          </a:p>
        </p:txBody>
      </p:sp>
    </p:spTree>
    <p:extLst>
      <p:ext uri="{BB962C8B-B14F-4D97-AF65-F5344CB8AC3E}">
        <p14:creationId xmlns:p14="http://schemas.microsoft.com/office/powerpoint/2010/main" val="264705188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1">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1">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1">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1">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TextShape 1"/>
          <p:cNvSpPr txBox="1"/>
          <p:nvPr/>
        </p:nvSpPr>
        <p:spPr>
          <a:xfrm>
            <a:off x="360000" y="270000"/>
            <a:ext cx="9360000" cy="548707"/>
          </a:xfrm>
          <a:prstGeom prst="rect">
            <a:avLst/>
          </a:prstGeom>
          <a:noFill/>
          <a:ln w="0">
            <a:noFill/>
          </a:ln>
        </p:spPr>
        <p:txBody>
          <a:bodyPr lIns="0" tIns="0" rIns="0" bIns="0" anchor="b">
            <a:noAutofit/>
          </a:bodyPr>
          <a:lstStyle/>
          <a:p>
            <a:pPr algn="ctr">
              <a:lnSpc>
                <a:spcPct val="90000"/>
              </a:lnSpc>
            </a:pPr>
            <a:r>
              <a:rPr lang="es-PE" sz="2800" b="1" strike="noStrike" spc="-1" dirty="0">
                <a:solidFill>
                  <a:srgbClr val="FFFFFF"/>
                </a:solidFill>
                <a:latin typeface="Book Antiqua" panose="02040602050305030304" pitchFamily="18" charset="0"/>
              </a:rPr>
              <a:t>Competencias y capacidades en el área de Matemática</a:t>
            </a:r>
          </a:p>
        </p:txBody>
      </p:sp>
      <p:sp>
        <p:nvSpPr>
          <p:cNvPr id="91" name="TextShape 2"/>
          <p:cNvSpPr txBox="1"/>
          <p:nvPr/>
        </p:nvSpPr>
        <p:spPr>
          <a:xfrm>
            <a:off x="360000" y="1350000"/>
            <a:ext cx="9180000" cy="3510000"/>
          </a:xfrm>
          <a:prstGeom prst="rect">
            <a:avLst/>
          </a:prstGeom>
          <a:noFill/>
          <a:ln w="0">
            <a:noFill/>
          </a:ln>
        </p:spPr>
        <p:txBody>
          <a:bodyPr lIns="0" tIns="0" rIns="0" bIns="0">
            <a:normAutofit/>
          </a:bodyPr>
          <a:lstStyle/>
          <a:p>
            <a:r>
              <a:rPr lang="es-PE" sz="1950" b="1" strike="noStrike" spc="-1" dirty="0">
                <a:solidFill>
                  <a:srgbClr val="1C1C1C"/>
                </a:solidFill>
                <a:latin typeface="Source Sans Pro Semibold"/>
              </a:rPr>
              <a:t> </a:t>
            </a:r>
            <a:r>
              <a:rPr lang="es-PE" sz="2400" b="1" strike="noStrike" spc="-1" dirty="0">
                <a:solidFill>
                  <a:srgbClr val="1C1C1C"/>
                </a:solidFill>
              </a:rPr>
              <a:t>Competencia: Resuelve problemas de gestión de datos e incertidumbre.</a:t>
            </a:r>
            <a:endParaRPr lang="es-PE" sz="2400" b="1" dirty="0"/>
          </a:p>
          <a:p>
            <a:r>
              <a:rPr lang="es-PE" dirty="0"/>
              <a:t>Consiste en que el estudiante analice datos sobre un tema de interés o estudio o de situaciones aleatorias, que le permita tomar decisiones, elaborar predicciones razonables y conclusiones respaldadas en la información producida. </a:t>
            </a:r>
          </a:p>
          <a:p>
            <a:endParaRPr lang="es-PE" dirty="0"/>
          </a:p>
          <a:p>
            <a:r>
              <a:rPr lang="es-PE" dirty="0"/>
              <a:t>Esta competencia implica, por parte de los estudiantes, la combinación de las siguientes capacidades: </a:t>
            </a:r>
            <a:endParaRPr lang="es-PE" sz="2400" b="1" dirty="0"/>
          </a:p>
          <a:p>
            <a:pPr marL="342900" indent="-342900">
              <a:buFont typeface="Arial" panose="020B0604020202020204" pitchFamily="34" charset="0"/>
              <a:buChar char="•"/>
            </a:pPr>
            <a:r>
              <a:rPr lang="es-PE" dirty="0"/>
              <a:t>Representa datos con gráficos y medidas estadísticas o probabilísticas. </a:t>
            </a:r>
          </a:p>
          <a:p>
            <a:pPr marL="342900" indent="-342900">
              <a:buFont typeface="Arial" panose="020B0604020202020204" pitchFamily="34" charset="0"/>
              <a:buChar char="•"/>
            </a:pPr>
            <a:r>
              <a:rPr lang="es-PE" dirty="0"/>
              <a:t>Comunica la comprensión de los conceptos estadísticos y probabilísticos.</a:t>
            </a:r>
          </a:p>
          <a:p>
            <a:pPr marL="342900" indent="-342900">
              <a:buFont typeface="Arial" panose="020B0604020202020204" pitchFamily="34" charset="0"/>
              <a:buChar char="•"/>
            </a:pPr>
            <a:r>
              <a:rPr lang="es-PE" dirty="0"/>
              <a:t>Usa estrategias y procedimientos para recopilar y procesar datos.</a:t>
            </a:r>
          </a:p>
          <a:p>
            <a:pPr marL="342900" indent="-342900">
              <a:buFont typeface="Arial" panose="020B0604020202020204" pitchFamily="34" charset="0"/>
              <a:buChar char="•"/>
            </a:pPr>
            <a:r>
              <a:rPr lang="es-PE" dirty="0"/>
              <a:t>Sustenta conclusiones o decisiones en base a información obtenida.</a:t>
            </a:r>
          </a:p>
          <a:p>
            <a:pPr marL="342900" indent="-342900">
              <a:buFont typeface="Arial" panose="020B0604020202020204" pitchFamily="34" charset="0"/>
              <a:buChar char="•"/>
            </a:pPr>
            <a:endParaRPr lang="es-PE" sz="2000" dirty="0"/>
          </a:p>
          <a:p>
            <a:pPr algn="just">
              <a:spcAft>
                <a:spcPts val="853"/>
              </a:spcAft>
            </a:pPr>
            <a:endParaRPr lang="es-PE" b="1" strike="noStrike" spc="-1" dirty="0">
              <a:solidFill>
                <a:srgbClr val="1C1C1C"/>
              </a:solidFill>
              <a:latin typeface="+mj-lt"/>
            </a:endParaRPr>
          </a:p>
        </p:txBody>
      </p:sp>
    </p:spTree>
    <p:extLst>
      <p:ext uri="{BB962C8B-B14F-4D97-AF65-F5344CB8AC3E}">
        <p14:creationId xmlns:p14="http://schemas.microsoft.com/office/powerpoint/2010/main" val="83722217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1">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1">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1">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1">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TextShape 1"/>
          <p:cNvSpPr txBox="1"/>
          <p:nvPr/>
        </p:nvSpPr>
        <p:spPr>
          <a:xfrm>
            <a:off x="360000" y="270000"/>
            <a:ext cx="9360000" cy="720000"/>
          </a:xfrm>
          <a:prstGeom prst="rect">
            <a:avLst/>
          </a:prstGeom>
          <a:noFill/>
          <a:ln w="0">
            <a:noFill/>
          </a:ln>
        </p:spPr>
        <p:txBody>
          <a:bodyPr lIns="0" tIns="0" rIns="0" bIns="0" anchor="ctr" anchorCtr="0">
            <a:noAutofit/>
          </a:bodyPr>
          <a:lstStyle/>
          <a:p>
            <a:r>
              <a:rPr lang="es-MX" sz="2800" b="1" strike="noStrike" spc="-1" dirty="0">
                <a:solidFill>
                  <a:srgbClr val="FFFFFF"/>
                </a:solidFill>
                <a:latin typeface="Book Antiqua" panose="02040602050305030304" pitchFamily="18" charset="0"/>
              </a:rPr>
              <a:t>¿Qué es un ítem por competencias?</a:t>
            </a:r>
            <a:endParaRPr lang="es-PE" sz="2800" b="1" strike="noStrike" spc="-1" dirty="0">
              <a:solidFill>
                <a:srgbClr val="FFFFFF"/>
              </a:solidFill>
              <a:latin typeface="Book Antiqua" panose="02040602050305030304" pitchFamily="18" charset="0"/>
            </a:endParaRPr>
          </a:p>
        </p:txBody>
      </p:sp>
      <p:sp>
        <p:nvSpPr>
          <p:cNvPr id="5" name="CuadroTexto 4">
            <a:extLst>
              <a:ext uri="{FF2B5EF4-FFF2-40B4-BE49-F238E27FC236}">
                <a16:creationId xmlns:a16="http://schemas.microsoft.com/office/drawing/2014/main" id="{9B38FC00-3AF1-C35A-818D-459ACABA0BB0}"/>
              </a:ext>
            </a:extLst>
          </p:cNvPr>
          <p:cNvSpPr txBox="1"/>
          <p:nvPr/>
        </p:nvSpPr>
        <p:spPr>
          <a:xfrm>
            <a:off x="359999" y="1879030"/>
            <a:ext cx="9359999" cy="1408078"/>
          </a:xfrm>
          <a:prstGeom prst="rect">
            <a:avLst/>
          </a:prstGeom>
          <a:noFill/>
        </p:spPr>
        <p:txBody>
          <a:bodyPr wrap="square">
            <a:spAutoFit/>
          </a:bodyPr>
          <a:lstStyle/>
          <a:p>
            <a:pPr marL="0" indent="0" algn="just">
              <a:buNone/>
            </a:pPr>
            <a:endParaRPr lang="es-PE" sz="1050" dirty="0">
              <a:latin typeface="Book Antiqua" panose="02040602050305030304" pitchFamily="18" charset="0"/>
              <a:cs typeface="Times New Roman" panose="02020603050405020304" pitchFamily="18" charset="0"/>
            </a:endParaRPr>
          </a:p>
          <a:p>
            <a:pPr marL="0" indent="0" algn="just">
              <a:buNone/>
            </a:pPr>
            <a:r>
              <a:rPr lang="es-PE" sz="2500" dirty="0">
                <a:latin typeface="Book Antiqua" panose="02040602050305030304" pitchFamily="18" charset="0"/>
                <a:cs typeface="Times New Roman" panose="02020603050405020304" pitchFamily="18" charset="0"/>
              </a:rPr>
              <a:t>Un ítem por competencias es una herramienta de evaluación que debe poner en funcionamiento una arista de la inteligencia, que vaya más allá de la mera recordación del dato.</a:t>
            </a:r>
          </a:p>
        </p:txBody>
      </p:sp>
    </p:spTree>
    <p:extLst>
      <p:ext uri="{BB962C8B-B14F-4D97-AF65-F5344CB8AC3E}">
        <p14:creationId xmlns:p14="http://schemas.microsoft.com/office/powerpoint/2010/main" val="35789941"/>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60000" y="411480"/>
            <a:ext cx="9360000" cy="578520"/>
          </a:xfrm>
        </p:spPr>
        <p:txBody>
          <a:bodyPr/>
          <a:lstStyle/>
          <a:p>
            <a:pPr algn="ctr"/>
            <a:r>
              <a:rPr lang="es-MX" sz="2800" b="1" dirty="0">
                <a:solidFill>
                  <a:schemeClr val="bg1"/>
                </a:solidFill>
                <a:latin typeface="Book Antiqua" panose="02040602050305030304" pitchFamily="18" charset="0"/>
              </a:rPr>
              <a:t>Cambio de modelo</a:t>
            </a:r>
            <a:endParaRPr lang="en-US" sz="2800" b="1" dirty="0">
              <a:solidFill>
                <a:schemeClr val="bg1"/>
              </a:solidFill>
              <a:latin typeface="Book Antiqua" panose="02040602050305030304" pitchFamily="18" charset="0"/>
            </a:endParaRPr>
          </a:p>
        </p:txBody>
      </p:sp>
      <p:sp>
        <p:nvSpPr>
          <p:cNvPr id="3" name="Marcador de contenido 2"/>
          <p:cNvSpPr>
            <a:spLocks noGrp="1"/>
          </p:cNvSpPr>
          <p:nvPr>
            <p:ph idx="4294967295"/>
          </p:nvPr>
        </p:nvSpPr>
        <p:spPr>
          <a:xfrm>
            <a:off x="360000" y="1247613"/>
            <a:ext cx="9241200" cy="3696345"/>
          </a:xfrm>
          <a:ln>
            <a:solidFill>
              <a:schemeClr val="bg1"/>
            </a:solidFill>
          </a:ln>
        </p:spPr>
        <p:style>
          <a:lnRef idx="2">
            <a:schemeClr val="accent4"/>
          </a:lnRef>
          <a:fillRef idx="1">
            <a:schemeClr val="lt1"/>
          </a:fillRef>
          <a:effectRef idx="0">
            <a:schemeClr val="accent4"/>
          </a:effectRef>
          <a:fontRef idx="minor">
            <a:schemeClr val="dk1"/>
          </a:fontRef>
        </p:style>
        <p:txBody>
          <a:bodyPr>
            <a:normAutofit/>
          </a:bodyPr>
          <a:lstStyle/>
          <a:p>
            <a:endParaRPr lang="es-MX" sz="1800" dirty="0"/>
          </a:p>
          <a:p>
            <a:r>
              <a:rPr lang="es-MX" sz="1800" dirty="0">
                <a:latin typeface="Book Antiqua" panose="02040602050305030304" pitchFamily="18" charset="0"/>
              </a:rPr>
              <a:t>Modificar el tipo de preguntas de las áreas de conocimientos que tradicionalmente se habían orientado a evaluar </a:t>
            </a:r>
            <a:r>
              <a:rPr lang="es-MX" sz="1800" b="1" dirty="0">
                <a:latin typeface="Book Antiqua" panose="02040602050305030304" pitchFamily="18" charset="0"/>
              </a:rPr>
              <a:t>retención y recuperación de información </a:t>
            </a:r>
            <a:r>
              <a:rPr lang="es-MX" sz="1800" dirty="0">
                <a:latin typeface="Book Antiqua" panose="02040602050305030304" pitchFamily="18" charset="0"/>
              </a:rPr>
              <a:t>y </a:t>
            </a:r>
            <a:r>
              <a:rPr lang="es-MX" sz="1800" b="1" dirty="0">
                <a:latin typeface="Book Antiqua" panose="02040602050305030304" pitchFamily="18" charset="0"/>
              </a:rPr>
              <a:t>cultura general </a:t>
            </a:r>
            <a:r>
              <a:rPr lang="es-MX" sz="1800" dirty="0">
                <a:latin typeface="Book Antiqua" panose="02040602050305030304" pitchFamily="18" charset="0"/>
              </a:rPr>
              <a:t>de los estudiantes.</a:t>
            </a:r>
          </a:p>
          <a:p>
            <a:pPr algn="just"/>
            <a:r>
              <a:rPr lang="es-MX" sz="1800" dirty="0">
                <a:latin typeface="Book Antiqua" panose="02040602050305030304" pitchFamily="18" charset="0"/>
              </a:rPr>
              <a:t>El </a:t>
            </a:r>
            <a:r>
              <a:rPr lang="es-MX" sz="1800" b="1" i="1" dirty="0">
                <a:latin typeface="Book Antiqua" panose="02040602050305030304" pitchFamily="18" charset="0"/>
              </a:rPr>
              <a:t>enfoque por competencias</a:t>
            </a:r>
            <a:r>
              <a:rPr lang="es-MX" sz="1800" dirty="0">
                <a:latin typeface="Book Antiqua" panose="02040602050305030304" pitchFamily="18" charset="0"/>
              </a:rPr>
              <a:t> busca poner de relieve el uso de </a:t>
            </a:r>
            <a:r>
              <a:rPr lang="es-MX" sz="1800" b="1" i="1" dirty="0">
                <a:latin typeface="Book Antiqua" panose="02040602050305030304" pitchFamily="18" charset="0"/>
              </a:rPr>
              <a:t>Destrezas Cognitivas</a:t>
            </a:r>
            <a:r>
              <a:rPr lang="es-MX" sz="1800" dirty="0">
                <a:latin typeface="Book Antiqua" panose="02040602050305030304" pitchFamily="18" charset="0"/>
              </a:rPr>
              <a:t>, empleando ítems contextualizados y co-textualizados.</a:t>
            </a:r>
          </a:p>
          <a:p>
            <a:r>
              <a:rPr lang="es-MX" sz="1800" dirty="0">
                <a:latin typeface="Book Antiqua" panose="02040602050305030304" pitchFamily="18" charset="0"/>
              </a:rPr>
              <a:t>El </a:t>
            </a:r>
            <a:r>
              <a:rPr lang="es-MX" sz="1800" b="1" i="1" dirty="0">
                <a:latin typeface="Book Antiqua" panose="02040602050305030304" pitchFamily="18" charset="0"/>
              </a:rPr>
              <a:t>enfoque </a:t>
            </a:r>
            <a:r>
              <a:rPr lang="es-MX" sz="1800" dirty="0">
                <a:latin typeface="Book Antiqua" panose="02040602050305030304" pitchFamily="18" charset="0"/>
              </a:rPr>
              <a:t>prioriza la evaluación y discriminación de postulantes que demuestren habilidades o destrezas cognitivas en el procesamiento de información para alcanzar las respuestas correctas. </a:t>
            </a:r>
          </a:p>
        </p:txBody>
      </p:sp>
    </p:spTree>
    <p:extLst>
      <p:ext uri="{BB962C8B-B14F-4D97-AF65-F5344CB8AC3E}">
        <p14:creationId xmlns:p14="http://schemas.microsoft.com/office/powerpoint/2010/main" val="206559603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ctr"/>
            <a:r>
              <a:rPr lang="es-MX" sz="2800" b="1" dirty="0">
                <a:solidFill>
                  <a:schemeClr val="bg1"/>
                </a:solidFill>
                <a:latin typeface="Book Antiqua" panose="02040602050305030304" pitchFamily="18" charset="0"/>
              </a:rPr>
              <a:t>Habilidad / Destreza cognitiva</a:t>
            </a:r>
            <a:endParaRPr lang="en-US" sz="2800" b="1" dirty="0">
              <a:solidFill>
                <a:schemeClr val="bg1"/>
              </a:solidFill>
              <a:latin typeface="Book Antiqua" panose="02040602050305030304" pitchFamily="18" charset="0"/>
            </a:endParaRPr>
          </a:p>
        </p:txBody>
      </p:sp>
      <p:sp>
        <p:nvSpPr>
          <p:cNvPr id="3" name="Marcador de contenido 2"/>
          <p:cNvSpPr>
            <a:spLocks noGrp="1"/>
          </p:cNvSpPr>
          <p:nvPr>
            <p:ph idx="4294967295"/>
          </p:nvPr>
        </p:nvSpPr>
        <p:spPr>
          <a:xfrm>
            <a:off x="682782" y="1411834"/>
            <a:ext cx="8694539" cy="1241252"/>
          </a:xfrm>
          <a:solidFill>
            <a:schemeClr val="bg1"/>
          </a:solidFill>
        </p:spPr>
        <p:txBody>
          <a:bodyPr>
            <a:normAutofit lnSpcReduction="10000"/>
          </a:bodyPr>
          <a:lstStyle/>
          <a:p>
            <a:pPr marL="0" indent="0">
              <a:buNone/>
            </a:pPr>
            <a:r>
              <a:rPr lang="es-MX" sz="1800" dirty="0">
                <a:latin typeface="Book Antiqua" panose="02040602050305030304" pitchFamily="18" charset="0"/>
              </a:rPr>
              <a:t>Frente a la mera retención de un dato para lo cual se aplica solo la habilidad de la memoria (</a:t>
            </a:r>
            <a:r>
              <a:rPr lang="es-MX" sz="1800" i="1" dirty="0">
                <a:latin typeface="Book Antiqua" panose="02040602050305030304" pitchFamily="18" charset="0"/>
              </a:rPr>
              <a:t>¿cuándo se inició la Primera Guerra Mundial</a:t>
            </a:r>
            <a:r>
              <a:rPr lang="es-MX" sz="1800" dirty="0">
                <a:latin typeface="Book Antiqua" panose="02040602050305030304" pitchFamily="18" charset="0"/>
              </a:rPr>
              <a:t>?) y frente a una formulación abstracta, descontextualizada, de una pregunta </a:t>
            </a:r>
            <a:r>
              <a:rPr lang="es-MX" sz="1800" i="1" dirty="0">
                <a:latin typeface="Book Antiqua" panose="02040602050305030304" pitchFamily="18" charset="0"/>
              </a:rPr>
              <a:t>(¿cuál es la diferencia lingüística entre la coma elíptica y la coma hiperbática?</a:t>
            </a:r>
            <a:r>
              <a:rPr lang="es-MX" sz="1800" dirty="0">
                <a:latin typeface="Book Antiqua" panose="02040602050305030304" pitchFamily="18" charset="0"/>
              </a:rPr>
              <a:t>), se pone de relieve preguntas que miden destrezas cognitivas.</a:t>
            </a:r>
          </a:p>
          <a:p>
            <a:pPr marL="0" indent="0">
              <a:buNone/>
            </a:pPr>
            <a:endParaRPr lang="en-US" dirty="0"/>
          </a:p>
        </p:txBody>
      </p:sp>
      <p:graphicFrame>
        <p:nvGraphicFramePr>
          <p:cNvPr id="4" name="Tabla 3"/>
          <p:cNvGraphicFramePr>
            <a:graphicFrameLocks noGrp="1"/>
          </p:cNvGraphicFramePr>
          <p:nvPr/>
        </p:nvGraphicFramePr>
        <p:xfrm>
          <a:off x="682782" y="3308029"/>
          <a:ext cx="8704487" cy="1614844"/>
        </p:xfrm>
        <a:graphic>
          <a:graphicData uri="http://schemas.openxmlformats.org/drawingml/2006/table">
            <a:tbl>
              <a:tblPr firstRow="1" bandRow="1">
                <a:effectLst/>
                <a:tableStyleId>{5C22544A-7EE6-4342-B048-85BDC9FD1C3A}</a:tableStyleId>
              </a:tblPr>
              <a:tblGrid>
                <a:gridCol w="8704487">
                  <a:extLst>
                    <a:ext uri="{9D8B030D-6E8A-4147-A177-3AD203B41FA5}">
                      <a16:colId xmlns:a16="http://schemas.microsoft.com/office/drawing/2014/main" val="2036268890"/>
                    </a:ext>
                  </a:extLst>
                </a:gridCol>
              </a:tblGrid>
              <a:tr h="1443284">
                <a:tc>
                  <a:txBody>
                    <a:bodyPr/>
                    <a:lstStyle/>
                    <a:p>
                      <a:pPr algn="ctr"/>
                      <a:r>
                        <a:rPr lang="es-MX" sz="1800" dirty="0">
                          <a:solidFill>
                            <a:schemeClr val="tx1"/>
                          </a:solidFill>
                          <a:latin typeface="Book Antiqua" panose="02040602050305030304" pitchFamily="18" charset="0"/>
                        </a:rPr>
                        <a:t>¿Qué es una destreza cognitiva?</a:t>
                      </a:r>
                    </a:p>
                    <a:p>
                      <a:pPr algn="ctr"/>
                      <a:endParaRPr lang="es-MX" sz="1800" dirty="0">
                        <a:solidFill>
                          <a:schemeClr val="tx1"/>
                        </a:solidFill>
                        <a:latin typeface="Book Antiqua" panose="02040602050305030304" pitchFamily="18" charset="0"/>
                      </a:endParaRPr>
                    </a:p>
                    <a:p>
                      <a:pPr algn="just"/>
                      <a:r>
                        <a:rPr lang="es-MX" sz="1600" b="0" dirty="0">
                          <a:solidFill>
                            <a:schemeClr val="tx1"/>
                          </a:solidFill>
                          <a:latin typeface="Book Antiqua" panose="02040602050305030304" pitchFamily="18" charset="0"/>
                        </a:rPr>
                        <a:t>Es una habilidad basada en la potencia de la mente para articular información de variada índole con el fin de imprimirle un determinado sentido. </a:t>
                      </a:r>
                    </a:p>
                    <a:p>
                      <a:pPr marL="0" marR="0" indent="0" algn="l" defTabSz="914400" rtl="0" eaLnBrk="1" fontAlgn="auto" latinLnBrk="0" hangingPunct="1">
                        <a:lnSpc>
                          <a:spcPct val="100000"/>
                        </a:lnSpc>
                        <a:spcBef>
                          <a:spcPts val="0"/>
                        </a:spcBef>
                        <a:spcAft>
                          <a:spcPts val="0"/>
                        </a:spcAft>
                        <a:buClrTx/>
                        <a:buSzTx/>
                        <a:buFontTx/>
                        <a:buNone/>
                        <a:tabLst/>
                        <a:defRPr/>
                      </a:pPr>
                      <a:endParaRPr lang="es-MX" sz="1800" dirty="0">
                        <a:solidFill>
                          <a:schemeClr val="tx1"/>
                        </a:solidFill>
                        <a:latin typeface="Book Antiqua" panose="02040602050305030304" pitchFamily="18" charset="0"/>
                      </a:endParaRPr>
                    </a:p>
                    <a:p>
                      <a:endParaRPr lang="en-US" sz="1500" dirty="0"/>
                    </a:p>
                  </a:txBody>
                  <a:tcPr marL="75605" marR="75605" marT="37802" marB="37802">
                    <a:solidFill>
                      <a:schemeClr val="bg1"/>
                    </a:solidFill>
                  </a:tcPr>
                </a:tc>
                <a:extLst>
                  <a:ext uri="{0D108BD9-81ED-4DB2-BD59-A6C34878D82A}">
                    <a16:rowId xmlns:a16="http://schemas.microsoft.com/office/drawing/2014/main" val="3787026448"/>
                  </a:ext>
                </a:extLst>
              </a:tr>
            </a:tbl>
          </a:graphicData>
        </a:graphic>
      </p:graphicFrame>
    </p:spTree>
    <p:extLst>
      <p:ext uri="{BB962C8B-B14F-4D97-AF65-F5344CB8AC3E}">
        <p14:creationId xmlns:p14="http://schemas.microsoft.com/office/powerpoint/2010/main" val="196758623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TextShape 1"/>
          <p:cNvSpPr txBox="1"/>
          <p:nvPr/>
        </p:nvSpPr>
        <p:spPr>
          <a:xfrm>
            <a:off x="0" y="270000"/>
            <a:ext cx="9720000" cy="720000"/>
          </a:xfrm>
          <a:prstGeom prst="rect">
            <a:avLst/>
          </a:prstGeom>
          <a:noFill/>
          <a:ln w="0">
            <a:noFill/>
          </a:ln>
        </p:spPr>
        <p:txBody>
          <a:bodyPr lIns="0" tIns="0" rIns="0" bIns="0" anchor="ctr" anchorCtr="0">
            <a:noAutofit/>
          </a:bodyPr>
          <a:lstStyle/>
          <a:p>
            <a:pPr algn="ctr">
              <a:lnSpc>
                <a:spcPct val="90000"/>
              </a:lnSpc>
            </a:pPr>
            <a:r>
              <a:rPr lang="es-ES" sz="2700" b="1" strike="noStrike" spc="-1" dirty="0">
                <a:solidFill>
                  <a:srgbClr val="FFFFFF"/>
                </a:solidFill>
                <a:latin typeface="Book Antiqua" panose="02040602050305030304" pitchFamily="18" charset="0"/>
                <a:ea typeface="DejaVu Sans"/>
                <a:cs typeface="Calibri Light" panose="020F0302020204030204" pitchFamily="34" charset="0"/>
              </a:rPr>
              <a:t>Habilidad / Destreza cognitiva</a:t>
            </a:r>
            <a:endParaRPr lang="es-PE" sz="2700" b="1" strike="noStrike" spc="-1" dirty="0">
              <a:solidFill>
                <a:srgbClr val="FFFFFF"/>
              </a:solidFill>
              <a:latin typeface="Book Antiqua" panose="02040602050305030304" pitchFamily="18" charset="0"/>
              <a:cs typeface="Calibri Light" panose="020F0302020204030204" pitchFamily="34" charset="0"/>
            </a:endParaRPr>
          </a:p>
        </p:txBody>
      </p:sp>
      <p:sp>
        <p:nvSpPr>
          <p:cNvPr id="91" name="TextShape 2"/>
          <p:cNvSpPr txBox="1"/>
          <p:nvPr/>
        </p:nvSpPr>
        <p:spPr>
          <a:xfrm>
            <a:off x="723568" y="1350000"/>
            <a:ext cx="8816431" cy="3510000"/>
          </a:xfrm>
          <a:prstGeom prst="rect">
            <a:avLst/>
          </a:prstGeom>
          <a:noFill/>
          <a:ln w="0">
            <a:noFill/>
          </a:ln>
        </p:spPr>
        <p:txBody>
          <a:bodyPr lIns="0" tIns="0" rIns="0" bIns="0">
            <a:normAutofit/>
          </a:bodyPr>
          <a:lstStyle/>
          <a:p>
            <a:pPr algn="just">
              <a:spcAft>
                <a:spcPts val="853"/>
              </a:spcAft>
            </a:pPr>
            <a:r>
              <a:rPr lang="es-PE" sz="1950" b="1" strike="noStrike" spc="-1" dirty="0">
                <a:solidFill>
                  <a:srgbClr val="1C1C1C"/>
                </a:solidFill>
                <a:latin typeface="Source Sans Pro Semibold"/>
              </a:rPr>
              <a:t> </a:t>
            </a:r>
          </a:p>
          <a:p>
            <a:pPr>
              <a:spcAft>
                <a:spcPts val="853"/>
              </a:spcAft>
            </a:pPr>
            <a:r>
              <a:rPr lang="es-PE" sz="1950" strike="noStrike" spc="-1" dirty="0">
                <a:solidFill>
                  <a:srgbClr val="1C1C1C"/>
                </a:solidFill>
                <a:latin typeface="Book Antiqua" panose="02040602050305030304" pitchFamily="18" charset="0"/>
              </a:rPr>
              <a:t>La destreza cognitiva se define como una capacidad mental general que incluye el razonamiento, la resolución de problemas, la planificación, el pensamiento abstracto, la comprensión de ideas complejas y el aprendizaje a partir de la experiencia.</a:t>
            </a:r>
          </a:p>
          <a:p>
            <a:pPr>
              <a:spcAft>
                <a:spcPts val="853"/>
              </a:spcAft>
            </a:pPr>
            <a:r>
              <a:rPr lang="es-PE" sz="1950" b="1" strike="noStrike" spc="-1" dirty="0">
                <a:solidFill>
                  <a:srgbClr val="1C1C1C"/>
                </a:solidFill>
              </a:rPr>
              <a:t> </a:t>
            </a:r>
            <a:endParaRPr lang="es-PE" sz="1950" b="1" strike="noStrike" spc="-1" dirty="0">
              <a:solidFill>
                <a:srgbClr val="1C1C1C"/>
              </a:solidFill>
              <a:latin typeface="Book Antiqua" panose="02040602050305030304" pitchFamily="18" charset="0"/>
            </a:endParaRPr>
          </a:p>
          <a:p>
            <a:pPr>
              <a:spcAft>
                <a:spcPts val="853"/>
              </a:spcAft>
            </a:pPr>
            <a:r>
              <a:rPr lang="es-PE" sz="1400" b="0" strike="noStrike" spc="-1" dirty="0" err="1">
                <a:solidFill>
                  <a:srgbClr val="1C1C1C"/>
                </a:solidFill>
                <a:latin typeface="Book Antiqua" panose="02040602050305030304" pitchFamily="18" charset="0"/>
              </a:rPr>
              <a:t>Gottfredson</a:t>
            </a:r>
            <a:r>
              <a:rPr lang="es-PE" sz="1400" b="0" strike="noStrike" spc="-1" dirty="0">
                <a:solidFill>
                  <a:srgbClr val="1C1C1C"/>
                </a:solidFill>
                <a:latin typeface="Book Antiqua" panose="02040602050305030304" pitchFamily="18" charset="0"/>
              </a:rPr>
              <a:t>, L. S. (1997). </a:t>
            </a:r>
            <a:r>
              <a:rPr lang="es-PE" sz="1400" b="0" strike="noStrike" spc="-1" dirty="0" err="1">
                <a:solidFill>
                  <a:srgbClr val="1C1C1C"/>
                </a:solidFill>
                <a:latin typeface="Book Antiqua" panose="02040602050305030304" pitchFamily="18" charset="0"/>
              </a:rPr>
              <a:t>Why</a:t>
            </a:r>
            <a:r>
              <a:rPr lang="es-PE" sz="1400" b="0" strike="noStrike" spc="-1" dirty="0">
                <a:solidFill>
                  <a:srgbClr val="1C1C1C"/>
                </a:solidFill>
                <a:latin typeface="Book Antiqua" panose="02040602050305030304" pitchFamily="18" charset="0"/>
              </a:rPr>
              <a:t> g </a:t>
            </a:r>
            <a:r>
              <a:rPr lang="es-PE" sz="1400" b="0" strike="noStrike" spc="-1" dirty="0" err="1">
                <a:solidFill>
                  <a:srgbClr val="1C1C1C"/>
                </a:solidFill>
                <a:latin typeface="Book Antiqua" panose="02040602050305030304" pitchFamily="18" charset="0"/>
              </a:rPr>
              <a:t>matters</a:t>
            </a:r>
            <a:r>
              <a:rPr lang="es-PE" sz="1400" b="0" strike="noStrike" spc="-1" dirty="0">
                <a:solidFill>
                  <a:srgbClr val="1C1C1C"/>
                </a:solidFill>
                <a:latin typeface="Book Antiqua" panose="02040602050305030304" pitchFamily="18" charset="0"/>
              </a:rPr>
              <a:t>: </a:t>
            </a:r>
            <a:r>
              <a:rPr lang="es-PE" sz="1400" b="0" strike="noStrike" spc="-1" dirty="0" err="1">
                <a:solidFill>
                  <a:srgbClr val="1C1C1C"/>
                </a:solidFill>
                <a:latin typeface="Book Antiqua" panose="02040602050305030304" pitchFamily="18" charset="0"/>
              </a:rPr>
              <a:t>The</a:t>
            </a:r>
            <a:r>
              <a:rPr lang="es-PE" sz="1400" b="0" strike="noStrike" spc="-1" dirty="0">
                <a:solidFill>
                  <a:srgbClr val="1C1C1C"/>
                </a:solidFill>
                <a:latin typeface="Book Antiqua" panose="02040602050305030304" pitchFamily="18" charset="0"/>
              </a:rPr>
              <a:t> </a:t>
            </a:r>
            <a:r>
              <a:rPr lang="es-PE" sz="1400" b="0" strike="noStrike" spc="-1" dirty="0" err="1">
                <a:solidFill>
                  <a:srgbClr val="1C1C1C"/>
                </a:solidFill>
                <a:latin typeface="Book Antiqua" panose="02040602050305030304" pitchFamily="18" charset="0"/>
              </a:rPr>
              <a:t>complexity</a:t>
            </a:r>
            <a:r>
              <a:rPr lang="es-PE" sz="1400" b="0" strike="noStrike" spc="-1" dirty="0">
                <a:solidFill>
                  <a:srgbClr val="1C1C1C"/>
                </a:solidFill>
                <a:latin typeface="Book Antiqua" panose="02040602050305030304" pitchFamily="18" charset="0"/>
              </a:rPr>
              <a:t> </a:t>
            </a:r>
            <a:r>
              <a:rPr lang="es-PE" sz="1400" b="0" strike="noStrike" spc="-1" dirty="0" err="1">
                <a:solidFill>
                  <a:srgbClr val="1C1C1C"/>
                </a:solidFill>
                <a:latin typeface="Book Antiqua" panose="02040602050305030304" pitchFamily="18" charset="0"/>
              </a:rPr>
              <a:t>of</a:t>
            </a:r>
            <a:r>
              <a:rPr lang="es-PE" sz="1400" b="0" strike="noStrike" spc="-1" dirty="0">
                <a:solidFill>
                  <a:srgbClr val="1C1C1C"/>
                </a:solidFill>
                <a:latin typeface="Book Antiqua" panose="02040602050305030304" pitchFamily="18" charset="0"/>
              </a:rPr>
              <a:t> </a:t>
            </a:r>
            <a:r>
              <a:rPr lang="es-PE" sz="1400" b="0" strike="noStrike" spc="-1" dirty="0" err="1">
                <a:solidFill>
                  <a:srgbClr val="1C1C1C"/>
                </a:solidFill>
                <a:latin typeface="Book Antiqua" panose="02040602050305030304" pitchFamily="18" charset="0"/>
              </a:rPr>
              <a:t>everyday</a:t>
            </a:r>
            <a:r>
              <a:rPr lang="es-PE" sz="1400" b="0" strike="noStrike" spc="-1" dirty="0">
                <a:solidFill>
                  <a:srgbClr val="1C1C1C"/>
                </a:solidFill>
                <a:latin typeface="Book Antiqua" panose="02040602050305030304" pitchFamily="18" charset="0"/>
              </a:rPr>
              <a:t> </a:t>
            </a:r>
            <a:r>
              <a:rPr lang="es-PE" sz="1400" b="0" strike="noStrike" spc="-1" dirty="0" err="1">
                <a:solidFill>
                  <a:srgbClr val="1C1C1C"/>
                </a:solidFill>
                <a:latin typeface="Book Antiqua" panose="02040602050305030304" pitchFamily="18" charset="0"/>
              </a:rPr>
              <a:t>life</a:t>
            </a:r>
            <a:r>
              <a:rPr lang="es-PE" sz="1400" b="0" strike="noStrike" spc="-1" dirty="0">
                <a:solidFill>
                  <a:srgbClr val="1C1C1C"/>
                </a:solidFill>
                <a:latin typeface="Book Antiqua" panose="02040602050305030304" pitchFamily="18" charset="0"/>
              </a:rPr>
              <a:t>. </a:t>
            </a:r>
            <a:r>
              <a:rPr lang="es-PE" sz="1400" b="0" strike="noStrike" spc="-1" dirty="0" err="1">
                <a:solidFill>
                  <a:srgbClr val="1C1C1C"/>
                </a:solidFill>
                <a:latin typeface="Book Antiqua" panose="02040602050305030304" pitchFamily="18" charset="0"/>
              </a:rPr>
              <a:t>Intelligence</a:t>
            </a:r>
            <a:r>
              <a:rPr lang="es-PE" sz="1400" b="0" strike="noStrike" spc="-1" dirty="0">
                <a:solidFill>
                  <a:srgbClr val="1C1C1C"/>
                </a:solidFill>
                <a:latin typeface="Book Antiqua" panose="02040602050305030304" pitchFamily="18" charset="0"/>
              </a:rPr>
              <a:t>, 24(1), 79-132.</a:t>
            </a:r>
            <a:endParaRPr lang="es-PE" sz="1400" b="1" strike="noStrike" spc="-1" dirty="0">
              <a:solidFill>
                <a:srgbClr val="1C1C1C"/>
              </a:solidFill>
              <a:latin typeface="Book Antiqua" panose="02040602050305030304" pitchFamily="18" charset="0"/>
            </a:endParaRPr>
          </a:p>
        </p:txBody>
      </p:sp>
    </p:spTree>
    <p:extLst>
      <p:ext uri="{BB962C8B-B14F-4D97-AF65-F5344CB8AC3E}">
        <p14:creationId xmlns:p14="http://schemas.microsoft.com/office/powerpoint/2010/main" val="3291527925"/>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ctr"/>
            <a:r>
              <a:rPr lang="es-MX" sz="2800" b="1" dirty="0">
                <a:solidFill>
                  <a:schemeClr val="bg1"/>
                </a:solidFill>
                <a:latin typeface="Book Antiqua" panose="02040602050305030304" pitchFamily="18" charset="0"/>
              </a:rPr>
              <a:t>Destrezas cognitivas bajo el enfoque por competencias </a:t>
            </a:r>
            <a:endParaRPr lang="en-US" sz="2800" b="1" dirty="0">
              <a:solidFill>
                <a:schemeClr val="bg1"/>
              </a:solidFill>
              <a:latin typeface="Book Antiqua" panose="02040602050305030304" pitchFamily="18" charset="0"/>
            </a:endParaRPr>
          </a:p>
        </p:txBody>
      </p:sp>
      <p:sp>
        <p:nvSpPr>
          <p:cNvPr id="3" name="Marcador de contenido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a:bodyPr>
          <a:lstStyle/>
          <a:p>
            <a:endParaRPr lang="es-MX" sz="1800" dirty="0"/>
          </a:p>
          <a:p>
            <a:r>
              <a:rPr lang="es-MX" sz="1800" dirty="0">
                <a:latin typeface="Book Antiqua" panose="02040602050305030304" pitchFamily="18" charset="0"/>
              </a:rPr>
              <a:t>El </a:t>
            </a:r>
            <a:r>
              <a:rPr lang="es-MX" sz="1800" b="1" dirty="0">
                <a:latin typeface="Book Antiqua" panose="02040602050305030304" pitchFamily="18" charset="0"/>
              </a:rPr>
              <a:t>modelo</a:t>
            </a:r>
            <a:r>
              <a:rPr lang="es-MX" sz="1800" dirty="0">
                <a:latin typeface="Book Antiqua" panose="02040602050305030304" pitchFamily="18" charset="0"/>
              </a:rPr>
              <a:t> propone formular una </a:t>
            </a:r>
            <a:r>
              <a:rPr lang="es-MX" sz="1800" b="1" dirty="0">
                <a:latin typeface="Book Antiqua" panose="02040602050305030304" pitchFamily="18" charset="0"/>
              </a:rPr>
              <a:t>situación problemática </a:t>
            </a:r>
            <a:r>
              <a:rPr lang="es-MX" sz="1800" dirty="0">
                <a:latin typeface="Book Antiqua" panose="02040602050305030304" pitchFamily="18" charset="0"/>
              </a:rPr>
              <a:t>(pregunta contextualizada o cotextualizada) con el fin de que el postulante, sobre la base de determinadas </a:t>
            </a:r>
            <a:r>
              <a:rPr lang="es-MX" sz="1800" b="1" dirty="0">
                <a:latin typeface="Book Antiqua" panose="02040602050305030304" pitchFamily="18" charset="0"/>
              </a:rPr>
              <a:t>anclas informativas</a:t>
            </a:r>
            <a:r>
              <a:rPr lang="es-MX" sz="1800" dirty="0">
                <a:latin typeface="Book Antiqua" panose="02040602050305030304" pitchFamily="18" charset="0"/>
              </a:rPr>
              <a:t>, pueda desplegar los mecanismos cognitivos profundos.</a:t>
            </a:r>
          </a:p>
          <a:p>
            <a:r>
              <a:rPr lang="es-MX" sz="1800" dirty="0">
                <a:latin typeface="Book Antiqua" panose="02040602050305030304" pitchFamily="18" charset="0"/>
              </a:rPr>
              <a:t>Gracias a las destrezas cognitivas, una </a:t>
            </a:r>
            <a:r>
              <a:rPr lang="es-MX" sz="1800" b="1" dirty="0">
                <a:latin typeface="Book Antiqua" panose="02040602050305030304" pitchFamily="18" charset="0"/>
              </a:rPr>
              <a:t>red de informaciones </a:t>
            </a:r>
            <a:r>
              <a:rPr lang="es-MX" sz="1800" dirty="0">
                <a:latin typeface="Book Antiqua" panose="02040602050305030304" pitchFamily="18" charset="0"/>
              </a:rPr>
              <a:t>recibe el estatus de conocimiento, lo que permite desarrollar coherentemente un aprendizaje realmente significativo. </a:t>
            </a:r>
          </a:p>
          <a:p>
            <a:r>
              <a:rPr lang="es-MX" sz="1800" dirty="0">
                <a:latin typeface="Book Antiqua" panose="02040602050305030304" pitchFamily="18" charset="0"/>
              </a:rPr>
              <a:t>La propuesta incorpora en la formulación de un </a:t>
            </a:r>
            <a:r>
              <a:rPr lang="es-MX" sz="1800" b="1" dirty="0">
                <a:latin typeface="Book Antiqua" panose="02040602050305030304" pitchFamily="18" charset="0"/>
              </a:rPr>
              <a:t>ítem,</a:t>
            </a:r>
            <a:r>
              <a:rPr lang="es-MX" sz="1800" dirty="0">
                <a:latin typeface="Book Antiqua" panose="02040602050305030304" pitchFamily="18" charset="0"/>
              </a:rPr>
              <a:t> que el estudiante debe ser capaz de ejercitar, una </a:t>
            </a:r>
            <a:r>
              <a:rPr lang="es-MX" sz="1800" b="1" dirty="0">
                <a:latin typeface="Book Antiqua" panose="02040602050305030304" pitchFamily="18" charset="0"/>
              </a:rPr>
              <a:t>destreza cognitiva </a:t>
            </a:r>
            <a:r>
              <a:rPr lang="es-MX" sz="1800" dirty="0">
                <a:latin typeface="Book Antiqua" panose="02040602050305030304" pitchFamily="18" charset="0"/>
              </a:rPr>
              <a:t>que relacione la información planteada en el enunciado y la </a:t>
            </a:r>
            <a:r>
              <a:rPr lang="es-MX" sz="1800" b="1" dirty="0">
                <a:latin typeface="Book Antiqua" panose="02040602050305030304" pitchFamily="18" charset="0"/>
              </a:rPr>
              <a:t>clave que encierra la respuesta</a:t>
            </a:r>
            <a:r>
              <a:rPr lang="es-MX" sz="1800" dirty="0">
                <a:latin typeface="Book Antiqua" panose="02040602050305030304" pitchFamily="18" charset="0"/>
              </a:rPr>
              <a:t>. </a:t>
            </a:r>
          </a:p>
          <a:p>
            <a:endParaRPr lang="es-MX" sz="2400" dirty="0"/>
          </a:p>
          <a:p>
            <a:endParaRPr lang="en-US" dirty="0"/>
          </a:p>
          <a:p>
            <a:endParaRPr lang="en-US" dirty="0"/>
          </a:p>
        </p:txBody>
      </p:sp>
    </p:spTree>
    <p:extLst>
      <p:ext uri="{BB962C8B-B14F-4D97-AF65-F5344CB8AC3E}">
        <p14:creationId xmlns:p14="http://schemas.microsoft.com/office/powerpoint/2010/main" val="367881560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MX" sz="2646" b="1" dirty="0">
                <a:solidFill>
                  <a:schemeClr val="bg1"/>
                </a:solidFill>
                <a:latin typeface="Book Antiqua" panose="02040602050305030304" pitchFamily="18" charset="0"/>
              </a:rPr>
              <a:t>¿Cómo </a:t>
            </a:r>
            <a:r>
              <a:rPr lang="es-MX" sz="2646" b="1" u="sng" dirty="0">
                <a:solidFill>
                  <a:schemeClr val="bg1"/>
                </a:solidFill>
                <a:latin typeface="Book Antiqua" panose="02040602050305030304" pitchFamily="18" charset="0"/>
              </a:rPr>
              <a:t>no</a:t>
            </a:r>
            <a:r>
              <a:rPr lang="es-MX" sz="2646" b="1" dirty="0">
                <a:solidFill>
                  <a:schemeClr val="bg1"/>
                </a:solidFill>
                <a:latin typeface="Book Antiqua" panose="02040602050305030304" pitchFamily="18" charset="0"/>
              </a:rPr>
              <a:t> se debe hacer un ítem según el modelo por competencias?</a:t>
            </a:r>
            <a:endParaRPr lang="en-US" sz="2646" b="1" dirty="0">
              <a:solidFill>
                <a:schemeClr val="bg1"/>
              </a:solidFill>
              <a:latin typeface="Book Antiqua" panose="02040602050305030304" pitchFamily="18" charset="0"/>
            </a:endParaRPr>
          </a:p>
        </p:txBody>
      </p:sp>
      <p:sp>
        <p:nvSpPr>
          <p:cNvPr id="3" name="Marcador de contenido 2"/>
          <p:cNvSpPr>
            <a:spLocks noGrp="1"/>
          </p:cNvSpPr>
          <p:nvPr>
            <p:ph idx="1"/>
          </p:nvPr>
        </p:nvSpPr>
        <p:spPr/>
        <p:txBody>
          <a:bodyPr>
            <a:normAutofit fontScale="92500"/>
          </a:bodyPr>
          <a:lstStyle/>
          <a:p>
            <a:r>
              <a:rPr lang="es-MX" sz="2000" dirty="0">
                <a:latin typeface="Book Antiqua" panose="02040602050305030304" pitchFamily="18" charset="0"/>
              </a:rPr>
              <a:t>Para que el ítem mida adecuadamente el nivel de destrezas cognitivas, conviene ampliar el abanico de formulación de preguntas, lo que implica abandonar el clásico modelo de oración incompleta. </a:t>
            </a:r>
          </a:p>
          <a:p>
            <a:pPr marL="0" indent="0">
              <a:buNone/>
            </a:pPr>
            <a:endParaRPr lang="es-MX" sz="2000" dirty="0">
              <a:latin typeface="Book Antiqua" panose="02040602050305030304" pitchFamily="18" charset="0"/>
            </a:endParaRPr>
          </a:p>
          <a:p>
            <a:endParaRPr lang="es-MX" sz="2000" dirty="0">
              <a:latin typeface="Book Antiqua" panose="02040602050305030304" pitchFamily="18" charset="0"/>
            </a:endParaRPr>
          </a:p>
          <a:p>
            <a:endParaRPr lang="es-MX" sz="2000" dirty="0">
              <a:latin typeface="Book Antiqua" panose="02040602050305030304" pitchFamily="18" charset="0"/>
            </a:endParaRPr>
          </a:p>
          <a:p>
            <a:r>
              <a:rPr lang="es-MX" sz="2000" dirty="0">
                <a:latin typeface="Book Antiqua" panose="02040602050305030304" pitchFamily="18" charset="0"/>
              </a:rPr>
              <a:t>Aunque este ítem puede ser </a:t>
            </a:r>
            <a:r>
              <a:rPr lang="es-MX" sz="2000" b="1" dirty="0">
                <a:latin typeface="Book Antiqua" panose="02040602050305030304" pitchFamily="18" charset="0"/>
              </a:rPr>
              <a:t>formalmente correcto</a:t>
            </a:r>
            <a:r>
              <a:rPr lang="es-MX" sz="2000" dirty="0">
                <a:latin typeface="Book Antiqua" panose="02040602050305030304" pitchFamily="18" charset="0"/>
              </a:rPr>
              <a:t> (debido a su carácter puntual y exacto), </a:t>
            </a:r>
            <a:r>
              <a:rPr lang="es-MX" sz="2000" b="1" dirty="0">
                <a:latin typeface="Book Antiqua" panose="02040602050305030304" pitchFamily="18" charset="0"/>
              </a:rPr>
              <a:t>no es una buena herramienta </a:t>
            </a:r>
            <a:r>
              <a:rPr lang="es-MX" sz="2000" dirty="0">
                <a:latin typeface="Book Antiqua" panose="02040602050305030304" pitchFamily="18" charset="0"/>
              </a:rPr>
              <a:t>para la </a:t>
            </a:r>
            <a:r>
              <a:rPr lang="es-MX" sz="2000" b="1" dirty="0">
                <a:latin typeface="Book Antiqua" panose="02040602050305030304" pitchFamily="18" charset="0"/>
              </a:rPr>
              <a:t>evaluación de las destrezas cognitivas</a:t>
            </a:r>
            <a:r>
              <a:rPr lang="es-MX" sz="2000" dirty="0">
                <a:latin typeface="Book Antiqua" panose="02040602050305030304" pitchFamily="18" charset="0"/>
              </a:rPr>
              <a:t>, en la medida en que evalúa solamente retención de información. </a:t>
            </a:r>
          </a:p>
          <a:p>
            <a:r>
              <a:rPr lang="es-MX" sz="2000" dirty="0">
                <a:latin typeface="Book Antiqua" panose="02040602050305030304" pitchFamily="18" charset="0"/>
              </a:rPr>
              <a:t>La adecuada respuesta de este ítem no permite inferir que el postulante haya aplicado su maquinaria mental de destrezas cognitivas. </a:t>
            </a:r>
          </a:p>
          <a:p>
            <a:endParaRPr lang="en-US" dirty="0"/>
          </a:p>
        </p:txBody>
      </p:sp>
      <p:sp>
        <p:nvSpPr>
          <p:cNvPr id="5" name="Rectángulo 4"/>
          <p:cNvSpPr/>
          <p:nvPr/>
        </p:nvSpPr>
        <p:spPr>
          <a:xfrm>
            <a:off x="1397550" y="2347953"/>
            <a:ext cx="7284900" cy="97464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488" b="0" i="0" u="none" strike="noStrike" kern="1200" cap="none" spc="0" normalizeH="0" baseline="0" noProof="0" dirty="0">
                <a:ln>
                  <a:noFill/>
                </a:ln>
                <a:solidFill>
                  <a:prstClr val="black"/>
                </a:solidFill>
                <a:effectLst/>
                <a:uLnTx/>
                <a:uFillTx/>
                <a:latin typeface="Arial"/>
              </a:rPr>
              <a:t>La </a:t>
            </a:r>
            <a:r>
              <a:rPr kumimoji="0" lang="es-MX" sz="1488" b="0" i="1" u="none" strike="noStrike" kern="1200" cap="none" spc="0" normalizeH="0" baseline="0" noProof="0" dirty="0">
                <a:ln>
                  <a:noFill/>
                </a:ln>
                <a:solidFill>
                  <a:prstClr val="black"/>
                </a:solidFill>
                <a:effectLst/>
                <a:uLnTx/>
                <a:uFillTx/>
                <a:latin typeface="Arial"/>
              </a:rPr>
              <a:t>Odisea </a:t>
            </a:r>
            <a:r>
              <a:rPr kumimoji="0" lang="es-MX" sz="1488" b="0" i="0" u="none" strike="noStrike" kern="1200" cap="none" spc="0" normalizeH="0" baseline="0" noProof="0" dirty="0">
                <a:ln>
                  <a:noFill/>
                </a:ln>
                <a:solidFill>
                  <a:prstClr val="black"/>
                </a:solidFill>
                <a:effectLst/>
                <a:uLnTx/>
                <a:uFillTx/>
                <a:latin typeface="Arial"/>
              </a:rPr>
              <a:t>es una obra que se atribuye 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488" b="0" i="0" u="none" strike="noStrike" kern="1200" cap="none" spc="0" normalizeH="0" baseline="0" noProof="0" dirty="0">
              <a:ln>
                <a:noFill/>
              </a:ln>
              <a:solidFill>
                <a:prstClr val="black"/>
              </a:solidFill>
              <a:effectLst/>
              <a:uLnTx/>
              <a:uFillTx/>
              <a:latin typeface="Arial"/>
            </a:endParaRPr>
          </a:p>
          <a:p>
            <a:pPr marL="283510" marR="0" lvl="0" indent="-283510" algn="l" defTabSz="914400" rtl="0" eaLnBrk="1" fontAlgn="auto" latinLnBrk="0" hangingPunct="1">
              <a:lnSpc>
                <a:spcPct val="100000"/>
              </a:lnSpc>
              <a:spcBef>
                <a:spcPts val="0"/>
              </a:spcBef>
              <a:spcAft>
                <a:spcPts val="0"/>
              </a:spcAft>
              <a:buClrTx/>
              <a:buSzTx/>
              <a:buFontTx/>
              <a:buAutoNum type="alphaUcParenR"/>
              <a:tabLst/>
              <a:defRPr/>
            </a:pPr>
            <a:r>
              <a:rPr kumimoji="0" lang="es-MX" sz="1488" b="0" i="0" u="none" strike="noStrike" kern="1200" cap="none" spc="0" normalizeH="0" baseline="0" noProof="0" dirty="0">
                <a:ln>
                  <a:noFill/>
                </a:ln>
                <a:solidFill>
                  <a:prstClr val="black"/>
                </a:solidFill>
                <a:effectLst/>
                <a:uLnTx/>
                <a:uFillTx/>
                <a:latin typeface="Arial"/>
              </a:rPr>
              <a:t>Eurípides.       B) Homero.*      C) Esquilo.       D) Tucídides.</a:t>
            </a:r>
          </a:p>
          <a:p>
            <a:pPr marL="283510" marR="0" lvl="0" indent="-283510" algn="l" defTabSz="914400" rtl="0" eaLnBrk="1" fontAlgn="auto" latinLnBrk="0" hangingPunct="1">
              <a:lnSpc>
                <a:spcPct val="100000"/>
              </a:lnSpc>
              <a:spcBef>
                <a:spcPts val="0"/>
              </a:spcBef>
              <a:spcAft>
                <a:spcPts val="0"/>
              </a:spcAft>
              <a:buClrTx/>
              <a:buSzTx/>
              <a:buFontTx/>
              <a:buAutoNum type="alphaUcParenR"/>
              <a:tabLst/>
              <a:defRPr/>
            </a:pPr>
            <a:r>
              <a:rPr kumimoji="0" lang="es-MX" sz="1488" b="0" i="0" u="none" strike="noStrike" kern="1200" cap="none" spc="0" normalizeH="0" baseline="0" noProof="0" dirty="0">
                <a:ln>
                  <a:noFill/>
                </a:ln>
                <a:solidFill>
                  <a:prstClr val="white"/>
                </a:solidFill>
                <a:effectLst/>
                <a:uLnTx/>
                <a:uFillTx/>
                <a:latin typeface="Arial"/>
              </a:rPr>
              <a:t> </a:t>
            </a:r>
          </a:p>
        </p:txBody>
      </p:sp>
    </p:spTree>
    <p:extLst>
      <p:ext uri="{BB962C8B-B14F-4D97-AF65-F5344CB8AC3E}">
        <p14:creationId xmlns:p14="http://schemas.microsoft.com/office/powerpoint/2010/main" val="107011548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MX" sz="2646" b="1" dirty="0">
                <a:solidFill>
                  <a:schemeClr val="bg1"/>
                </a:solidFill>
                <a:latin typeface="Book Antiqua" panose="02040602050305030304" pitchFamily="18" charset="0"/>
              </a:rPr>
              <a:t>Sobre el enunciado (Contexto y/o </a:t>
            </a:r>
            <a:r>
              <a:rPr lang="es-MX" sz="2646" b="1" dirty="0" err="1">
                <a:solidFill>
                  <a:schemeClr val="bg1"/>
                </a:solidFill>
                <a:latin typeface="Book Antiqua" panose="02040602050305030304" pitchFamily="18" charset="0"/>
              </a:rPr>
              <a:t>Cotexto</a:t>
            </a:r>
            <a:r>
              <a:rPr lang="es-MX" sz="2646" b="1" dirty="0">
                <a:solidFill>
                  <a:schemeClr val="bg1"/>
                </a:solidFill>
                <a:latin typeface="Book Antiqua" panose="02040602050305030304" pitchFamily="18" charset="0"/>
              </a:rPr>
              <a:t>)</a:t>
            </a:r>
            <a:endParaRPr lang="en-US" sz="2646" b="1" dirty="0">
              <a:solidFill>
                <a:schemeClr val="bg1"/>
              </a:solidFill>
              <a:latin typeface="Book Antiqua" panose="02040602050305030304" pitchFamily="18" charset="0"/>
            </a:endParaRPr>
          </a:p>
        </p:txBody>
      </p:sp>
      <p:sp>
        <p:nvSpPr>
          <p:cNvPr id="3" name="Marcador de contenido 2"/>
          <p:cNvSpPr>
            <a:spLocks noGrp="1"/>
          </p:cNvSpPr>
          <p:nvPr>
            <p:ph idx="4294967295"/>
          </p:nvPr>
        </p:nvSpPr>
        <p:spPr>
          <a:xfrm>
            <a:off x="693043" y="1397999"/>
            <a:ext cx="8694539" cy="2822564"/>
          </a:xfrm>
        </p:spPr>
        <p:txBody>
          <a:bodyPr>
            <a:normAutofit fontScale="92500" lnSpcReduction="10000"/>
          </a:bodyPr>
          <a:lstStyle/>
          <a:p>
            <a:r>
              <a:rPr lang="es-MX" sz="1800" dirty="0">
                <a:latin typeface="Book Antiqua" panose="02040602050305030304" pitchFamily="18" charset="0"/>
              </a:rPr>
              <a:t>El </a:t>
            </a:r>
            <a:r>
              <a:rPr lang="es-MX" sz="1800" b="1" dirty="0">
                <a:latin typeface="Book Antiqua" panose="02040602050305030304" pitchFamily="18" charset="0"/>
              </a:rPr>
              <a:t>enunciado del ítem </a:t>
            </a:r>
            <a:r>
              <a:rPr lang="es-MX" sz="1800" dirty="0">
                <a:latin typeface="Book Antiqua" panose="02040602050305030304" pitchFamily="18" charset="0"/>
              </a:rPr>
              <a:t>no debe quedarse en la abstracción, sino más bien debe consignar aspectos ligados con la </a:t>
            </a:r>
            <a:r>
              <a:rPr lang="es-MX" sz="1800" b="1" dirty="0">
                <a:latin typeface="Book Antiqua" panose="02040602050305030304" pitchFamily="18" charset="0"/>
              </a:rPr>
              <a:t>contextualización o cotextualización </a:t>
            </a:r>
            <a:r>
              <a:rPr lang="es-MX" sz="1800" dirty="0">
                <a:latin typeface="Book Antiqua" panose="02040602050305030304" pitchFamily="18" charset="0"/>
              </a:rPr>
              <a:t>del problema que se va a abordar. </a:t>
            </a:r>
          </a:p>
          <a:p>
            <a:r>
              <a:rPr lang="es-MX" sz="1800" dirty="0">
                <a:latin typeface="Book Antiqua" panose="02040602050305030304" pitchFamily="18" charset="0"/>
              </a:rPr>
              <a:t>Por </a:t>
            </a:r>
            <a:r>
              <a:rPr lang="es-MX" sz="1800" b="1" dirty="0">
                <a:solidFill>
                  <a:srgbClr val="FF0000"/>
                </a:solidFill>
                <a:latin typeface="Book Antiqua" panose="02040602050305030304" pitchFamily="18" charset="0"/>
              </a:rPr>
              <a:t>contexto</a:t>
            </a:r>
            <a:r>
              <a:rPr lang="es-MX" sz="1800" dirty="0">
                <a:latin typeface="Book Antiqua" panose="02040602050305030304" pitchFamily="18" charset="0"/>
              </a:rPr>
              <a:t> se debe comprender una situación problemática que </a:t>
            </a:r>
            <a:r>
              <a:rPr lang="es-MX" sz="1800" b="1" dirty="0">
                <a:latin typeface="Book Antiqua" panose="02040602050305030304" pitchFamily="18" charset="0"/>
              </a:rPr>
              <a:t>se verifica en la realidad.</a:t>
            </a:r>
            <a:endParaRPr lang="es-MX" sz="1800" dirty="0">
              <a:latin typeface="Book Antiqua" panose="02040602050305030304" pitchFamily="18" charset="0"/>
            </a:endParaRPr>
          </a:p>
          <a:p>
            <a:r>
              <a:rPr lang="es-MX" sz="1800" b="1" dirty="0">
                <a:latin typeface="Book Antiqua" panose="02040602050305030304" pitchFamily="18" charset="0"/>
              </a:rPr>
              <a:t>Por </a:t>
            </a:r>
            <a:r>
              <a:rPr lang="es-MX" sz="1800" b="1" dirty="0">
                <a:solidFill>
                  <a:srgbClr val="FF0000"/>
                </a:solidFill>
                <a:latin typeface="Book Antiqua" panose="02040602050305030304" pitchFamily="18" charset="0"/>
              </a:rPr>
              <a:t>cotexto</a:t>
            </a:r>
            <a:r>
              <a:rPr lang="es-MX" sz="1800" dirty="0">
                <a:solidFill>
                  <a:srgbClr val="FF0000"/>
                </a:solidFill>
                <a:latin typeface="Book Antiqua" panose="02040602050305030304" pitchFamily="18" charset="0"/>
              </a:rPr>
              <a:t>,</a:t>
            </a:r>
            <a:r>
              <a:rPr lang="es-MX" sz="1800" dirty="0">
                <a:latin typeface="Book Antiqua" panose="02040602050305030304" pitchFamily="18" charset="0"/>
              </a:rPr>
              <a:t> en cambio, nos referimos al conjunto de elementos propios de un </a:t>
            </a:r>
            <a:r>
              <a:rPr lang="es-MX" sz="1800" b="1" dirty="0">
                <a:latin typeface="Book Antiqua" panose="02040602050305030304" pitchFamily="18" charset="0"/>
              </a:rPr>
              <a:t>área determinada </a:t>
            </a:r>
            <a:r>
              <a:rPr lang="es-MX" sz="1800" dirty="0">
                <a:latin typeface="Book Antiqua" panose="02040602050305030304" pitchFamily="18" charset="0"/>
              </a:rPr>
              <a:t>de conocimiento, que se emplea con la finalidad de situar una pregunta o situación problemática determinada.</a:t>
            </a:r>
          </a:p>
          <a:p>
            <a:r>
              <a:rPr lang="es-MX" sz="1800" dirty="0">
                <a:latin typeface="Book Antiqua" panose="02040602050305030304" pitchFamily="18" charset="0"/>
              </a:rPr>
              <a:t>El cotexto es </a:t>
            </a:r>
            <a:r>
              <a:rPr lang="es-MX" sz="1800" b="1" dirty="0">
                <a:latin typeface="Book Antiqua" panose="02040602050305030304" pitchFamily="18" charset="0"/>
              </a:rPr>
              <a:t>ese conjunto de elementos significantes </a:t>
            </a:r>
            <a:r>
              <a:rPr lang="es-MX" sz="1800" dirty="0">
                <a:latin typeface="Book Antiqua" panose="02040602050305030304" pitchFamily="18" charset="0"/>
              </a:rPr>
              <a:t>que acompaña a la pregunta formulada o al problema planteado, que no solo alude a enunciados lingüísticos, sino también considera gráficos, las imágenes.</a:t>
            </a:r>
            <a:endParaRPr lang="en-US" sz="1800" dirty="0">
              <a:latin typeface="Book Antiqua" panose="02040602050305030304" pitchFamily="18" charset="0"/>
            </a:endParaRPr>
          </a:p>
        </p:txBody>
      </p:sp>
      <p:sp>
        <p:nvSpPr>
          <p:cNvPr id="4" name="Rectángulo 3"/>
          <p:cNvSpPr/>
          <p:nvPr/>
        </p:nvSpPr>
        <p:spPr>
          <a:xfrm>
            <a:off x="1303020" y="4360059"/>
            <a:ext cx="8084562" cy="5370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488" dirty="0">
                <a:solidFill>
                  <a:schemeClr val="tx1"/>
                </a:solidFill>
              </a:rPr>
              <a:t>CONTEXTO (y/o COTEXTO) + INFORMACIÓN = </a:t>
            </a:r>
            <a:r>
              <a:rPr lang="es-MX" sz="1488" b="1" dirty="0">
                <a:solidFill>
                  <a:schemeClr val="tx1"/>
                </a:solidFill>
              </a:rPr>
              <a:t>PREGUNTA DESTREZAS COGNITIVAS</a:t>
            </a:r>
          </a:p>
        </p:txBody>
      </p:sp>
    </p:spTree>
    <p:extLst>
      <p:ext uri="{BB962C8B-B14F-4D97-AF65-F5344CB8AC3E}">
        <p14:creationId xmlns:p14="http://schemas.microsoft.com/office/powerpoint/2010/main" val="121012369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E7598F22-C718-4408-AC08-9E59F75F46C3}"/>
              </a:ext>
            </a:extLst>
          </p:cNvPr>
          <p:cNvSpPr txBox="1"/>
          <p:nvPr/>
        </p:nvSpPr>
        <p:spPr>
          <a:xfrm>
            <a:off x="683812" y="1553927"/>
            <a:ext cx="5133892" cy="1077218"/>
          </a:xfrm>
          <a:prstGeom prst="rect">
            <a:avLst/>
          </a:prstGeom>
          <a:noFill/>
        </p:spPr>
        <p:txBody>
          <a:bodyPr wrap="square">
            <a:spAutoFit/>
          </a:bodyPr>
          <a:lstStyle/>
          <a:p>
            <a:pPr marL="0" indent="0">
              <a:buNone/>
            </a:pPr>
            <a:r>
              <a:rPr lang="es-PE" sz="1600" dirty="0">
                <a:effectLst/>
                <a:latin typeface="Book Antiqua" panose="02040602050305030304" pitchFamily="18" charset="0"/>
                <a:ea typeface="Calibri" panose="020F0502020204030204" pitchFamily="34" charset="0"/>
                <a:cs typeface="Times New Roman" panose="02020603050405020304" pitchFamily="18" charset="0"/>
              </a:rPr>
              <a:t>En el siguiente grabado de Gustavo Doré se representa una de las escenas de la </a:t>
            </a:r>
            <a:r>
              <a:rPr lang="es-PE" sz="1600" i="1" dirty="0">
                <a:effectLst/>
                <a:latin typeface="Book Antiqua" panose="02040602050305030304" pitchFamily="18" charset="0"/>
                <a:ea typeface="Calibri" panose="020F0502020204030204" pitchFamily="34" charset="0"/>
                <a:cs typeface="Times New Roman" panose="02020603050405020304" pitchFamily="18" charset="0"/>
              </a:rPr>
              <a:t>Divina Comedia</a:t>
            </a:r>
            <a:r>
              <a:rPr lang="es-PE" sz="1600" dirty="0">
                <a:effectLst/>
                <a:latin typeface="Book Antiqua" panose="02040602050305030304" pitchFamily="18" charset="0"/>
                <a:ea typeface="Calibri" panose="020F0502020204030204" pitchFamily="34" charset="0"/>
                <a:cs typeface="Times New Roman" panose="02020603050405020304" pitchFamily="18" charset="0"/>
              </a:rPr>
              <a:t> de Dante Alighieri. Indique qué situación se está retratando de esta epopeya religiosa de la Edad Media. </a:t>
            </a:r>
          </a:p>
        </p:txBody>
      </p:sp>
      <p:pic>
        <p:nvPicPr>
          <p:cNvPr id="3" name="Imagen 2" descr="4-canto-ii">
            <a:extLst>
              <a:ext uri="{FF2B5EF4-FFF2-40B4-BE49-F238E27FC236}">
                <a16:creationId xmlns:a16="http://schemas.microsoft.com/office/drawing/2014/main" id="{CB4685CD-DED5-47BB-8CAF-3A51ADC05F07}"/>
              </a:ext>
            </a:extLst>
          </p:cNvPr>
          <p:cNvPicPr/>
          <p:nvPr/>
        </p:nvPicPr>
        <p:blipFill>
          <a:blip r:embed="rId2" cstate="print">
            <a:lum bright="26000" contrast="10000"/>
            <a:extLst>
              <a:ext uri="{28A0092B-C50C-407E-A947-70E740481C1C}">
                <a14:useLocalDpi xmlns:a14="http://schemas.microsoft.com/office/drawing/2010/main" val="0"/>
              </a:ext>
            </a:extLst>
          </a:blip>
          <a:srcRect/>
          <a:stretch>
            <a:fillRect/>
          </a:stretch>
        </p:blipFill>
        <p:spPr bwMode="auto">
          <a:xfrm>
            <a:off x="6683254" y="170121"/>
            <a:ext cx="2609602" cy="3306726"/>
          </a:xfrm>
          <a:prstGeom prst="rect">
            <a:avLst/>
          </a:prstGeom>
          <a:noFill/>
        </p:spPr>
      </p:pic>
      <p:sp>
        <p:nvSpPr>
          <p:cNvPr id="4" name="CuadroTexto 3">
            <a:extLst>
              <a:ext uri="{FF2B5EF4-FFF2-40B4-BE49-F238E27FC236}">
                <a16:creationId xmlns:a16="http://schemas.microsoft.com/office/drawing/2014/main" id="{7DC8544C-9FFE-4E3C-91CB-84C39D231FA4}"/>
              </a:ext>
            </a:extLst>
          </p:cNvPr>
          <p:cNvSpPr txBox="1"/>
          <p:nvPr/>
        </p:nvSpPr>
        <p:spPr>
          <a:xfrm>
            <a:off x="489098" y="3643333"/>
            <a:ext cx="9231214" cy="1200329"/>
          </a:xfrm>
          <a:prstGeom prst="rect">
            <a:avLst/>
          </a:prstGeom>
          <a:noFill/>
        </p:spPr>
        <p:txBody>
          <a:bodyPr wrap="square">
            <a:spAutoFit/>
          </a:bodyPr>
          <a:lstStyle/>
          <a:p>
            <a:pPr marL="342900" lvl="0" indent="-342900" algn="just">
              <a:lnSpc>
                <a:spcPct val="100000"/>
              </a:lnSpc>
              <a:buSzPts val="1100"/>
              <a:buFont typeface="Arial" panose="020B0604020202020204" pitchFamily="34" charset="0"/>
              <a:buAutoNum type="alphaUcParenR"/>
              <a:tabLst>
                <a:tab pos="630555" algn="l"/>
                <a:tab pos="2503170" algn="l"/>
                <a:tab pos="3585845" algn="l"/>
              </a:tabLst>
            </a:pPr>
            <a:r>
              <a:rPr lang="es-PE" sz="1800" dirty="0">
                <a:effectLst/>
                <a:latin typeface="Book Antiqua" panose="02040602050305030304" pitchFamily="18" charset="0"/>
                <a:ea typeface="Calibri" panose="020F0502020204030204" pitchFamily="34" charset="0"/>
                <a:cs typeface="Times New Roman" panose="02020603050405020304" pitchFamily="18" charset="0"/>
              </a:rPr>
              <a:t>La llegada de un ángel en una barcaza que trae almas al Purgatorio donde está Dante* </a:t>
            </a:r>
          </a:p>
          <a:p>
            <a:pPr marL="342900" lvl="0" indent="-342900" algn="just">
              <a:lnSpc>
                <a:spcPct val="100000"/>
              </a:lnSpc>
              <a:buSzPts val="1100"/>
              <a:buFont typeface="Arial" panose="020B0604020202020204" pitchFamily="34" charset="0"/>
              <a:buAutoNum type="alphaUcParenR"/>
              <a:tabLst>
                <a:tab pos="630555" algn="l"/>
                <a:tab pos="2503170" algn="l"/>
                <a:tab pos="3585845" algn="l"/>
              </a:tabLst>
            </a:pPr>
            <a:r>
              <a:rPr lang="es-PE" sz="1800" dirty="0">
                <a:effectLst/>
                <a:latin typeface="Book Antiqua" panose="02040602050305030304" pitchFamily="18" charset="0"/>
                <a:ea typeface="Calibri" panose="020F0502020204030204" pitchFamily="34" charset="0"/>
                <a:cs typeface="Times New Roman" panose="02020603050405020304" pitchFamily="18" charset="0"/>
              </a:rPr>
              <a:t>La salida del Infierno cuando un ángel aparece para rescatar a Dante del demonio </a:t>
            </a:r>
          </a:p>
          <a:p>
            <a:pPr marL="342900" lvl="0" indent="-342900" algn="just">
              <a:lnSpc>
                <a:spcPct val="100000"/>
              </a:lnSpc>
              <a:buSzPts val="1100"/>
              <a:buFont typeface="Arial" panose="020B0604020202020204" pitchFamily="34" charset="0"/>
              <a:buAutoNum type="alphaUcParenR"/>
              <a:tabLst>
                <a:tab pos="630555" algn="l"/>
                <a:tab pos="2503170" algn="l"/>
                <a:tab pos="3585845" algn="l"/>
              </a:tabLst>
            </a:pPr>
            <a:r>
              <a:rPr lang="es-PE" sz="1800" dirty="0">
                <a:effectLst/>
                <a:latin typeface="Book Antiqua" panose="02040602050305030304" pitchFamily="18" charset="0"/>
                <a:ea typeface="Calibri" panose="020F0502020204030204" pitchFamily="34" charset="0"/>
                <a:cs typeface="Times New Roman" panose="02020603050405020304" pitchFamily="18" charset="0"/>
              </a:rPr>
              <a:t>La llegada de Virgilio y Dante a las puertas del Paraíso donde los recibe un ángel </a:t>
            </a:r>
          </a:p>
          <a:p>
            <a:pPr marL="342900" lvl="0" indent="-342900" algn="just">
              <a:lnSpc>
                <a:spcPct val="100000"/>
              </a:lnSpc>
              <a:spcAft>
                <a:spcPts val="800"/>
              </a:spcAft>
              <a:buSzPts val="1100"/>
              <a:buFont typeface="Arial" panose="020B0604020202020204" pitchFamily="34" charset="0"/>
              <a:buAutoNum type="alphaUcParenR"/>
              <a:tabLst>
                <a:tab pos="630555" algn="l"/>
                <a:tab pos="2503170" algn="l"/>
                <a:tab pos="3585845" algn="l"/>
              </a:tabLst>
            </a:pPr>
            <a:r>
              <a:rPr lang="es-PE" sz="1800" dirty="0">
                <a:effectLst/>
                <a:latin typeface="Book Antiqua" panose="02040602050305030304" pitchFamily="18" charset="0"/>
                <a:ea typeface="Calibri" panose="020F0502020204030204" pitchFamily="34" charset="0"/>
                <a:cs typeface="Times New Roman" panose="02020603050405020304" pitchFamily="18" charset="0"/>
              </a:rPr>
              <a:t>El arribo al último cielo del Paraíso, que es anterior a la morada del Todopoderoso </a:t>
            </a:r>
          </a:p>
        </p:txBody>
      </p:sp>
      <p:sp>
        <p:nvSpPr>
          <p:cNvPr id="5" name="TextShape 1">
            <a:extLst>
              <a:ext uri="{FF2B5EF4-FFF2-40B4-BE49-F238E27FC236}">
                <a16:creationId xmlns:a16="http://schemas.microsoft.com/office/drawing/2014/main" id="{267468AA-F6E4-4912-AD24-C70D308F9C4C}"/>
              </a:ext>
            </a:extLst>
          </p:cNvPr>
          <p:cNvSpPr txBox="1"/>
          <p:nvPr/>
        </p:nvSpPr>
        <p:spPr>
          <a:xfrm>
            <a:off x="360312" y="336606"/>
            <a:ext cx="9360000" cy="720000"/>
          </a:xfrm>
          <a:prstGeom prst="rect">
            <a:avLst/>
          </a:prstGeom>
          <a:noFill/>
          <a:ln w="0">
            <a:noFill/>
          </a:ln>
        </p:spPr>
        <p:txBody>
          <a:bodyPr lIns="0" tIns="0" rIns="0" bIns="0" anchor="ctr" anchorCtr="0">
            <a:noAutofit/>
          </a:bodyPr>
          <a:lstStyle/>
          <a:p>
            <a:r>
              <a:rPr lang="es-MX" sz="2800" b="1" spc="-1" dirty="0">
                <a:solidFill>
                  <a:schemeClr val="bg1"/>
                </a:solidFill>
                <a:latin typeface="Book Antiqua" panose="02040602050305030304" pitchFamily="18" charset="0"/>
              </a:rPr>
              <a:t>Ejemplo de contexto / </a:t>
            </a:r>
            <a:r>
              <a:rPr lang="es-MX" sz="2800" b="1" spc="-1" dirty="0" err="1">
                <a:solidFill>
                  <a:schemeClr val="bg1"/>
                </a:solidFill>
                <a:latin typeface="Book Antiqua" panose="02040602050305030304" pitchFamily="18" charset="0"/>
              </a:rPr>
              <a:t>cotexto</a:t>
            </a:r>
            <a:endParaRPr lang="es-PE" sz="2800" b="1" strike="noStrike" spc="-1" dirty="0">
              <a:solidFill>
                <a:schemeClr val="bg1"/>
              </a:solidFill>
              <a:latin typeface="Book Antiqua" panose="02040602050305030304" pitchFamily="18" charset="0"/>
            </a:endParaRPr>
          </a:p>
        </p:txBody>
      </p:sp>
    </p:spTree>
    <p:extLst>
      <p:ext uri="{BB962C8B-B14F-4D97-AF65-F5344CB8AC3E}">
        <p14:creationId xmlns:p14="http://schemas.microsoft.com/office/powerpoint/2010/main" val="876352336"/>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54603" y="1129713"/>
            <a:ext cx="8783644" cy="1235904"/>
          </a:xfrm>
          <a:prstGeom prst="rect">
            <a:avLst/>
          </a:prstGeom>
        </p:spPr>
        <p:txBody>
          <a:bodyPr vert="horz" wrap="square" lIns="0" tIns="180773" rIns="0" bIns="0" rtlCol="0">
            <a:spAutoFit/>
          </a:bodyPr>
          <a:lstStyle/>
          <a:p>
            <a:pPr marL="12686" marR="5074">
              <a:lnSpc>
                <a:spcPct val="150000"/>
              </a:lnSpc>
              <a:spcBef>
                <a:spcPts val="1423"/>
              </a:spcBef>
            </a:pPr>
            <a:r>
              <a:rPr sz="2400" dirty="0">
                <a:latin typeface="Book Antiqua" panose="02040602050305030304" pitchFamily="18" charset="0"/>
                <a:cs typeface="Arial"/>
              </a:rPr>
              <a:t>Las</a:t>
            </a:r>
            <a:r>
              <a:rPr sz="2400" spc="-120" dirty="0">
                <a:latin typeface="Book Antiqua" panose="02040602050305030304" pitchFamily="18" charset="0"/>
                <a:cs typeface="Arial"/>
              </a:rPr>
              <a:t> </a:t>
            </a:r>
            <a:r>
              <a:rPr sz="2400" dirty="0">
                <a:latin typeface="Book Antiqua" panose="02040602050305030304" pitchFamily="18" charset="0"/>
                <a:cs typeface="Arial"/>
              </a:rPr>
              <a:t>pruebas</a:t>
            </a:r>
            <a:r>
              <a:rPr sz="2400" spc="-70" dirty="0">
                <a:latin typeface="Book Antiqua" panose="02040602050305030304" pitchFamily="18" charset="0"/>
                <a:cs typeface="Arial"/>
              </a:rPr>
              <a:t> </a:t>
            </a:r>
            <a:r>
              <a:rPr sz="2400" dirty="0">
                <a:latin typeface="Book Antiqua" panose="02040602050305030304" pitchFamily="18" charset="0"/>
                <a:cs typeface="Arial"/>
              </a:rPr>
              <a:t>de</a:t>
            </a:r>
            <a:r>
              <a:rPr sz="2400" spc="-100" dirty="0">
                <a:latin typeface="Book Antiqua" panose="02040602050305030304" pitchFamily="18" charset="0"/>
                <a:cs typeface="Arial"/>
              </a:rPr>
              <a:t> </a:t>
            </a:r>
            <a:r>
              <a:rPr sz="2400" dirty="0">
                <a:latin typeface="Book Antiqua" panose="02040602050305030304" pitchFamily="18" charset="0"/>
                <a:cs typeface="Arial"/>
              </a:rPr>
              <a:t>opción</a:t>
            </a:r>
            <a:r>
              <a:rPr sz="2400" spc="-90" dirty="0">
                <a:latin typeface="Book Antiqua" panose="02040602050305030304" pitchFamily="18" charset="0"/>
                <a:cs typeface="Arial"/>
              </a:rPr>
              <a:t> </a:t>
            </a:r>
            <a:r>
              <a:rPr sz="2400" dirty="0">
                <a:latin typeface="Book Antiqua" panose="02040602050305030304" pitchFamily="18" charset="0"/>
                <a:cs typeface="Arial"/>
              </a:rPr>
              <a:t>múltiple</a:t>
            </a:r>
            <a:r>
              <a:rPr sz="2400" spc="-80" dirty="0">
                <a:latin typeface="Book Antiqua" panose="02040602050305030304" pitchFamily="18" charset="0"/>
                <a:cs typeface="Arial"/>
              </a:rPr>
              <a:t> </a:t>
            </a:r>
            <a:r>
              <a:rPr sz="2400" spc="-10" dirty="0">
                <a:latin typeface="Book Antiqua" panose="02040602050305030304" pitchFamily="18" charset="0"/>
                <a:cs typeface="Arial"/>
              </a:rPr>
              <a:t>satisfacen </a:t>
            </a:r>
            <a:r>
              <a:rPr sz="2400" dirty="0">
                <a:latin typeface="Book Antiqua" panose="02040602050305030304" pitchFamily="18" charset="0"/>
                <a:cs typeface="Arial"/>
              </a:rPr>
              <a:t>varias</a:t>
            </a:r>
            <a:r>
              <a:rPr sz="2400" spc="-105" dirty="0">
                <a:latin typeface="Book Antiqua" panose="02040602050305030304" pitchFamily="18" charset="0"/>
                <a:cs typeface="Arial"/>
              </a:rPr>
              <a:t> </a:t>
            </a:r>
            <a:r>
              <a:rPr sz="2400" dirty="0">
                <a:latin typeface="Book Antiqua" panose="02040602050305030304" pitchFamily="18" charset="0"/>
                <a:cs typeface="Arial"/>
              </a:rPr>
              <a:t>necesidades,</a:t>
            </a:r>
            <a:r>
              <a:rPr sz="2400" spc="-60" dirty="0">
                <a:latin typeface="Book Antiqua" panose="02040602050305030304" pitchFamily="18" charset="0"/>
                <a:cs typeface="Arial"/>
              </a:rPr>
              <a:t> </a:t>
            </a:r>
            <a:r>
              <a:rPr sz="2400" dirty="0">
                <a:latin typeface="Book Antiqua" panose="02040602050305030304" pitchFamily="18" charset="0"/>
                <a:cs typeface="Arial"/>
              </a:rPr>
              <a:t>entre</a:t>
            </a:r>
            <a:r>
              <a:rPr sz="2400" spc="-105" dirty="0">
                <a:latin typeface="Book Antiqua" panose="02040602050305030304" pitchFamily="18" charset="0"/>
                <a:cs typeface="Arial"/>
              </a:rPr>
              <a:t> </a:t>
            </a:r>
            <a:r>
              <a:rPr sz="2400" dirty="0">
                <a:latin typeface="Book Antiqua" panose="02040602050305030304" pitchFamily="18" charset="0"/>
                <a:cs typeface="Arial"/>
              </a:rPr>
              <a:t>las</a:t>
            </a:r>
            <a:r>
              <a:rPr sz="2400" spc="-120" dirty="0">
                <a:latin typeface="Book Antiqua" panose="02040602050305030304" pitchFamily="18" charset="0"/>
                <a:cs typeface="Arial"/>
              </a:rPr>
              <a:t> </a:t>
            </a:r>
            <a:r>
              <a:rPr sz="2400" dirty="0">
                <a:latin typeface="Book Antiqua" panose="02040602050305030304" pitchFamily="18" charset="0"/>
                <a:cs typeface="Arial"/>
              </a:rPr>
              <a:t>que</a:t>
            </a:r>
            <a:r>
              <a:rPr sz="2400" spc="-70" dirty="0">
                <a:latin typeface="Book Antiqua" panose="02040602050305030304" pitchFamily="18" charset="0"/>
                <a:cs typeface="Arial"/>
              </a:rPr>
              <a:t> </a:t>
            </a:r>
            <a:r>
              <a:rPr sz="2400" spc="-10" dirty="0">
                <a:latin typeface="Book Antiqua" panose="02040602050305030304" pitchFamily="18" charset="0"/>
                <a:cs typeface="Arial"/>
              </a:rPr>
              <a:t>resaltan</a:t>
            </a:r>
            <a:endParaRPr sz="2400" dirty="0">
              <a:latin typeface="Book Antiqua" panose="02040602050305030304" pitchFamily="18" charset="0"/>
              <a:cs typeface="Arial"/>
            </a:endParaRPr>
          </a:p>
        </p:txBody>
      </p:sp>
      <p:sp>
        <p:nvSpPr>
          <p:cNvPr id="5" name="object 5"/>
          <p:cNvSpPr txBox="1"/>
          <p:nvPr/>
        </p:nvSpPr>
        <p:spPr>
          <a:xfrm>
            <a:off x="350931" y="3664290"/>
            <a:ext cx="9260630" cy="927035"/>
          </a:xfrm>
          <a:prstGeom prst="rect">
            <a:avLst/>
          </a:prstGeom>
        </p:spPr>
        <p:txBody>
          <a:bodyPr vert="horz" wrap="square" lIns="0" tIns="12686" rIns="0" bIns="0" rtlCol="0">
            <a:spAutoFit/>
          </a:bodyPr>
          <a:lstStyle/>
          <a:p>
            <a:pPr marL="12686">
              <a:lnSpc>
                <a:spcPts val="3666"/>
              </a:lnSpc>
              <a:spcBef>
                <a:spcPts val="100"/>
              </a:spcBef>
            </a:pPr>
            <a:r>
              <a:rPr sz="2400" dirty="0">
                <a:latin typeface="Book Antiqua" panose="02040602050305030304" pitchFamily="18" charset="0"/>
                <a:cs typeface="Arial"/>
              </a:rPr>
              <a:t>Dada</a:t>
            </a:r>
            <a:r>
              <a:rPr lang="es-MX" sz="2400" dirty="0">
                <a:latin typeface="Book Antiqua" panose="02040602050305030304" pitchFamily="18" charset="0"/>
                <a:cs typeface="Arial"/>
              </a:rPr>
              <a:t>s</a:t>
            </a:r>
            <a:r>
              <a:rPr sz="2400" spc="-25" dirty="0">
                <a:latin typeface="Book Antiqua" panose="02040602050305030304" pitchFamily="18" charset="0"/>
                <a:cs typeface="Arial"/>
              </a:rPr>
              <a:t> </a:t>
            </a:r>
            <a:r>
              <a:rPr sz="2400" dirty="0">
                <a:latin typeface="Book Antiqua" panose="02040602050305030304" pitchFamily="18" charset="0"/>
                <a:cs typeface="Arial"/>
              </a:rPr>
              <a:t>las</a:t>
            </a:r>
            <a:r>
              <a:rPr sz="2400" spc="-10" dirty="0">
                <a:latin typeface="Book Antiqua" panose="02040602050305030304" pitchFamily="18" charset="0"/>
                <a:cs typeface="Arial"/>
              </a:rPr>
              <a:t> </a:t>
            </a:r>
            <a:r>
              <a:rPr sz="2400" dirty="0">
                <a:latin typeface="Book Antiqua" panose="02040602050305030304" pitchFamily="18" charset="0"/>
                <a:cs typeface="Arial"/>
              </a:rPr>
              <a:t>características</a:t>
            </a:r>
            <a:r>
              <a:rPr sz="2400" spc="-20" dirty="0">
                <a:latin typeface="Book Antiqua" panose="02040602050305030304" pitchFamily="18" charset="0"/>
                <a:cs typeface="Arial"/>
              </a:rPr>
              <a:t> </a:t>
            </a:r>
            <a:r>
              <a:rPr sz="2400" dirty="0">
                <a:latin typeface="Book Antiqua" panose="02040602050305030304" pitchFamily="18" charset="0"/>
                <a:cs typeface="Arial"/>
              </a:rPr>
              <a:t>de</a:t>
            </a:r>
            <a:r>
              <a:rPr sz="2400" spc="-10" dirty="0">
                <a:latin typeface="Book Antiqua" panose="02040602050305030304" pitchFamily="18" charset="0"/>
                <a:cs typeface="Arial"/>
              </a:rPr>
              <a:t> </a:t>
            </a:r>
            <a:r>
              <a:rPr sz="2400" dirty="0">
                <a:latin typeface="Book Antiqua" panose="02040602050305030304" pitchFamily="18" charset="0"/>
                <a:cs typeface="Arial"/>
              </a:rPr>
              <a:t>este</a:t>
            </a:r>
            <a:r>
              <a:rPr sz="2400" spc="-10" dirty="0">
                <a:latin typeface="Book Antiqua" panose="02040602050305030304" pitchFamily="18" charset="0"/>
                <a:cs typeface="Arial"/>
              </a:rPr>
              <a:t> </a:t>
            </a:r>
            <a:r>
              <a:rPr lang="es-PE" sz="2400" dirty="0">
                <a:latin typeface="Book Antiqua" panose="02040602050305030304" pitchFamily="18" charset="0"/>
                <a:cs typeface="Arial"/>
              </a:rPr>
              <a:t>tipo</a:t>
            </a:r>
            <a:r>
              <a:rPr sz="2400" spc="-5" dirty="0">
                <a:latin typeface="Book Antiqua" panose="02040602050305030304" pitchFamily="18" charset="0"/>
                <a:cs typeface="Arial"/>
              </a:rPr>
              <a:t> </a:t>
            </a:r>
            <a:r>
              <a:rPr sz="2400" spc="-25" dirty="0">
                <a:latin typeface="Book Antiqua" panose="02040602050305030304" pitchFamily="18" charset="0"/>
                <a:cs typeface="Arial"/>
              </a:rPr>
              <a:t>de</a:t>
            </a:r>
            <a:r>
              <a:rPr lang="es-MX" sz="2400" spc="-25" dirty="0">
                <a:latin typeface="Book Antiqua" panose="02040602050305030304" pitchFamily="18" charset="0"/>
                <a:cs typeface="Arial"/>
              </a:rPr>
              <a:t> </a:t>
            </a:r>
            <a:r>
              <a:rPr lang="es-PE" sz="2400" dirty="0">
                <a:latin typeface="Book Antiqua" panose="02040602050305030304" pitchFamily="18" charset="0"/>
                <a:cs typeface="Arial"/>
              </a:rPr>
              <a:t>prueba</a:t>
            </a:r>
            <a:r>
              <a:rPr sz="2400" dirty="0">
                <a:latin typeface="Book Antiqua" panose="02040602050305030304" pitchFamily="18" charset="0"/>
                <a:cs typeface="Arial"/>
              </a:rPr>
              <a:t>,</a:t>
            </a:r>
            <a:r>
              <a:rPr sz="2400" spc="-35" dirty="0">
                <a:latin typeface="Book Antiqua" panose="02040602050305030304" pitchFamily="18" charset="0"/>
                <a:cs typeface="Arial"/>
              </a:rPr>
              <a:t> </a:t>
            </a:r>
            <a:r>
              <a:rPr sz="2400" dirty="0">
                <a:latin typeface="Book Antiqua" panose="02040602050305030304" pitchFamily="18" charset="0"/>
                <a:cs typeface="Arial"/>
              </a:rPr>
              <a:t>es</a:t>
            </a:r>
            <a:r>
              <a:rPr sz="2400" spc="-10" dirty="0">
                <a:latin typeface="Book Antiqua" panose="02040602050305030304" pitchFamily="18" charset="0"/>
                <a:cs typeface="Arial"/>
              </a:rPr>
              <a:t> </a:t>
            </a:r>
            <a:r>
              <a:rPr sz="2400" dirty="0">
                <a:latin typeface="Book Antiqua" panose="02040602050305030304" pitchFamily="18" charset="0"/>
                <a:cs typeface="Arial"/>
              </a:rPr>
              <a:t>importante</a:t>
            </a:r>
            <a:r>
              <a:rPr sz="2400" spc="-10" dirty="0">
                <a:latin typeface="Book Antiqua" panose="02040602050305030304" pitchFamily="18" charset="0"/>
                <a:cs typeface="Arial"/>
              </a:rPr>
              <a:t> </a:t>
            </a:r>
            <a:r>
              <a:rPr lang="es-PE" sz="2400" dirty="0">
                <a:latin typeface="Book Antiqua" panose="02040602050305030304" pitchFamily="18" charset="0"/>
                <a:cs typeface="Arial"/>
              </a:rPr>
              <a:t>recordar</a:t>
            </a:r>
            <a:r>
              <a:rPr sz="2400" spc="-25" dirty="0">
                <a:latin typeface="Book Antiqua" panose="02040602050305030304" pitchFamily="18" charset="0"/>
                <a:cs typeface="Arial"/>
              </a:rPr>
              <a:t> </a:t>
            </a:r>
            <a:r>
              <a:rPr sz="2400" dirty="0">
                <a:latin typeface="Book Antiqua" panose="02040602050305030304" pitchFamily="18" charset="0"/>
                <a:cs typeface="Arial"/>
              </a:rPr>
              <a:t>que</a:t>
            </a:r>
            <a:r>
              <a:rPr sz="2400" spc="-25" dirty="0">
                <a:latin typeface="Book Antiqua" panose="02040602050305030304" pitchFamily="18" charset="0"/>
                <a:cs typeface="Arial"/>
              </a:rPr>
              <a:t> </a:t>
            </a:r>
            <a:r>
              <a:rPr sz="2400" cap="small" dirty="0">
                <a:solidFill>
                  <a:srgbClr val="C00000"/>
                </a:solidFill>
                <a:latin typeface="Book Antiqua" panose="02040602050305030304" pitchFamily="18" charset="0"/>
                <a:cs typeface="Arial"/>
              </a:rPr>
              <a:t>no</a:t>
            </a:r>
            <a:r>
              <a:rPr sz="2400" cap="small" spc="-10" dirty="0">
                <a:solidFill>
                  <a:srgbClr val="C00000"/>
                </a:solidFill>
                <a:latin typeface="Book Antiqua" panose="02040602050305030304" pitchFamily="18" charset="0"/>
                <a:cs typeface="Arial"/>
              </a:rPr>
              <a:t> </a:t>
            </a:r>
            <a:r>
              <a:rPr sz="2400" cap="small" spc="-25" dirty="0">
                <a:solidFill>
                  <a:srgbClr val="C00000"/>
                </a:solidFill>
                <a:latin typeface="Book Antiqua" panose="02040602050305030304" pitchFamily="18" charset="0"/>
                <a:cs typeface="Arial"/>
              </a:rPr>
              <a:t>se </a:t>
            </a:r>
            <a:r>
              <a:rPr sz="2400" cap="small" dirty="0">
                <a:solidFill>
                  <a:srgbClr val="C00000"/>
                </a:solidFill>
                <a:latin typeface="Book Antiqua" panose="02040602050305030304" pitchFamily="18" charset="0"/>
                <a:cs typeface="Arial"/>
              </a:rPr>
              <a:t>pueden</a:t>
            </a:r>
            <a:r>
              <a:rPr sz="2400" cap="small" spc="-35" dirty="0">
                <a:solidFill>
                  <a:srgbClr val="C00000"/>
                </a:solidFill>
                <a:latin typeface="Book Antiqua" panose="02040602050305030304" pitchFamily="18" charset="0"/>
                <a:cs typeface="Arial"/>
              </a:rPr>
              <a:t> </a:t>
            </a:r>
            <a:r>
              <a:rPr sz="2400" cap="small" dirty="0">
                <a:solidFill>
                  <a:srgbClr val="C00000"/>
                </a:solidFill>
                <a:latin typeface="Book Antiqua" panose="02040602050305030304" pitchFamily="18" charset="0"/>
                <a:cs typeface="Arial"/>
              </a:rPr>
              <a:t>evaluar</a:t>
            </a:r>
            <a:r>
              <a:rPr sz="2400" cap="small" spc="-10" dirty="0">
                <a:solidFill>
                  <a:srgbClr val="C00000"/>
                </a:solidFill>
                <a:latin typeface="Book Antiqua" panose="02040602050305030304" pitchFamily="18" charset="0"/>
                <a:cs typeface="Arial"/>
              </a:rPr>
              <a:t> </a:t>
            </a:r>
            <a:r>
              <a:rPr sz="2400" cap="small" dirty="0">
                <a:solidFill>
                  <a:srgbClr val="C00000"/>
                </a:solidFill>
                <a:latin typeface="Book Antiqua" panose="02040602050305030304" pitchFamily="18" charset="0"/>
                <a:cs typeface="Arial"/>
              </a:rPr>
              <a:t>todas</a:t>
            </a:r>
            <a:r>
              <a:rPr sz="2400" cap="small" spc="-15" dirty="0">
                <a:solidFill>
                  <a:srgbClr val="C00000"/>
                </a:solidFill>
                <a:latin typeface="Book Antiqua" panose="02040602050305030304" pitchFamily="18" charset="0"/>
                <a:cs typeface="Arial"/>
              </a:rPr>
              <a:t> </a:t>
            </a:r>
            <a:r>
              <a:rPr sz="2400" cap="small" dirty="0">
                <a:solidFill>
                  <a:srgbClr val="C00000"/>
                </a:solidFill>
                <a:latin typeface="Book Antiqua" panose="02040602050305030304" pitchFamily="18" charset="0"/>
                <a:cs typeface="Arial"/>
              </a:rPr>
              <a:t>las</a:t>
            </a:r>
            <a:r>
              <a:rPr sz="2400" cap="small" spc="-25" dirty="0">
                <a:solidFill>
                  <a:srgbClr val="C00000"/>
                </a:solidFill>
                <a:latin typeface="Book Antiqua" panose="02040602050305030304" pitchFamily="18" charset="0"/>
                <a:cs typeface="Arial"/>
              </a:rPr>
              <a:t> </a:t>
            </a:r>
            <a:r>
              <a:rPr sz="2400" cap="small" spc="-10" dirty="0">
                <a:solidFill>
                  <a:srgbClr val="C00000"/>
                </a:solidFill>
                <a:latin typeface="Book Antiqua" panose="02040602050305030304" pitchFamily="18" charset="0"/>
                <a:cs typeface="Arial"/>
              </a:rPr>
              <a:t>competencias</a:t>
            </a:r>
            <a:r>
              <a:rPr sz="2400" spc="-10" dirty="0">
                <a:latin typeface="Book Antiqua" panose="02040602050305030304" pitchFamily="18" charset="0"/>
                <a:cs typeface="Arial"/>
              </a:rPr>
              <a:t>.</a:t>
            </a:r>
            <a:endParaRPr sz="2400" dirty="0">
              <a:latin typeface="Book Antiqua" panose="02040602050305030304" pitchFamily="18" charset="0"/>
              <a:cs typeface="Arial"/>
            </a:endParaRPr>
          </a:p>
        </p:txBody>
      </p:sp>
      <p:sp>
        <p:nvSpPr>
          <p:cNvPr id="8" name="TextShape 1">
            <a:extLst>
              <a:ext uri="{FF2B5EF4-FFF2-40B4-BE49-F238E27FC236}">
                <a16:creationId xmlns:a16="http://schemas.microsoft.com/office/drawing/2014/main" id="{15BE6E32-5E90-277D-7040-30D48F0FCE16}"/>
              </a:ext>
            </a:extLst>
          </p:cNvPr>
          <p:cNvSpPr txBox="1"/>
          <p:nvPr/>
        </p:nvSpPr>
        <p:spPr>
          <a:xfrm>
            <a:off x="350874" y="182013"/>
            <a:ext cx="9369126" cy="892731"/>
          </a:xfrm>
          <a:prstGeom prst="rect">
            <a:avLst/>
          </a:prstGeom>
          <a:noFill/>
          <a:ln w="0">
            <a:noFill/>
          </a:ln>
        </p:spPr>
        <p:txBody>
          <a:bodyPr lIns="0" tIns="0" rIns="0" bIns="0" anchor="ctr" anchorCtr="0">
            <a:noAutofit/>
          </a:bodyPr>
          <a:lstStyle/>
          <a:p>
            <a:r>
              <a:rPr lang="es-PE" sz="2800" b="1" strike="noStrike" spc="-1" dirty="0">
                <a:solidFill>
                  <a:srgbClr val="FFFFFF"/>
                </a:solidFill>
                <a:latin typeface="Book Antiqua" panose="02040602050305030304" pitchFamily="18" charset="0"/>
              </a:rPr>
              <a:t>Naturaleza del tipo de prueba</a:t>
            </a:r>
          </a:p>
        </p:txBody>
      </p:sp>
      <p:sp>
        <p:nvSpPr>
          <p:cNvPr id="2" name="CuadroTexto 1">
            <a:extLst>
              <a:ext uri="{FF2B5EF4-FFF2-40B4-BE49-F238E27FC236}">
                <a16:creationId xmlns:a16="http://schemas.microsoft.com/office/drawing/2014/main" id="{05C65140-9427-E115-3E9A-54672672DDE4}"/>
              </a:ext>
            </a:extLst>
          </p:cNvPr>
          <p:cNvSpPr txBox="1"/>
          <p:nvPr/>
        </p:nvSpPr>
        <p:spPr>
          <a:xfrm>
            <a:off x="552540" y="2639806"/>
            <a:ext cx="8253046" cy="824841"/>
          </a:xfrm>
          <a:prstGeom prst="rect">
            <a:avLst/>
          </a:prstGeom>
          <a:noFill/>
        </p:spPr>
        <p:txBody>
          <a:bodyPr wrap="square" rtlCol="0">
            <a:spAutoFit/>
          </a:bodyPr>
          <a:lstStyle/>
          <a:p>
            <a:pPr marL="12686">
              <a:lnSpc>
                <a:spcPts val="1858"/>
              </a:lnSpc>
            </a:pPr>
            <a:r>
              <a:rPr lang="es-MX" sz="1800" spc="-10" dirty="0">
                <a:solidFill>
                  <a:schemeClr val="tx2"/>
                </a:solidFill>
                <a:latin typeface="Calibri" panose="020F0502020204030204" pitchFamily="34" charset="0"/>
                <a:cs typeface="Calibri" panose="020F0502020204030204" pitchFamily="34" charset="0"/>
              </a:rPr>
              <a:t>— </a:t>
            </a:r>
            <a:r>
              <a:rPr lang="es-MX" sz="1800" spc="-10" dirty="0">
                <a:solidFill>
                  <a:schemeClr val="tx2"/>
                </a:solidFill>
                <a:latin typeface="Book Antiqua" panose="02040602050305030304" pitchFamily="18" charset="0"/>
                <a:cs typeface="Arial"/>
              </a:rPr>
              <a:t>Permitir evaluar un número elevado de participantes</a:t>
            </a:r>
          </a:p>
          <a:p>
            <a:pPr marL="12686">
              <a:lnSpc>
                <a:spcPts val="1858"/>
              </a:lnSpc>
            </a:pPr>
            <a:r>
              <a:rPr lang="es-MX" sz="1800" spc="-10" dirty="0">
                <a:solidFill>
                  <a:schemeClr val="tx2"/>
                </a:solidFill>
                <a:latin typeface="Calibri" panose="020F0502020204030204" pitchFamily="34" charset="0"/>
                <a:cs typeface="Calibri" panose="020F0502020204030204" pitchFamily="34" charset="0"/>
              </a:rPr>
              <a:t>— </a:t>
            </a:r>
            <a:r>
              <a:rPr lang="es-MX" spc="-10" dirty="0">
                <a:solidFill>
                  <a:schemeClr val="tx2"/>
                </a:solidFill>
                <a:latin typeface="Book Antiqua" panose="02040602050305030304" pitchFamily="18" charset="0"/>
                <a:cs typeface="Arial"/>
              </a:rPr>
              <a:t>Admitir la m</a:t>
            </a:r>
            <a:r>
              <a:rPr lang="es-MX" sz="1800" dirty="0">
                <a:solidFill>
                  <a:schemeClr val="tx2"/>
                </a:solidFill>
                <a:latin typeface="Book Antiqua" panose="02040602050305030304" pitchFamily="18" charset="0"/>
                <a:cs typeface="Arial"/>
              </a:rPr>
              <a:t>edición de distintos tipos de conocimiento</a:t>
            </a:r>
            <a:endParaRPr lang="es-MX" sz="1800" spc="-10" dirty="0">
              <a:solidFill>
                <a:schemeClr val="tx2"/>
              </a:solidFill>
              <a:latin typeface="Book Antiqua" panose="02040602050305030304" pitchFamily="18" charset="0"/>
              <a:cs typeface="Arial"/>
            </a:endParaRPr>
          </a:p>
          <a:p>
            <a:pPr marL="12686">
              <a:lnSpc>
                <a:spcPts val="1858"/>
              </a:lnSpc>
            </a:pPr>
            <a:r>
              <a:rPr lang="es-MX" sz="1800" spc="-10" dirty="0">
                <a:solidFill>
                  <a:schemeClr val="tx2"/>
                </a:solidFill>
                <a:latin typeface="Calibri" panose="020F0502020204030204" pitchFamily="34" charset="0"/>
                <a:cs typeface="Calibri" panose="020F0502020204030204" pitchFamily="34" charset="0"/>
              </a:rPr>
              <a:t>— </a:t>
            </a:r>
            <a:r>
              <a:rPr lang="es-MX" sz="1800" dirty="0">
                <a:solidFill>
                  <a:schemeClr val="tx2"/>
                </a:solidFill>
                <a:latin typeface="Book Antiqua" panose="02040602050305030304" pitchFamily="18" charset="0"/>
                <a:cs typeface="Arial"/>
              </a:rPr>
              <a:t>Presentar</a:t>
            </a:r>
            <a:r>
              <a:rPr lang="es-MX" sz="1800" spc="-35" dirty="0">
                <a:solidFill>
                  <a:schemeClr val="tx2"/>
                </a:solidFill>
                <a:latin typeface="Book Antiqua" panose="02040602050305030304" pitchFamily="18" charset="0"/>
                <a:cs typeface="Arial"/>
              </a:rPr>
              <a:t> un diseño que no</a:t>
            </a:r>
            <a:r>
              <a:rPr lang="es-MX" sz="1800" dirty="0">
                <a:solidFill>
                  <a:schemeClr val="tx2"/>
                </a:solidFill>
                <a:latin typeface="Book Antiqua" panose="02040602050305030304" pitchFamily="18" charset="0"/>
                <a:cs typeface="Arial"/>
              </a:rPr>
              <a:t> entraña dificultades de comprensión</a:t>
            </a:r>
          </a:p>
        </p:txBody>
      </p:sp>
      <p:pic>
        <p:nvPicPr>
          <p:cNvPr id="9" name="Gráfico 8" descr="Advertencia con relleno sólido">
            <a:extLst>
              <a:ext uri="{FF2B5EF4-FFF2-40B4-BE49-F238E27FC236}">
                <a16:creationId xmlns:a16="http://schemas.microsoft.com/office/drawing/2014/main" id="{0D4FBD44-2EDD-E09F-9D32-4E931F72EADE}"/>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007195" y="3265005"/>
            <a:ext cx="914400" cy="914400"/>
          </a:xfrm>
          <a:prstGeom prst="rect">
            <a:avLst/>
          </a:prstGeom>
          <a:effectLst>
            <a:innerShdw blurRad="63500" dist="50800" dir="5400000">
              <a:prstClr val="black">
                <a:alpha val="50000"/>
              </a:prstClr>
            </a:innerShdw>
          </a:effectLst>
        </p:spPr>
      </p:pic>
    </p:spTree>
    <p:extLst>
      <p:ext uri="{BB962C8B-B14F-4D97-AF65-F5344CB8AC3E}">
        <p14:creationId xmlns:p14="http://schemas.microsoft.com/office/powerpoint/2010/main" val="209787271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extShape 1"/>
          <p:cNvSpPr txBox="1"/>
          <p:nvPr/>
        </p:nvSpPr>
        <p:spPr>
          <a:xfrm>
            <a:off x="360000" y="270000"/>
            <a:ext cx="9360000" cy="720000"/>
          </a:xfrm>
          <a:prstGeom prst="rect">
            <a:avLst/>
          </a:prstGeom>
          <a:noFill/>
          <a:ln w="0">
            <a:noFill/>
          </a:ln>
        </p:spPr>
        <p:txBody>
          <a:bodyPr lIns="0" tIns="0" rIns="0" bIns="0" anchor="ctr" anchorCtr="0">
            <a:noAutofit/>
          </a:bodyPr>
          <a:lstStyle/>
          <a:p>
            <a:r>
              <a:rPr lang="es-MX" sz="2800" b="1" strike="noStrike" spc="-1" dirty="0">
                <a:solidFill>
                  <a:srgbClr val="FFFFFF"/>
                </a:solidFill>
                <a:latin typeface="Book Antiqua" panose="02040602050305030304" pitchFamily="18" charset="0"/>
              </a:rPr>
              <a:t>Taxonomía de Bloom</a:t>
            </a:r>
            <a:endParaRPr lang="es-PE" sz="2800" b="1" strike="noStrike" spc="-1" dirty="0">
              <a:solidFill>
                <a:srgbClr val="FFFFFF"/>
              </a:solidFill>
              <a:latin typeface="Book Antiqua" panose="02040602050305030304" pitchFamily="18" charset="0"/>
            </a:endParaRPr>
          </a:p>
        </p:txBody>
      </p:sp>
      <p:sp>
        <p:nvSpPr>
          <p:cNvPr id="2" name="Marcador de contenido 4">
            <a:extLst>
              <a:ext uri="{FF2B5EF4-FFF2-40B4-BE49-F238E27FC236}">
                <a16:creationId xmlns:a16="http://schemas.microsoft.com/office/drawing/2014/main" id="{9F7FAEF6-5FFE-2745-FA8B-144D18EE53E0}"/>
              </a:ext>
            </a:extLst>
          </p:cNvPr>
          <p:cNvSpPr txBox="1">
            <a:spLocks/>
          </p:cNvSpPr>
          <p:nvPr/>
        </p:nvSpPr>
        <p:spPr>
          <a:xfrm>
            <a:off x="360000" y="1217666"/>
            <a:ext cx="4285152" cy="3906142"/>
          </a:xfrm>
          <a:prstGeom prst="rect">
            <a:avLst/>
          </a:prstGeom>
        </p:spPr>
        <p:txBody>
          <a:bodyPr anchor="ctr" anchorCtr="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PE" sz="2700" dirty="0">
                <a:latin typeface="Book Antiqua" panose="02040602050305030304" pitchFamily="18" charset="0"/>
              </a:rPr>
              <a:t>Herramienta educativa que permite:</a:t>
            </a:r>
          </a:p>
          <a:p>
            <a:pPr marL="514350" indent="-514350">
              <a:buFont typeface="Arial" panose="020B0604020202020204" pitchFamily="34" charset="0"/>
              <a:buAutoNum type="arabicPeriod"/>
            </a:pPr>
            <a:r>
              <a:rPr lang="es-PE" sz="2700" dirty="0">
                <a:solidFill>
                  <a:srgbClr val="00B050"/>
                </a:solidFill>
                <a:latin typeface="Book Antiqua" panose="02040602050305030304" pitchFamily="18" charset="0"/>
              </a:rPr>
              <a:t>Clasificar y organizar los objetivos de aprendizaje en distintos niveles de complejidad cognitiva.</a:t>
            </a:r>
          </a:p>
          <a:p>
            <a:pPr marL="514350" indent="-514350">
              <a:buFont typeface="Arial" panose="020B0604020202020204" pitchFamily="34" charset="0"/>
              <a:buAutoNum type="arabicPeriod"/>
            </a:pPr>
            <a:r>
              <a:rPr lang="es-PE" sz="2700" dirty="0">
                <a:solidFill>
                  <a:srgbClr val="FF0000"/>
                </a:solidFill>
                <a:latin typeface="Book Antiqua" panose="02040602050305030304" pitchFamily="18" charset="0"/>
              </a:rPr>
              <a:t>Construir actividades de aprendizaje (preguntas) asociadas con habilidades/destrezas cognitivas.</a:t>
            </a:r>
          </a:p>
          <a:p>
            <a:pPr marL="514350" indent="-514350">
              <a:buFont typeface="Arial" panose="020B0604020202020204" pitchFamily="34" charset="0"/>
              <a:buAutoNum type="arabicPeriod"/>
            </a:pPr>
            <a:r>
              <a:rPr lang="es-PE" sz="2700" dirty="0">
                <a:solidFill>
                  <a:srgbClr val="0070C0"/>
                </a:solidFill>
                <a:latin typeface="Book Antiqua" panose="02040602050305030304" pitchFamily="18" charset="0"/>
              </a:rPr>
              <a:t>Traducir los requerimientos de las capacidades en ítems aplicables en un examen de </a:t>
            </a:r>
            <a:r>
              <a:rPr lang="es-PE" sz="2700" dirty="0" err="1">
                <a:solidFill>
                  <a:srgbClr val="0070C0"/>
                </a:solidFill>
                <a:latin typeface="Book Antiqua" panose="02040602050305030304" pitchFamily="18" charset="0"/>
              </a:rPr>
              <a:t>multiple</a:t>
            </a:r>
            <a:r>
              <a:rPr lang="es-PE" sz="2700" dirty="0">
                <a:solidFill>
                  <a:srgbClr val="0070C0"/>
                </a:solidFill>
                <a:latin typeface="Book Antiqua" panose="02040602050305030304" pitchFamily="18" charset="0"/>
              </a:rPr>
              <a:t> </a:t>
            </a:r>
            <a:r>
              <a:rPr lang="es-PE" sz="2700" dirty="0" err="1">
                <a:solidFill>
                  <a:srgbClr val="0070C0"/>
                </a:solidFill>
                <a:latin typeface="Book Antiqua" panose="02040602050305030304" pitchFamily="18" charset="0"/>
              </a:rPr>
              <a:t>choice</a:t>
            </a:r>
            <a:r>
              <a:rPr lang="es-PE" sz="2700" dirty="0">
                <a:solidFill>
                  <a:srgbClr val="0070C0"/>
                </a:solidFill>
                <a:latin typeface="Book Antiqua" panose="02040602050305030304" pitchFamily="18" charset="0"/>
              </a:rPr>
              <a:t>.</a:t>
            </a:r>
          </a:p>
        </p:txBody>
      </p:sp>
      <p:pic>
        <p:nvPicPr>
          <p:cNvPr id="3" name="Imagen 2" descr="Gráfico, Gráfico de embudo&#10;&#10;Descripción generada automáticamente">
            <a:extLst>
              <a:ext uri="{FF2B5EF4-FFF2-40B4-BE49-F238E27FC236}">
                <a16:creationId xmlns:a16="http://schemas.microsoft.com/office/drawing/2014/main" id="{4523446E-8D5F-7A58-8988-921D07A8A2A6}"/>
              </a:ext>
            </a:extLst>
          </p:cNvPr>
          <p:cNvPicPr>
            <a:picLocks noChangeAspect="1"/>
          </p:cNvPicPr>
          <p:nvPr/>
        </p:nvPicPr>
        <p:blipFill>
          <a:blip r:embed="rId2"/>
          <a:srcRect l="3862" r="20562"/>
          <a:stretch/>
        </p:blipFill>
        <p:spPr>
          <a:xfrm>
            <a:off x="4900246" y="1217665"/>
            <a:ext cx="4819753" cy="3906143"/>
          </a:xfrm>
          <a:prstGeom prst="rect">
            <a:avLst/>
          </a:prstGeom>
        </p:spPr>
      </p:pic>
      <p:sp>
        <p:nvSpPr>
          <p:cNvPr id="4" name="CuadroTexto 3">
            <a:extLst>
              <a:ext uri="{FF2B5EF4-FFF2-40B4-BE49-F238E27FC236}">
                <a16:creationId xmlns:a16="http://schemas.microsoft.com/office/drawing/2014/main" id="{5392C209-1714-C7AC-667D-3B40159B1582}"/>
              </a:ext>
            </a:extLst>
          </p:cNvPr>
          <p:cNvSpPr txBox="1"/>
          <p:nvPr/>
        </p:nvSpPr>
        <p:spPr>
          <a:xfrm>
            <a:off x="1349063" y="5161162"/>
            <a:ext cx="2519551" cy="369332"/>
          </a:xfrm>
          <a:prstGeom prst="rect">
            <a:avLst/>
          </a:prstGeom>
          <a:noFill/>
        </p:spPr>
        <p:txBody>
          <a:bodyPr wrap="square" rtlCol="0">
            <a:spAutoFit/>
          </a:bodyPr>
          <a:lstStyle/>
          <a:p>
            <a:r>
              <a:rPr lang="es-PE" dirty="0">
                <a:latin typeface="Book Antiqua" panose="02040602050305030304" pitchFamily="18" charset="0"/>
              </a:rPr>
              <a:t>https://rb.gy/hswd45</a:t>
            </a:r>
          </a:p>
        </p:txBody>
      </p:sp>
    </p:spTree>
    <p:extLst>
      <p:ext uri="{BB962C8B-B14F-4D97-AF65-F5344CB8AC3E}">
        <p14:creationId xmlns:p14="http://schemas.microsoft.com/office/powerpoint/2010/main" val="235660962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extShape 1"/>
          <p:cNvSpPr txBox="1"/>
          <p:nvPr/>
        </p:nvSpPr>
        <p:spPr>
          <a:xfrm>
            <a:off x="360000" y="270000"/>
            <a:ext cx="9360000" cy="720000"/>
          </a:xfrm>
          <a:prstGeom prst="rect">
            <a:avLst/>
          </a:prstGeom>
          <a:noFill/>
          <a:ln w="0">
            <a:noFill/>
          </a:ln>
        </p:spPr>
        <p:txBody>
          <a:bodyPr lIns="0" tIns="0" rIns="0" bIns="0" anchor="ctr" anchorCtr="0">
            <a:noAutofit/>
          </a:bodyPr>
          <a:lstStyle/>
          <a:p>
            <a:r>
              <a:rPr lang="es-MX" sz="2800" b="1" strike="noStrike" spc="-1" dirty="0">
                <a:solidFill>
                  <a:srgbClr val="FFFFFF"/>
                </a:solidFill>
                <a:latin typeface="Book Antiqua" panose="02040602050305030304" pitchFamily="18" charset="0"/>
              </a:rPr>
              <a:t>Criterios para la construcción de ítems</a:t>
            </a:r>
            <a:endParaRPr lang="es-PE" sz="2800" b="1" strike="noStrike" spc="-1" dirty="0">
              <a:solidFill>
                <a:srgbClr val="FFFFFF"/>
              </a:solidFill>
              <a:latin typeface="Book Antiqua" panose="02040602050305030304" pitchFamily="18" charset="0"/>
            </a:endParaRPr>
          </a:p>
        </p:txBody>
      </p:sp>
      <p:pic>
        <p:nvPicPr>
          <p:cNvPr id="4" name="Marcador de contenido 8" descr="Gráfico, Gráfico de embudo&#10;&#10;Descripción generada automáticamente">
            <a:extLst>
              <a:ext uri="{FF2B5EF4-FFF2-40B4-BE49-F238E27FC236}">
                <a16:creationId xmlns:a16="http://schemas.microsoft.com/office/drawing/2014/main" id="{9E751A8D-95A7-5ABD-7207-DB176169BB1F}"/>
              </a:ext>
            </a:extLst>
          </p:cNvPr>
          <p:cNvPicPr>
            <a:picLocks noChangeAspect="1"/>
          </p:cNvPicPr>
          <p:nvPr/>
        </p:nvPicPr>
        <p:blipFill>
          <a:blip r:embed="rId2"/>
          <a:stretch>
            <a:fillRect/>
          </a:stretch>
        </p:blipFill>
        <p:spPr>
          <a:xfrm>
            <a:off x="787114" y="1213092"/>
            <a:ext cx="6449549" cy="3515004"/>
          </a:xfrm>
          <a:prstGeom prst="rect">
            <a:avLst/>
          </a:prstGeom>
        </p:spPr>
      </p:pic>
      <p:sp>
        <p:nvSpPr>
          <p:cNvPr id="5" name="Content Placeholder 47">
            <a:extLst>
              <a:ext uri="{FF2B5EF4-FFF2-40B4-BE49-F238E27FC236}">
                <a16:creationId xmlns:a16="http://schemas.microsoft.com/office/drawing/2014/main" id="{3E294B59-B69E-8162-9E09-946AAC6791B4}"/>
              </a:ext>
            </a:extLst>
          </p:cNvPr>
          <p:cNvSpPr txBox="1">
            <a:spLocks/>
          </p:cNvSpPr>
          <p:nvPr/>
        </p:nvSpPr>
        <p:spPr>
          <a:xfrm>
            <a:off x="7421771" y="1184494"/>
            <a:ext cx="2298230" cy="3515004"/>
          </a:xfrm>
          <a:prstGeom prst="rect">
            <a:avLst/>
          </a:prstGeom>
        </p:spPr>
        <p:txBody>
          <a:bodyPr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s-MX" sz="2100" dirty="0">
                <a:latin typeface="Book Antiqua" panose="02040602050305030304" pitchFamily="18" charset="0"/>
              </a:rPr>
              <a:t>Nivel recomendado para estudios universitarios</a:t>
            </a:r>
          </a:p>
          <a:p>
            <a:pPr marL="0" indent="0">
              <a:buFont typeface="Arial" panose="020B0604020202020204" pitchFamily="34" charset="0"/>
              <a:buNone/>
            </a:pPr>
            <a:endParaRPr lang="es-MX" sz="2100" dirty="0">
              <a:latin typeface="Book Antiqua" panose="02040602050305030304" pitchFamily="18" charset="0"/>
            </a:endParaRPr>
          </a:p>
          <a:p>
            <a:pPr marL="0" indent="0">
              <a:buFont typeface="Arial" panose="020B0604020202020204" pitchFamily="34" charset="0"/>
              <a:buNone/>
            </a:pPr>
            <a:endParaRPr lang="es-MX" sz="2100" dirty="0">
              <a:latin typeface="Book Antiqua" panose="02040602050305030304" pitchFamily="18" charset="0"/>
            </a:endParaRPr>
          </a:p>
          <a:p>
            <a:pPr marL="0" indent="0" algn="ctr">
              <a:buFont typeface="Arial" panose="020B0604020202020204" pitchFamily="34" charset="0"/>
              <a:buNone/>
            </a:pPr>
            <a:r>
              <a:rPr lang="es-MX" sz="2100" dirty="0">
                <a:latin typeface="Book Antiqua" panose="02040602050305030304" pitchFamily="18" charset="0"/>
              </a:rPr>
              <a:t>Nivel tras concluir la educación básica regular</a:t>
            </a:r>
          </a:p>
          <a:p>
            <a:pPr marL="0" indent="0" algn="r">
              <a:buFont typeface="Arial" panose="020B0604020202020204" pitchFamily="34" charset="0"/>
              <a:buNone/>
            </a:pPr>
            <a:endParaRPr lang="en-US" sz="2500" dirty="0">
              <a:latin typeface="Book Antiqua" panose="02040602050305030304" pitchFamily="18" charset="0"/>
            </a:endParaRPr>
          </a:p>
        </p:txBody>
      </p:sp>
      <p:sp>
        <p:nvSpPr>
          <p:cNvPr id="6" name="Rectángulo: esquinas redondeadas 5">
            <a:extLst>
              <a:ext uri="{FF2B5EF4-FFF2-40B4-BE49-F238E27FC236}">
                <a16:creationId xmlns:a16="http://schemas.microsoft.com/office/drawing/2014/main" id="{ABE5CFF7-8BA2-B638-013C-5A779533FED8}"/>
              </a:ext>
            </a:extLst>
          </p:cNvPr>
          <p:cNvSpPr/>
          <p:nvPr/>
        </p:nvSpPr>
        <p:spPr>
          <a:xfrm>
            <a:off x="329916" y="1213828"/>
            <a:ext cx="1751369" cy="515380"/>
          </a:xfrm>
          <a:prstGeom prst="round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es-PE" b="1" dirty="0">
                <a:latin typeface="Book Antiqua" panose="02040602050305030304" pitchFamily="18" charset="0"/>
              </a:rPr>
              <a:t>+ complejidad</a:t>
            </a:r>
          </a:p>
        </p:txBody>
      </p:sp>
      <p:sp>
        <p:nvSpPr>
          <p:cNvPr id="7" name="Rectángulo: esquinas redondeadas 6">
            <a:extLst>
              <a:ext uri="{FF2B5EF4-FFF2-40B4-BE49-F238E27FC236}">
                <a16:creationId xmlns:a16="http://schemas.microsoft.com/office/drawing/2014/main" id="{354E76EB-37D8-21F5-29A0-D262E5777405}"/>
              </a:ext>
            </a:extLst>
          </p:cNvPr>
          <p:cNvSpPr/>
          <p:nvPr/>
        </p:nvSpPr>
        <p:spPr>
          <a:xfrm>
            <a:off x="329917" y="4171962"/>
            <a:ext cx="1751370" cy="515380"/>
          </a:xfrm>
          <a:prstGeom prst="roundRect">
            <a:avLst/>
          </a:prstGeom>
          <a:solidFill>
            <a:schemeClr val="bg1">
              <a:lumMod val="50000"/>
            </a:schemeClr>
          </a:solidFill>
        </p:spPr>
        <p:style>
          <a:lnRef idx="0">
            <a:schemeClr val="dk1"/>
          </a:lnRef>
          <a:fillRef idx="3">
            <a:schemeClr val="dk1"/>
          </a:fillRef>
          <a:effectRef idx="3">
            <a:schemeClr val="dk1"/>
          </a:effectRef>
          <a:fontRef idx="minor">
            <a:schemeClr val="lt1"/>
          </a:fontRef>
        </p:style>
        <p:txBody>
          <a:bodyPr rtlCol="0" anchor="ctr"/>
          <a:lstStyle/>
          <a:p>
            <a:pPr algn="ctr"/>
            <a:r>
              <a:rPr lang="es-PE" b="1" dirty="0">
                <a:latin typeface="Book Antiqua" panose="02040602050305030304" pitchFamily="18" charset="0"/>
              </a:rPr>
              <a:t>- complejidad</a:t>
            </a:r>
          </a:p>
        </p:txBody>
      </p:sp>
      <p:sp>
        <p:nvSpPr>
          <p:cNvPr id="8" name="Rectángulo 7">
            <a:extLst>
              <a:ext uri="{FF2B5EF4-FFF2-40B4-BE49-F238E27FC236}">
                <a16:creationId xmlns:a16="http://schemas.microsoft.com/office/drawing/2014/main" id="{7A9AC4A5-7724-49E3-60F5-2D12CAF6B727}"/>
              </a:ext>
            </a:extLst>
          </p:cNvPr>
          <p:cNvSpPr/>
          <p:nvPr/>
        </p:nvSpPr>
        <p:spPr>
          <a:xfrm>
            <a:off x="3655370" y="1802018"/>
            <a:ext cx="2281405" cy="5136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3000" b="1" dirty="0">
                <a:solidFill>
                  <a:schemeClr val="accent5">
                    <a:lumMod val="60000"/>
                    <a:lumOff val="40000"/>
                  </a:schemeClr>
                </a:solidFill>
                <a:latin typeface="Verdana" panose="020B0604030504040204" pitchFamily="34" charset="0"/>
                <a:ea typeface="Verdana" panose="020B0604030504040204" pitchFamily="34" charset="0"/>
                <a:cs typeface="Arial" panose="020B0604020202020204" pitchFamily="34" charset="0"/>
              </a:rPr>
              <a:t>Sintetizar</a:t>
            </a:r>
          </a:p>
        </p:txBody>
      </p:sp>
      <p:sp>
        <p:nvSpPr>
          <p:cNvPr id="9" name="Rectángulo 8">
            <a:extLst>
              <a:ext uri="{FF2B5EF4-FFF2-40B4-BE49-F238E27FC236}">
                <a16:creationId xmlns:a16="http://schemas.microsoft.com/office/drawing/2014/main" id="{B7DF4333-FF8A-6631-E23B-DB8B3681E5D5}"/>
              </a:ext>
            </a:extLst>
          </p:cNvPr>
          <p:cNvSpPr/>
          <p:nvPr/>
        </p:nvSpPr>
        <p:spPr>
          <a:xfrm>
            <a:off x="3453323" y="1217435"/>
            <a:ext cx="1896996" cy="5136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3000" b="1" dirty="0">
                <a:solidFill>
                  <a:srgbClr val="C00000"/>
                </a:solidFill>
                <a:latin typeface="Verdana" panose="020B0604030504040204" pitchFamily="34" charset="0"/>
                <a:ea typeface="Verdana" panose="020B0604030504040204" pitchFamily="34" charset="0"/>
                <a:cs typeface="Arial" panose="020B0604020202020204" pitchFamily="34" charset="0"/>
              </a:rPr>
              <a:t>Evaluar</a:t>
            </a:r>
          </a:p>
        </p:txBody>
      </p:sp>
      <p:sp>
        <p:nvSpPr>
          <p:cNvPr id="10" name="Cerrar llave 9">
            <a:extLst>
              <a:ext uri="{FF2B5EF4-FFF2-40B4-BE49-F238E27FC236}">
                <a16:creationId xmlns:a16="http://schemas.microsoft.com/office/drawing/2014/main" id="{A822555C-2EB8-21F8-C670-C8A24764E9F2}"/>
              </a:ext>
            </a:extLst>
          </p:cNvPr>
          <p:cNvSpPr/>
          <p:nvPr/>
        </p:nvSpPr>
        <p:spPr>
          <a:xfrm>
            <a:off x="7421880" y="2482800"/>
            <a:ext cx="151506" cy="2135856"/>
          </a:xfrm>
          <a:prstGeom prst="rightBrace">
            <a:avLst>
              <a:gd name="adj1" fmla="val 8333"/>
              <a:gd name="adj2" fmla="val 50714"/>
            </a:avLst>
          </a:prstGeom>
          <a:ln w="28575">
            <a:solidFill>
              <a:srgbClr val="FF0000"/>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PE"/>
          </a:p>
        </p:txBody>
      </p:sp>
      <p:sp>
        <p:nvSpPr>
          <p:cNvPr id="11" name="Cerrar llave 10">
            <a:extLst>
              <a:ext uri="{FF2B5EF4-FFF2-40B4-BE49-F238E27FC236}">
                <a16:creationId xmlns:a16="http://schemas.microsoft.com/office/drawing/2014/main" id="{DCDF0C0A-5EC4-3D9B-DC50-DF095B0A1C5E}"/>
              </a:ext>
            </a:extLst>
          </p:cNvPr>
          <p:cNvSpPr/>
          <p:nvPr/>
        </p:nvSpPr>
        <p:spPr>
          <a:xfrm>
            <a:off x="7421771" y="1316727"/>
            <a:ext cx="151506" cy="968218"/>
          </a:xfrm>
          <a:prstGeom prst="rightBrace">
            <a:avLst>
              <a:gd name="adj1" fmla="val 8333"/>
              <a:gd name="adj2" fmla="val 50714"/>
            </a:avLst>
          </a:prstGeom>
          <a:ln w="28575">
            <a:solidFill>
              <a:srgbClr val="FF0000"/>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PE"/>
          </a:p>
        </p:txBody>
      </p:sp>
      <p:sp>
        <p:nvSpPr>
          <p:cNvPr id="12" name="CuadroTexto 11">
            <a:extLst>
              <a:ext uri="{FF2B5EF4-FFF2-40B4-BE49-F238E27FC236}">
                <a16:creationId xmlns:a16="http://schemas.microsoft.com/office/drawing/2014/main" id="{E66ED70E-62A8-3909-5F17-099E6F502E7D}"/>
              </a:ext>
            </a:extLst>
          </p:cNvPr>
          <p:cNvSpPr txBox="1"/>
          <p:nvPr/>
        </p:nvSpPr>
        <p:spPr>
          <a:xfrm>
            <a:off x="2540230" y="5162066"/>
            <a:ext cx="2500081" cy="369332"/>
          </a:xfrm>
          <a:prstGeom prst="rect">
            <a:avLst/>
          </a:prstGeom>
          <a:noFill/>
        </p:spPr>
        <p:txBody>
          <a:bodyPr wrap="square" rtlCol="0">
            <a:spAutoFit/>
          </a:bodyPr>
          <a:lstStyle/>
          <a:p>
            <a:r>
              <a:rPr lang="es-PE" dirty="0">
                <a:latin typeface="Book Antiqua" panose="02040602050305030304" pitchFamily="18" charset="0"/>
              </a:rPr>
              <a:t>https://rb.gy/qh6o05</a:t>
            </a:r>
          </a:p>
        </p:txBody>
      </p:sp>
    </p:spTree>
    <p:extLst>
      <p:ext uri="{BB962C8B-B14F-4D97-AF65-F5344CB8AC3E}">
        <p14:creationId xmlns:p14="http://schemas.microsoft.com/office/powerpoint/2010/main" val="153431219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animBg="1"/>
      <p:bldP spid="1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a 5">
            <a:extLst>
              <a:ext uri="{FF2B5EF4-FFF2-40B4-BE49-F238E27FC236}">
                <a16:creationId xmlns:a16="http://schemas.microsoft.com/office/drawing/2014/main" id="{3ED3AB24-8624-4060-A24A-214D5CAD1FF1}"/>
              </a:ext>
            </a:extLst>
          </p:cNvPr>
          <p:cNvGraphicFramePr/>
          <p:nvPr/>
        </p:nvGraphicFramePr>
        <p:xfrm>
          <a:off x="470812" y="1133855"/>
          <a:ext cx="5152031" cy="3783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Shape 1">
            <a:extLst>
              <a:ext uri="{FF2B5EF4-FFF2-40B4-BE49-F238E27FC236}">
                <a16:creationId xmlns:a16="http://schemas.microsoft.com/office/drawing/2014/main" id="{6D87C11B-6055-8F97-5F98-3D280A00C463}"/>
              </a:ext>
            </a:extLst>
          </p:cNvPr>
          <p:cNvSpPr txBox="1"/>
          <p:nvPr/>
        </p:nvSpPr>
        <p:spPr>
          <a:xfrm>
            <a:off x="350874" y="182013"/>
            <a:ext cx="9369126" cy="892731"/>
          </a:xfrm>
          <a:prstGeom prst="rect">
            <a:avLst/>
          </a:prstGeom>
          <a:noFill/>
          <a:ln w="0">
            <a:noFill/>
          </a:ln>
        </p:spPr>
        <p:txBody>
          <a:bodyPr lIns="0" tIns="0" rIns="0" bIns="0" anchor="ctr" anchorCtr="0">
            <a:noAutofit/>
          </a:bodyPr>
          <a:lstStyle/>
          <a:p>
            <a:r>
              <a:rPr lang="es-PE" sz="2800" b="1" strike="noStrike" spc="-1" dirty="0">
                <a:solidFill>
                  <a:srgbClr val="FFFFFF"/>
                </a:solidFill>
                <a:latin typeface="Book Antiqua" panose="02040602050305030304" pitchFamily="18" charset="0"/>
              </a:rPr>
              <a:t>Nivel de dificultad</a:t>
            </a:r>
          </a:p>
        </p:txBody>
      </p:sp>
      <p:sp>
        <p:nvSpPr>
          <p:cNvPr id="2" name="Rectángulo: esquinas redondeadas 1">
            <a:extLst>
              <a:ext uri="{FF2B5EF4-FFF2-40B4-BE49-F238E27FC236}">
                <a16:creationId xmlns:a16="http://schemas.microsoft.com/office/drawing/2014/main" id="{02B3DFD1-9B60-458D-98D0-4C202559B9FD}"/>
              </a:ext>
            </a:extLst>
          </p:cNvPr>
          <p:cNvSpPr/>
          <p:nvPr/>
        </p:nvSpPr>
        <p:spPr>
          <a:xfrm>
            <a:off x="6527560" y="1255875"/>
            <a:ext cx="3192440" cy="1491457"/>
          </a:xfrm>
          <a:prstGeom prst="roundRect">
            <a:avLst/>
          </a:prstGeom>
          <a:solidFill>
            <a:srgbClr val="00B050"/>
          </a:solidFill>
          <a:ln/>
        </p:spPr>
        <p:style>
          <a:lnRef idx="0">
            <a:schemeClr val="accent2"/>
          </a:lnRef>
          <a:fillRef idx="3">
            <a:schemeClr val="accent2"/>
          </a:fillRef>
          <a:effectRef idx="3">
            <a:schemeClr val="accent2"/>
          </a:effectRef>
          <a:fontRef idx="minor">
            <a:schemeClr val="lt1"/>
          </a:fontRef>
        </p:style>
        <p:txBody>
          <a:bodyPr rtlCol="0" anchor="ctr"/>
          <a:lstStyle/>
          <a:p>
            <a:r>
              <a:rPr lang="es-PE" sz="1800" dirty="0">
                <a:latin typeface="Book Antiqua" panose="02040602050305030304" pitchFamily="18" charset="0"/>
                <a:cs typeface="Arial" panose="020B0604020202020204" pitchFamily="34" charset="0"/>
              </a:rPr>
              <a:t>Los ítems difíciles no deben ser tan difíciles que no puedan ser respondidos por ningún postulante.</a:t>
            </a:r>
          </a:p>
        </p:txBody>
      </p:sp>
      <p:sp>
        <p:nvSpPr>
          <p:cNvPr id="3" name="Rectángulo: esquinas redondeadas 2">
            <a:extLst>
              <a:ext uri="{FF2B5EF4-FFF2-40B4-BE49-F238E27FC236}">
                <a16:creationId xmlns:a16="http://schemas.microsoft.com/office/drawing/2014/main" id="{B2FB4F55-5592-1972-1369-1747DA028467}"/>
              </a:ext>
            </a:extLst>
          </p:cNvPr>
          <p:cNvSpPr/>
          <p:nvPr/>
        </p:nvSpPr>
        <p:spPr>
          <a:xfrm>
            <a:off x="6529832" y="3482741"/>
            <a:ext cx="3192440" cy="1491457"/>
          </a:xfrm>
          <a:prstGeom prst="roundRect">
            <a:avLst/>
          </a:prstGeom>
          <a:solidFill>
            <a:srgbClr val="00B050"/>
          </a:solidFill>
          <a:ln/>
        </p:spPr>
        <p:style>
          <a:lnRef idx="0">
            <a:schemeClr val="accent2"/>
          </a:lnRef>
          <a:fillRef idx="3">
            <a:schemeClr val="accent2"/>
          </a:fillRef>
          <a:effectRef idx="3">
            <a:schemeClr val="accent2"/>
          </a:effectRef>
          <a:fontRef idx="minor">
            <a:schemeClr val="lt1"/>
          </a:fontRef>
        </p:style>
        <p:txBody>
          <a:bodyPr rtlCol="0" anchor="ctr"/>
          <a:lstStyle/>
          <a:p>
            <a:r>
              <a:rPr lang="es-MX" sz="1800" dirty="0">
                <a:latin typeface="Book Antiqua" panose="02040602050305030304" pitchFamily="18" charset="0"/>
                <a:cs typeface="Arial" panose="020B0604020202020204" pitchFamily="34" charset="0"/>
              </a:rPr>
              <a:t>Los ítems fáciles no deben ser tan fáciles que puedan ser respondidos por todos los postulantes.</a:t>
            </a:r>
          </a:p>
        </p:txBody>
      </p:sp>
    </p:spTree>
    <p:extLst>
      <p:ext uri="{BB962C8B-B14F-4D97-AF65-F5344CB8AC3E}">
        <p14:creationId xmlns:p14="http://schemas.microsoft.com/office/powerpoint/2010/main" val="307128818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93043" y="301993"/>
            <a:ext cx="7714563" cy="726707"/>
          </a:xfrm>
        </p:spPr>
        <p:txBody>
          <a:bodyPr>
            <a:noAutofit/>
          </a:bodyPr>
          <a:lstStyle/>
          <a:p>
            <a:pPr algn="ctr"/>
            <a:r>
              <a:rPr lang="es-PE" sz="2600" b="1" dirty="0">
                <a:solidFill>
                  <a:schemeClr val="bg1"/>
                </a:solidFill>
                <a:latin typeface="Book Antiqua" panose="02040602050305030304" pitchFamily="18" charset="0"/>
              </a:rPr>
              <a:t>Criterios tradicionales para la graduación de niveles de dificultad de los ítems</a:t>
            </a:r>
          </a:p>
        </p:txBody>
      </p:sp>
      <p:sp>
        <p:nvSpPr>
          <p:cNvPr id="3" name="Marcador de contenido 2"/>
          <p:cNvSpPr>
            <a:spLocks noGrp="1"/>
          </p:cNvSpPr>
          <p:nvPr>
            <p:ph idx="4294967295"/>
          </p:nvPr>
        </p:nvSpPr>
        <p:spPr>
          <a:xfrm>
            <a:off x="360000" y="1338470"/>
            <a:ext cx="9180000" cy="1802295"/>
          </a:xfrm>
        </p:spPr>
        <p:txBody>
          <a:bodyPr>
            <a:normAutofit/>
          </a:bodyPr>
          <a:lstStyle/>
          <a:p>
            <a:pPr marL="0" indent="0">
              <a:buNone/>
            </a:pPr>
            <a:r>
              <a:rPr lang="es-ES" sz="2000" dirty="0">
                <a:latin typeface="Book Antiqua" panose="02040602050305030304" pitchFamily="18" charset="0"/>
              </a:rPr>
              <a:t>En las áreas disciplinares, el nivel de dificultad de las preguntas de las pruebas de admisión estuvo dirigido a medir el grado de amplitud de conocimientos, de erudición. </a:t>
            </a:r>
            <a:r>
              <a:rPr lang="es-MX" sz="2000" dirty="0">
                <a:latin typeface="Book Antiqua" panose="02040602050305030304" pitchFamily="18" charset="0"/>
              </a:rPr>
              <a:t>Por mucho tiempo, la capacidad de memorización y recuperación de información fueron los criterios con los cuales se evaluó a los postulantes en los exámenes de admisión. </a:t>
            </a:r>
            <a:endParaRPr lang="es-ES" sz="2000" dirty="0">
              <a:latin typeface="Book Antiqua" panose="02040602050305030304" pitchFamily="18" charset="0"/>
            </a:endParaRPr>
          </a:p>
          <a:p>
            <a:endParaRPr lang="es-PE" dirty="0"/>
          </a:p>
        </p:txBody>
      </p:sp>
      <p:sp>
        <p:nvSpPr>
          <p:cNvPr id="4" name="Rectángulo 3">
            <a:extLst>
              <a:ext uri="{FF2B5EF4-FFF2-40B4-BE49-F238E27FC236}">
                <a16:creationId xmlns:a16="http://schemas.microsoft.com/office/drawing/2014/main" id="{9E677F17-AC28-4148-B6BD-1C7E80058546}"/>
              </a:ext>
            </a:extLst>
          </p:cNvPr>
          <p:cNvSpPr/>
          <p:nvPr/>
        </p:nvSpPr>
        <p:spPr>
          <a:xfrm>
            <a:off x="721863" y="3087756"/>
            <a:ext cx="8636897" cy="1754326"/>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es-MX" dirty="0">
                <a:latin typeface="Book Antiqua" panose="02040602050305030304" pitchFamily="18" charset="0"/>
              </a:rPr>
              <a:t>Por el contrario, </a:t>
            </a:r>
            <a:r>
              <a:rPr lang="es-MX" b="1" dirty="0">
                <a:latin typeface="Book Antiqua" panose="02040602050305030304" pitchFamily="18" charset="0"/>
              </a:rPr>
              <a:t>bajo el enfoque por competencias </a:t>
            </a:r>
            <a:r>
              <a:rPr lang="es-MX" dirty="0">
                <a:latin typeface="Book Antiqua" panose="02040602050305030304" pitchFamily="18" charset="0"/>
              </a:rPr>
              <a:t>la dificultad debe ser el resultado de la complejidad de los procedimientos mentales y conocimientos necesarios para resolver la pregunta. En ese sentido, la información dispuesta en el enunciado, como en las alternativas, debe exigir del estudiante conocimientos previos, así como una serie de operaciones mentales con las que pueda hallar su conexión. </a:t>
            </a:r>
          </a:p>
        </p:txBody>
      </p:sp>
    </p:spTree>
    <p:extLst>
      <p:ext uri="{BB962C8B-B14F-4D97-AF65-F5344CB8AC3E}">
        <p14:creationId xmlns:p14="http://schemas.microsoft.com/office/powerpoint/2010/main" val="31088996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TextShape 1"/>
          <p:cNvSpPr txBox="1"/>
          <p:nvPr/>
        </p:nvSpPr>
        <p:spPr>
          <a:xfrm>
            <a:off x="360000" y="270000"/>
            <a:ext cx="9360000" cy="720000"/>
          </a:xfrm>
          <a:prstGeom prst="rect">
            <a:avLst/>
          </a:prstGeom>
          <a:noFill/>
          <a:ln w="0">
            <a:noFill/>
          </a:ln>
        </p:spPr>
        <p:txBody>
          <a:bodyPr lIns="0" tIns="0" rIns="0" bIns="0" anchor="ctr" anchorCtr="0">
            <a:noAutofit/>
          </a:bodyPr>
          <a:lstStyle/>
          <a:p>
            <a:pPr algn="ctr">
              <a:spcBef>
                <a:spcPct val="0"/>
              </a:spcBef>
              <a:spcAft>
                <a:spcPts val="600"/>
              </a:spcAft>
            </a:pPr>
            <a:r>
              <a:rPr lang="es-MX" sz="2800" b="1" strike="noStrike" kern="1200" spc="-1" dirty="0">
                <a:solidFill>
                  <a:srgbClr val="FFFFFF"/>
                </a:solidFill>
                <a:latin typeface="Book Antiqua" panose="02040602050305030304" pitchFamily="18" charset="0"/>
              </a:rPr>
              <a:t>Criterios para establecer niveles de dificultad</a:t>
            </a:r>
          </a:p>
        </p:txBody>
      </p:sp>
      <p:sp>
        <p:nvSpPr>
          <p:cNvPr id="91" name="TextShape 2"/>
          <p:cNvSpPr txBox="1"/>
          <p:nvPr/>
        </p:nvSpPr>
        <p:spPr>
          <a:xfrm>
            <a:off x="360000" y="1350000"/>
            <a:ext cx="9360000" cy="3784708"/>
          </a:xfrm>
          <a:prstGeom prst="rect">
            <a:avLst/>
          </a:prstGeom>
          <a:noFill/>
          <a:ln w="0">
            <a:noFill/>
          </a:ln>
        </p:spPr>
        <p:txBody>
          <a:bodyPr lIns="0" tIns="0" rIns="0" bIns="0">
            <a:normAutofit/>
          </a:bodyPr>
          <a:lstStyle/>
          <a:p>
            <a:pPr>
              <a:spcAft>
                <a:spcPts val="853"/>
              </a:spcAft>
            </a:pPr>
            <a:r>
              <a:rPr lang="es-PE" sz="2600" spc="-1" dirty="0">
                <a:solidFill>
                  <a:srgbClr val="1C1C1C"/>
                </a:solidFill>
                <a:latin typeface="Book Antiqua" panose="02040602050305030304" pitchFamily="18" charset="0"/>
              </a:rPr>
              <a:t>Los niveles de dificultad se establecen en función de dos dimensiones:</a:t>
            </a:r>
          </a:p>
          <a:p>
            <a:pPr>
              <a:spcAft>
                <a:spcPts val="853"/>
              </a:spcAft>
            </a:pPr>
            <a:endParaRPr lang="es-PE" sz="2600" spc="-1" dirty="0">
              <a:solidFill>
                <a:srgbClr val="1C1C1C"/>
              </a:solidFill>
              <a:latin typeface="Book Antiqua" panose="02040602050305030304" pitchFamily="18" charset="0"/>
            </a:endParaRPr>
          </a:p>
          <a:p>
            <a:pPr>
              <a:spcAft>
                <a:spcPts val="853"/>
              </a:spcAft>
            </a:pPr>
            <a:r>
              <a:rPr lang="es-PE" sz="2600" spc="-1" dirty="0">
                <a:solidFill>
                  <a:srgbClr val="1C1C1C"/>
                </a:solidFill>
                <a:latin typeface="Book Antiqua" panose="02040602050305030304" pitchFamily="18" charset="0"/>
                <a:cs typeface="Calibri" panose="020F0502020204030204" pitchFamily="34" charset="0"/>
              </a:rPr>
              <a:t>1.</a:t>
            </a:r>
            <a:r>
              <a:rPr lang="es-PE" sz="2600" strike="noStrike" spc="-1" dirty="0">
                <a:solidFill>
                  <a:srgbClr val="1C1C1C"/>
                </a:solidFill>
                <a:latin typeface="Book Antiqua" panose="02040602050305030304" pitchFamily="18" charset="0"/>
                <a:cs typeface="Calibri" panose="020F0502020204030204" pitchFamily="34" charset="0"/>
              </a:rPr>
              <a:t> </a:t>
            </a:r>
            <a:r>
              <a:rPr lang="es-PE" sz="2600" strike="noStrike" spc="-1" dirty="0">
                <a:solidFill>
                  <a:srgbClr val="1C1C1C"/>
                </a:solidFill>
                <a:latin typeface="Book Antiqua" panose="02040602050305030304" pitchFamily="18" charset="0"/>
              </a:rPr>
              <a:t>El conocimiento de los contenidos temáticos</a:t>
            </a:r>
          </a:p>
          <a:p>
            <a:pPr>
              <a:spcAft>
                <a:spcPts val="853"/>
              </a:spcAft>
            </a:pPr>
            <a:endParaRPr lang="es-PE" sz="700" strike="noStrike" spc="-1" dirty="0">
              <a:solidFill>
                <a:srgbClr val="1C1C1C"/>
              </a:solidFill>
              <a:latin typeface="Book Antiqua" panose="02040602050305030304" pitchFamily="18" charset="0"/>
            </a:endParaRPr>
          </a:p>
          <a:p>
            <a:pPr>
              <a:spcAft>
                <a:spcPts val="853"/>
              </a:spcAft>
            </a:pPr>
            <a:r>
              <a:rPr lang="es-PE" sz="2600" spc="-1" dirty="0">
                <a:solidFill>
                  <a:srgbClr val="1C1C1C"/>
                </a:solidFill>
                <a:latin typeface="Book Antiqua" panose="02040602050305030304" pitchFamily="18" charset="0"/>
                <a:cs typeface="Calibri" panose="020F0502020204030204" pitchFamily="34" charset="0"/>
              </a:rPr>
              <a:t>2.</a:t>
            </a:r>
            <a:r>
              <a:rPr lang="es-PE" sz="2600" strike="noStrike" spc="-1" dirty="0">
                <a:solidFill>
                  <a:srgbClr val="1C1C1C"/>
                </a:solidFill>
                <a:latin typeface="Book Antiqua" panose="02040602050305030304" pitchFamily="18" charset="0"/>
                <a:cs typeface="Calibri" panose="020F0502020204030204" pitchFamily="34" charset="0"/>
              </a:rPr>
              <a:t> </a:t>
            </a:r>
            <a:r>
              <a:rPr lang="es-PE" sz="2600" spc="-1" dirty="0">
                <a:solidFill>
                  <a:srgbClr val="1C1C1C"/>
                </a:solidFill>
                <a:latin typeface="Book Antiqua" panose="02040602050305030304" pitchFamily="18" charset="0"/>
              </a:rPr>
              <a:t>El ejercicio de las destrezas cognitivas</a:t>
            </a:r>
            <a:endParaRPr lang="es-PE" sz="2600" strike="noStrike" spc="-1" dirty="0">
              <a:solidFill>
                <a:srgbClr val="1C1C1C"/>
              </a:solidFill>
              <a:latin typeface="Book Antiqua" panose="02040602050305030304" pitchFamily="18" charset="0"/>
            </a:endParaRPr>
          </a:p>
          <a:p>
            <a:pPr>
              <a:spcAft>
                <a:spcPts val="853"/>
              </a:spcAft>
            </a:pPr>
            <a:endParaRPr lang="es-PE" sz="2800" b="1" strike="noStrike" spc="-1" dirty="0">
              <a:solidFill>
                <a:srgbClr val="1C1C1C"/>
              </a:solidFill>
              <a:latin typeface="Book Antiqua" panose="02040602050305030304" pitchFamily="18" charset="0"/>
            </a:endParaRPr>
          </a:p>
        </p:txBody>
      </p:sp>
    </p:spTree>
    <p:extLst>
      <p:ext uri="{BB962C8B-B14F-4D97-AF65-F5344CB8AC3E}">
        <p14:creationId xmlns:p14="http://schemas.microsoft.com/office/powerpoint/2010/main" val="84185855"/>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93042" y="301993"/>
            <a:ext cx="7609341" cy="711467"/>
          </a:xfrm>
        </p:spPr>
        <p:txBody>
          <a:bodyPr>
            <a:noAutofit/>
          </a:bodyPr>
          <a:lstStyle/>
          <a:p>
            <a:pPr algn="ctr"/>
            <a:r>
              <a:rPr lang="es-MX" sz="3200" b="1" dirty="0">
                <a:solidFill>
                  <a:schemeClr val="bg1"/>
                </a:solidFill>
                <a:latin typeface="Book Antiqua" panose="02040602050305030304" pitchFamily="18" charset="0"/>
              </a:rPr>
              <a:t>1. Conocimiento de contenidos temáticos</a:t>
            </a:r>
            <a:endParaRPr lang="en-US" sz="3200" b="1" dirty="0">
              <a:solidFill>
                <a:schemeClr val="bg1"/>
              </a:solidFill>
              <a:latin typeface="Book Antiqua" panose="02040602050305030304" pitchFamily="18" charset="0"/>
            </a:endParaRPr>
          </a:p>
        </p:txBody>
      </p:sp>
      <p:graphicFrame>
        <p:nvGraphicFramePr>
          <p:cNvPr id="4" name="Marcador de contenido 3"/>
          <p:cNvGraphicFramePr>
            <a:graphicFrameLocks noGrp="1"/>
          </p:cNvGraphicFramePr>
          <p:nvPr>
            <p:ph idx="4294967295"/>
          </p:nvPr>
        </p:nvGraphicFramePr>
        <p:xfrm>
          <a:off x="693042" y="1311448"/>
          <a:ext cx="8694539" cy="35977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8085296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19456" y="301993"/>
            <a:ext cx="9375648" cy="711467"/>
          </a:xfrm>
        </p:spPr>
        <p:txBody>
          <a:bodyPr>
            <a:noAutofit/>
          </a:bodyPr>
          <a:lstStyle/>
          <a:p>
            <a:pPr algn="ctr"/>
            <a:r>
              <a:rPr lang="es-MX" sz="3200" b="1" dirty="0">
                <a:solidFill>
                  <a:schemeClr val="bg1"/>
                </a:solidFill>
                <a:latin typeface="Book Antiqua" panose="02040602050305030304" pitchFamily="18" charset="0"/>
              </a:rPr>
              <a:t>1. Conocimiento de contenidos temáticos</a:t>
            </a:r>
            <a:endParaRPr lang="en-US" sz="3200" b="1" dirty="0">
              <a:solidFill>
                <a:schemeClr val="bg1"/>
              </a:solidFill>
              <a:latin typeface="Book Antiqua" panose="02040602050305030304" pitchFamily="18" charset="0"/>
            </a:endParaRPr>
          </a:p>
        </p:txBody>
      </p:sp>
      <p:graphicFrame>
        <p:nvGraphicFramePr>
          <p:cNvPr id="4" name="Marcador de contenido 3"/>
          <p:cNvGraphicFramePr>
            <a:graphicFrameLocks noGrp="1"/>
          </p:cNvGraphicFramePr>
          <p:nvPr>
            <p:ph idx="4294967295"/>
          </p:nvPr>
        </p:nvGraphicFramePr>
        <p:xfrm>
          <a:off x="693042" y="1311448"/>
          <a:ext cx="8694539" cy="35977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6092793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50243" y="279134"/>
            <a:ext cx="7333772" cy="615014"/>
          </a:xfrm>
        </p:spPr>
        <p:txBody>
          <a:bodyPr>
            <a:noAutofit/>
          </a:bodyPr>
          <a:lstStyle/>
          <a:p>
            <a:pPr algn="ctr"/>
            <a:r>
              <a:rPr lang="es-MX" sz="2400" b="1" dirty="0">
                <a:solidFill>
                  <a:schemeClr val="bg1"/>
                </a:solidFill>
                <a:latin typeface="Book Antiqua" panose="02040602050305030304" pitchFamily="18" charset="0"/>
              </a:rPr>
              <a:t>Graduación de dificultad por contenidos temáticos de las asignaturas</a:t>
            </a:r>
            <a:endParaRPr lang="en-US" sz="3600" b="1" dirty="0">
              <a:solidFill>
                <a:schemeClr val="bg1"/>
              </a:solidFill>
              <a:latin typeface="Book Antiqua" panose="02040602050305030304" pitchFamily="18" charset="0"/>
            </a:endParaRPr>
          </a:p>
        </p:txBody>
      </p:sp>
      <p:graphicFrame>
        <p:nvGraphicFramePr>
          <p:cNvPr id="5" name="Marcador de contenido 4"/>
          <p:cNvGraphicFramePr>
            <a:graphicFrameLocks noGrp="1"/>
          </p:cNvGraphicFramePr>
          <p:nvPr>
            <p:ph idx="4294967295"/>
          </p:nvPr>
        </p:nvGraphicFramePr>
        <p:xfrm>
          <a:off x="693043" y="989395"/>
          <a:ext cx="8694539" cy="46006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0823433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TextShape 1"/>
          <p:cNvSpPr txBox="1"/>
          <p:nvPr/>
        </p:nvSpPr>
        <p:spPr>
          <a:xfrm>
            <a:off x="360000" y="270000"/>
            <a:ext cx="9360000" cy="720000"/>
          </a:xfrm>
          <a:prstGeom prst="rect">
            <a:avLst/>
          </a:prstGeom>
          <a:noFill/>
          <a:ln w="0">
            <a:noFill/>
          </a:ln>
        </p:spPr>
        <p:txBody>
          <a:bodyPr lIns="0" tIns="0" rIns="0" bIns="0" anchor="ctr" anchorCtr="0">
            <a:noAutofit/>
          </a:bodyPr>
          <a:lstStyle/>
          <a:p>
            <a:pPr algn="ctr">
              <a:spcBef>
                <a:spcPct val="0"/>
              </a:spcBef>
              <a:spcAft>
                <a:spcPts val="600"/>
              </a:spcAft>
            </a:pPr>
            <a:r>
              <a:rPr lang="es-MX" sz="2800" b="1" strike="noStrike" kern="1200" spc="-1" dirty="0">
                <a:solidFill>
                  <a:srgbClr val="FFFFFF"/>
                </a:solidFill>
                <a:latin typeface="Book Antiqua" panose="02040602050305030304" pitchFamily="18" charset="0"/>
              </a:rPr>
              <a:t>2. Ejercicio de destrezas cognitivas</a:t>
            </a:r>
            <a:endParaRPr lang="en-US" sz="2800" b="1" strike="noStrike" kern="1200" spc="-1" dirty="0">
              <a:solidFill>
                <a:srgbClr val="FFFFFF"/>
              </a:solidFill>
              <a:latin typeface="Book Antiqua" panose="02040602050305030304" pitchFamily="18" charset="0"/>
            </a:endParaRPr>
          </a:p>
        </p:txBody>
      </p:sp>
      <p:sp>
        <p:nvSpPr>
          <p:cNvPr id="91" name="TextShape 2"/>
          <p:cNvSpPr txBox="1"/>
          <p:nvPr/>
        </p:nvSpPr>
        <p:spPr>
          <a:xfrm>
            <a:off x="359999" y="1349999"/>
            <a:ext cx="9359999" cy="3772985"/>
          </a:xfrm>
          <a:prstGeom prst="rect">
            <a:avLst/>
          </a:prstGeom>
          <a:noFill/>
          <a:ln w="0">
            <a:noFill/>
          </a:ln>
        </p:spPr>
        <p:txBody>
          <a:bodyPr lIns="0" tIns="0" rIns="0" bIns="0">
            <a:normAutofit fontScale="92500" lnSpcReduction="20000"/>
          </a:bodyPr>
          <a:lstStyle/>
          <a:p>
            <a:pPr>
              <a:spcAft>
                <a:spcPts val="853"/>
              </a:spcAft>
            </a:pPr>
            <a:r>
              <a:rPr lang="es-PE" sz="2600" strike="noStrike" spc="-1" dirty="0">
                <a:solidFill>
                  <a:srgbClr val="1C1C1C"/>
                </a:solidFill>
                <a:latin typeface="Book Antiqua" panose="02040602050305030304" pitchFamily="18" charset="0"/>
              </a:rPr>
              <a:t>A. </a:t>
            </a:r>
            <a:r>
              <a:rPr lang="es-PE" sz="2600" b="1" strike="noStrike" spc="-1" dirty="0">
                <a:solidFill>
                  <a:schemeClr val="tx2"/>
                </a:solidFill>
                <a:latin typeface="Book Antiqua" panose="02040602050305030304" pitchFamily="18" charset="0"/>
              </a:rPr>
              <a:t>Aplicación</a:t>
            </a:r>
            <a:r>
              <a:rPr lang="es-PE" sz="2600" strike="noStrike" spc="-1" dirty="0">
                <a:solidFill>
                  <a:srgbClr val="1C1C1C"/>
                </a:solidFill>
                <a:latin typeface="Book Antiqua" panose="02040602050305030304" pitchFamily="18" charset="0"/>
              </a:rPr>
              <a:t>: </a:t>
            </a:r>
            <a:r>
              <a:rPr lang="es-PE" sz="2300" cap="small" spc="-1" dirty="0">
                <a:solidFill>
                  <a:srgbClr val="1C1C1C"/>
                </a:solidFill>
                <a:latin typeface="Book Antiqua" panose="02040602050305030304" pitchFamily="18" charset="0"/>
              </a:rPr>
              <a:t>práctica</a:t>
            </a:r>
            <a:r>
              <a:rPr lang="es-PE" sz="2600" spc="-1" dirty="0">
                <a:solidFill>
                  <a:srgbClr val="1C1C1C"/>
                </a:solidFill>
                <a:latin typeface="Book Antiqua" panose="02040602050305030304" pitchFamily="18" charset="0"/>
              </a:rPr>
              <a:t> de un concepto o procedimiento.</a:t>
            </a:r>
            <a:r>
              <a:rPr lang="es-MX" sz="2600" spc="-1" dirty="0">
                <a:solidFill>
                  <a:srgbClr val="1C1C1C"/>
                </a:solidFill>
                <a:latin typeface="Book Antiqua" panose="02040602050305030304" pitchFamily="18" charset="0"/>
              </a:rPr>
              <a:t> Transfiere y usa datos; los procesa por medio de métodos, conceptos y/o procedimientos para completar un problema. Utiliza la información que ha recibido en situaciones nuevas y concretas para resolver problemas.  </a:t>
            </a:r>
            <a:r>
              <a:rPr lang="es-PE" sz="2600" spc="-1" dirty="0">
                <a:solidFill>
                  <a:srgbClr val="1C1C1C"/>
                </a:solidFill>
                <a:latin typeface="Book Antiqua" panose="02040602050305030304" pitchFamily="18" charset="0"/>
              </a:rPr>
              <a:t> </a:t>
            </a:r>
            <a:endParaRPr lang="es-PE" sz="2600" strike="noStrike" spc="-1" dirty="0">
              <a:solidFill>
                <a:srgbClr val="1C1C1C"/>
              </a:solidFill>
              <a:latin typeface="Book Antiqua" panose="02040602050305030304" pitchFamily="18" charset="0"/>
            </a:endParaRPr>
          </a:p>
          <a:p>
            <a:pPr>
              <a:spcAft>
                <a:spcPts val="853"/>
              </a:spcAft>
            </a:pPr>
            <a:r>
              <a:rPr lang="es-PE" sz="2600" spc="-1" dirty="0">
                <a:solidFill>
                  <a:srgbClr val="1C1C1C"/>
                </a:solidFill>
                <a:latin typeface="Book Antiqua" panose="02040602050305030304" pitchFamily="18" charset="0"/>
              </a:rPr>
              <a:t>B. </a:t>
            </a:r>
            <a:r>
              <a:rPr lang="es-PE" sz="2600" b="1" spc="-1" dirty="0">
                <a:solidFill>
                  <a:schemeClr val="tx2"/>
                </a:solidFill>
                <a:latin typeface="Book Antiqua" panose="02040602050305030304" pitchFamily="18" charset="0"/>
              </a:rPr>
              <a:t>Análisis</a:t>
            </a:r>
            <a:r>
              <a:rPr lang="es-PE" sz="2600" spc="-1" dirty="0">
                <a:solidFill>
                  <a:srgbClr val="1C1C1C"/>
                </a:solidFill>
                <a:latin typeface="Book Antiqua" panose="02040602050305030304" pitchFamily="18" charset="0"/>
              </a:rPr>
              <a:t>: </a:t>
            </a:r>
            <a:r>
              <a:rPr lang="es-MX" sz="2600" spc="-1" dirty="0">
                <a:solidFill>
                  <a:srgbClr val="1C1C1C"/>
                </a:solidFill>
                <a:latin typeface="Book Antiqua" panose="02040602050305030304" pitchFamily="18" charset="0"/>
              </a:rPr>
              <a:t>Distingue, clasifica y relaciona evidencias o estructuras de un hecho o de una pregunta. Intenta entender la estructura de la organización del material informativo examinando las partes de les que se compone. </a:t>
            </a:r>
            <a:endParaRPr lang="es-PE" sz="2600" spc="-1" dirty="0">
              <a:solidFill>
                <a:srgbClr val="1C1C1C"/>
              </a:solidFill>
              <a:latin typeface="Book Antiqua" panose="02040602050305030304" pitchFamily="18" charset="0"/>
            </a:endParaRPr>
          </a:p>
          <a:p>
            <a:pPr>
              <a:spcAft>
                <a:spcPts val="853"/>
              </a:spcAft>
            </a:pPr>
            <a:r>
              <a:rPr lang="es-PE" sz="2600" strike="noStrike" spc="-1" dirty="0">
                <a:solidFill>
                  <a:srgbClr val="1C1C1C"/>
                </a:solidFill>
                <a:latin typeface="Book Antiqua" panose="02040602050305030304" pitchFamily="18" charset="0"/>
              </a:rPr>
              <a:t>C. </a:t>
            </a:r>
            <a:r>
              <a:rPr lang="es-PE" sz="2600" b="1" strike="noStrike" spc="-1" dirty="0">
                <a:solidFill>
                  <a:schemeClr val="tx2"/>
                </a:solidFill>
                <a:latin typeface="Book Antiqua" panose="02040602050305030304" pitchFamily="18" charset="0"/>
              </a:rPr>
              <a:t>Síntesis</a:t>
            </a:r>
            <a:r>
              <a:rPr lang="es-PE" sz="2600" strike="noStrike" spc="-1" dirty="0">
                <a:solidFill>
                  <a:srgbClr val="1C1C1C"/>
                </a:solidFill>
                <a:latin typeface="Book Antiqua" panose="02040602050305030304" pitchFamily="18" charset="0"/>
              </a:rPr>
              <a:t>: Relaciona elementos de diversa naturaleza y establece conexiones para obtener conclusiones.</a:t>
            </a:r>
            <a:endParaRPr lang="es-MX" sz="2300" cap="small" spc="-1" dirty="0">
              <a:solidFill>
                <a:srgbClr val="1C1C1C"/>
              </a:solidFill>
              <a:latin typeface="Book Antiqua" panose="02040602050305030304" pitchFamily="18" charset="0"/>
            </a:endParaRPr>
          </a:p>
          <a:p>
            <a:pPr>
              <a:spcAft>
                <a:spcPts val="853"/>
              </a:spcAft>
            </a:pPr>
            <a:endParaRPr lang="es-PE" sz="2600" strike="noStrike" spc="-1" dirty="0">
              <a:solidFill>
                <a:srgbClr val="1C1C1C"/>
              </a:solidFill>
              <a:latin typeface="Book Antiqua" panose="02040602050305030304" pitchFamily="18" charset="0"/>
            </a:endParaRPr>
          </a:p>
        </p:txBody>
      </p:sp>
    </p:spTree>
    <p:extLst>
      <p:ext uri="{BB962C8B-B14F-4D97-AF65-F5344CB8AC3E}">
        <p14:creationId xmlns:p14="http://schemas.microsoft.com/office/powerpoint/2010/main" val="101927308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0" name="TextShape 1"/>
          <p:cNvSpPr txBox="1"/>
          <p:nvPr/>
        </p:nvSpPr>
        <p:spPr>
          <a:xfrm>
            <a:off x="360000" y="270000"/>
            <a:ext cx="9360000" cy="720000"/>
          </a:xfrm>
          <a:prstGeom prst="rect">
            <a:avLst/>
          </a:prstGeom>
          <a:noFill/>
          <a:ln w="0">
            <a:noFill/>
          </a:ln>
        </p:spPr>
        <p:txBody>
          <a:bodyPr lIns="0" tIns="0" rIns="0" bIns="0" anchor="ctr" anchorCtr="0">
            <a:noAutofit/>
          </a:bodyPr>
          <a:lstStyle/>
          <a:p>
            <a:pPr marL="0" marR="0" lvl="0" indent="0" algn="ctr" defTabSz="914400" rtl="0" eaLnBrk="1" fontAlgn="auto" latinLnBrk="0" hangingPunct="1">
              <a:lnSpc>
                <a:spcPct val="100000"/>
              </a:lnSpc>
              <a:spcBef>
                <a:spcPct val="0"/>
              </a:spcBef>
              <a:spcAft>
                <a:spcPts val="600"/>
              </a:spcAft>
              <a:buClrTx/>
              <a:buSzTx/>
              <a:buFontTx/>
              <a:buNone/>
              <a:tabLst/>
              <a:defRPr/>
            </a:pPr>
            <a:r>
              <a:rPr kumimoji="0" lang="es-MX" sz="2800" b="1" i="0" u="none" strike="noStrike" kern="1200" cap="none" spc="-1" normalizeH="0" baseline="0" noProof="0" dirty="0">
                <a:ln>
                  <a:noFill/>
                </a:ln>
                <a:solidFill>
                  <a:srgbClr val="FFFFFF"/>
                </a:solidFill>
                <a:effectLst/>
                <a:uLnTx/>
                <a:uFillTx/>
                <a:latin typeface="Book Antiqua" panose="02040602050305030304" pitchFamily="18" charset="0"/>
              </a:rPr>
              <a:t>No se debe olvidar</a:t>
            </a:r>
          </a:p>
        </p:txBody>
      </p:sp>
      <p:sp>
        <p:nvSpPr>
          <p:cNvPr id="91" name="TextShape 2"/>
          <p:cNvSpPr txBox="1"/>
          <p:nvPr/>
        </p:nvSpPr>
        <p:spPr>
          <a:xfrm>
            <a:off x="359999" y="1349999"/>
            <a:ext cx="9359999" cy="3772985"/>
          </a:xfrm>
          <a:prstGeom prst="rect">
            <a:avLst/>
          </a:prstGeom>
          <a:noFill/>
          <a:ln w="0">
            <a:noFill/>
          </a:ln>
        </p:spPr>
        <p:txBody>
          <a:bodyPr lIns="0" tIns="0" rIns="0" bIns="0">
            <a:normAutofit/>
          </a:bodyPr>
          <a:lstStyle/>
          <a:p>
            <a:pPr marL="0" marR="0" lvl="0" indent="0" algn="l" defTabSz="914400" rtl="0" eaLnBrk="1" fontAlgn="auto" latinLnBrk="0" hangingPunct="1">
              <a:lnSpc>
                <a:spcPct val="100000"/>
              </a:lnSpc>
              <a:spcBef>
                <a:spcPts val="0"/>
              </a:spcBef>
              <a:spcAft>
                <a:spcPts val="853"/>
              </a:spcAft>
              <a:buClrTx/>
              <a:buSzTx/>
              <a:buFontTx/>
              <a:buNone/>
              <a:tabLst/>
              <a:defRPr/>
            </a:pPr>
            <a:r>
              <a:rPr kumimoji="0" lang="es-MX" sz="2000" b="0" i="0" u="none" strike="noStrike" kern="1200" cap="none" spc="-1" normalizeH="0" baseline="0" noProof="0" dirty="0">
                <a:ln>
                  <a:noFill/>
                </a:ln>
                <a:solidFill>
                  <a:prstClr val="white"/>
                </a:solidFill>
                <a:effectLst/>
                <a:uLnTx/>
                <a:uFillTx/>
                <a:latin typeface="Book Antiqua" panose="02040602050305030304" pitchFamily="18" charset="0"/>
              </a:rPr>
              <a:t>Un criterio que debe descartarse como válido para establecer el nivel de dificultad es el uso de un lenguaje abstruso en sus dimensiones semántica, sintáctica y de coherencia lógica de los enunciados. Todo ítem debe presentar lo siguiente:</a:t>
            </a:r>
          </a:p>
          <a:p>
            <a:pPr marL="0" marR="0" lvl="0" indent="0" algn="l" defTabSz="914400" rtl="0" eaLnBrk="1" fontAlgn="auto" latinLnBrk="0" hangingPunct="1">
              <a:lnSpc>
                <a:spcPct val="100000"/>
              </a:lnSpc>
              <a:spcBef>
                <a:spcPts val="0"/>
              </a:spcBef>
              <a:spcAft>
                <a:spcPts val="853"/>
              </a:spcAft>
              <a:buClrTx/>
              <a:buSzTx/>
              <a:buFontTx/>
              <a:buNone/>
              <a:tabLst/>
              <a:defRPr/>
            </a:pPr>
            <a:endParaRPr kumimoji="0" lang="es-MX" sz="2000" b="0" i="0" u="none" strike="noStrike" kern="1200" cap="none" spc="-1" normalizeH="0" baseline="0" noProof="0" dirty="0">
              <a:ln>
                <a:noFill/>
              </a:ln>
              <a:solidFill>
                <a:prstClr val="white"/>
              </a:solidFill>
              <a:effectLst/>
              <a:uLnTx/>
              <a:uFillTx/>
              <a:latin typeface="Book Antiqua" panose="02040602050305030304" pitchFamily="18" charset="0"/>
            </a:endParaRPr>
          </a:p>
          <a:p>
            <a:pPr marL="0" marR="0" lvl="0" indent="0" algn="l" defTabSz="914400" rtl="0" eaLnBrk="1" fontAlgn="auto" latinLnBrk="0" hangingPunct="1">
              <a:lnSpc>
                <a:spcPct val="100000"/>
              </a:lnSpc>
              <a:spcBef>
                <a:spcPts val="0"/>
              </a:spcBef>
              <a:spcAft>
                <a:spcPts val="853"/>
              </a:spcAft>
              <a:buClrTx/>
              <a:buSzTx/>
              <a:buFontTx/>
              <a:buNone/>
              <a:tabLst/>
              <a:defRPr/>
            </a:pPr>
            <a:r>
              <a:rPr kumimoji="0" lang="es-MX" sz="2000" b="0" i="0" u="none" strike="noStrike" kern="1200" cap="none" spc="-1" normalizeH="0" baseline="0" noProof="0" dirty="0">
                <a:ln>
                  <a:noFill/>
                </a:ln>
                <a:solidFill>
                  <a:prstClr val="white"/>
                </a:solidFill>
                <a:effectLst/>
                <a:uLnTx/>
                <a:uFillTx/>
                <a:latin typeface="Book Antiqua" panose="02040602050305030304" pitchFamily="18" charset="0"/>
              </a:rPr>
              <a:t>1. Léxico medio para un estudiante de educación secundaria</a:t>
            </a:r>
          </a:p>
          <a:p>
            <a:pPr marL="0" marR="0" lvl="0" indent="0" algn="l" defTabSz="914400" rtl="0" eaLnBrk="1" fontAlgn="auto" latinLnBrk="0" hangingPunct="1">
              <a:lnSpc>
                <a:spcPct val="100000"/>
              </a:lnSpc>
              <a:spcBef>
                <a:spcPts val="0"/>
              </a:spcBef>
              <a:spcAft>
                <a:spcPts val="853"/>
              </a:spcAft>
              <a:buClrTx/>
              <a:buSzTx/>
              <a:buFontTx/>
              <a:buNone/>
              <a:tabLst/>
              <a:defRPr/>
            </a:pPr>
            <a:r>
              <a:rPr kumimoji="0" lang="es-MX" sz="2000" b="0" i="0" u="none" strike="noStrike" kern="1200" cap="none" spc="-1" normalizeH="0" baseline="0" noProof="0" dirty="0">
                <a:ln>
                  <a:noFill/>
                </a:ln>
                <a:solidFill>
                  <a:prstClr val="white"/>
                </a:solidFill>
                <a:effectLst/>
                <a:uLnTx/>
                <a:uFillTx/>
                <a:latin typeface="Book Antiqua" panose="02040602050305030304" pitchFamily="18" charset="0"/>
              </a:rPr>
              <a:t>2. Redacción clara, directa y formalmente lógica</a:t>
            </a:r>
            <a:endParaRPr kumimoji="0" lang="es-PE" sz="2000" b="0" i="0" u="none" strike="noStrike" kern="1200" cap="none" spc="-1" normalizeH="0" baseline="0" noProof="0" dirty="0">
              <a:ln>
                <a:noFill/>
              </a:ln>
              <a:solidFill>
                <a:prstClr val="white"/>
              </a:solidFill>
              <a:effectLst/>
              <a:uLnTx/>
              <a:uFillTx/>
              <a:latin typeface="Book Antiqua" panose="02040602050305030304" pitchFamily="18" charset="0"/>
            </a:endParaRPr>
          </a:p>
        </p:txBody>
      </p:sp>
      <p:sp>
        <p:nvSpPr>
          <p:cNvPr id="2" name="Rectángulo: esquinas redondeadas 1">
            <a:extLst>
              <a:ext uri="{FF2B5EF4-FFF2-40B4-BE49-F238E27FC236}">
                <a16:creationId xmlns:a16="http://schemas.microsoft.com/office/drawing/2014/main" id="{2CA4E334-E423-FDA0-B5DF-E2C62F84BBE5}"/>
              </a:ext>
            </a:extLst>
          </p:cNvPr>
          <p:cNvSpPr/>
          <p:nvPr/>
        </p:nvSpPr>
        <p:spPr>
          <a:xfrm>
            <a:off x="5039998" y="3702643"/>
            <a:ext cx="4948708" cy="1235816"/>
          </a:xfrm>
          <a:prstGeom prst="roundRect">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1" normalizeH="0" baseline="0" noProof="0" dirty="0">
                <a:ln>
                  <a:noFill/>
                </a:ln>
                <a:solidFill>
                  <a:prstClr val="white"/>
                </a:solidFill>
                <a:effectLst/>
                <a:uLnTx/>
                <a:uFillTx/>
                <a:latin typeface="Book Antiqua" panose="02040602050305030304" pitchFamily="18" charset="0"/>
              </a:rPr>
              <a:t>Los conceptos disciplinares implican el uso de un léxico más especializado.</a:t>
            </a:r>
            <a:endParaRPr kumimoji="0" lang="es-PE" sz="1800" b="0" i="0" u="none" strike="noStrike" kern="1200" cap="none" spc="0" normalizeH="0" baseline="0" noProof="0" dirty="0">
              <a:ln>
                <a:noFill/>
              </a:ln>
              <a:solidFill>
                <a:prstClr val="white"/>
              </a:solidFill>
              <a:effectLst/>
              <a:uLnTx/>
              <a:uFillTx/>
              <a:latin typeface="Arial"/>
            </a:endParaRPr>
          </a:p>
        </p:txBody>
      </p:sp>
    </p:spTree>
    <p:extLst>
      <p:ext uri="{BB962C8B-B14F-4D97-AF65-F5344CB8AC3E}">
        <p14:creationId xmlns:p14="http://schemas.microsoft.com/office/powerpoint/2010/main" val="251076672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MX" sz="2646" b="1" dirty="0">
                <a:solidFill>
                  <a:schemeClr val="bg1"/>
                </a:solidFill>
                <a:latin typeface="Book Antiqua" panose="02040602050305030304" pitchFamily="18" charset="0"/>
              </a:rPr>
              <a:t>Pasos secuenciales para la elaboración de ítems según el enfoque por competencias</a:t>
            </a:r>
            <a:endParaRPr lang="en-US" sz="2646" b="1" i="1" dirty="0">
              <a:solidFill>
                <a:schemeClr val="bg1"/>
              </a:solidFill>
              <a:latin typeface="Book Antiqua" panose="02040602050305030304" pitchFamily="18" charset="0"/>
            </a:endParaRPr>
          </a:p>
        </p:txBody>
      </p:sp>
      <p:sp>
        <p:nvSpPr>
          <p:cNvPr id="3" name="Marcador de contenido 2"/>
          <p:cNvSpPr>
            <a:spLocks noGrp="1"/>
          </p:cNvSpPr>
          <p:nvPr>
            <p:ph idx="1"/>
          </p:nvPr>
        </p:nvSpPr>
        <p:spPr>
          <a:solidFill>
            <a:schemeClr val="bg1"/>
          </a:solidFill>
          <a:ln>
            <a:solidFill>
              <a:schemeClr val="accent1"/>
            </a:solidFill>
          </a:ln>
        </p:spPr>
        <p:txBody>
          <a:bodyPr>
            <a:normAutofit/>
          </a:bodyPr>
          <a:lstStyle/>
          <a:p>
            <a:pPr marL="0" indent="0">
              <a:buNone/>
            </a:pPr>
            <a:endParaRPr lang="es-MX" sz="1800" dirty="0">
              <a:latin typeface="Book Antiqua" panose="02040602050305030304" pitchFamily="18" charset="0"/>
            </a:endParaRPr>
          </a:p>
          <a:p>
            <a:pPr marL="425265" indent="-425265">
              <a:buAutoNum type="arabicPeriod"/>
            </a:pPr>
            <a:r>
              <a:rPr lang="es-MX" sz="1800" dirty="0">
                <a:latin typeface="Book Antiqua" panose="02040602050305030304" pitchFamily="18" charset="0"/>
              </a:rPr>
              <a:t>Observar el tema que corresponde al balotario de admisión.</a:t>
            </a:r>
          </a:p>
          <a:p>
            <a:pPr marL="425265" indent="-425265">
              <a:buAutoNum type="arabicPeriod"/>
            </a:pPr>
            <a:r>
              <a:rPr lang="es-MX" sz="1800" dirty="0">
                <a:latin typeface="Book Antiqua" panose="02040602050305030304" pitchFamily="18" charset="0"/>
              </a:rPr>
              <a:t>Buscar la información necesaria.</a:t>
            </a:r>
          </a:p>
          <a:p>
            <a:pPr marL="425265" indent="-425265">
              <a:buAutoNum type="arabicPeriod"/>
            </a:pPr>
            <a:r>
              <a:rPr lang="es-MX" sz="1800" dirty="0">
                <a:latin typeface="Book Antiqua" panose="02040602050305030304" pitchFamily="18" charset="0"/>
              </a:rPr>
              <a:t>Elegir la destreza cognitiva que buscamos activar en el postulante.</a:t>
            </a:r>
          </a:p>
          <a:p>
            <a:pPr marL="425265" indent="-425265">
              <a:buAutoNum type="arabicPeriod"/>
            </a:pPr>
            <a:r>
              <a:rPr lang="es-MX" sz="1800" dirty="0">
                <a:latin typeface="Book Antiqua" panose="02040602050305030304" pitchFamily="18" charset="0"/>
              </a:rPr>
              <a:t>Determinar la posibilidad de insertar el tema elegido en un caso concreto.</a:t>
            </a:r>
          </a:p>
          <a:p>
            <a:pPr marL="425265" indent="-425265">
              <a:buAutoNum type="arabicPeriod"/>
            </a:pPr>
            <a:r>
              <a:rPr lang="es-MX" sz="1800" dirty="0">
                <a:latin typeface="Book Antiqua" panose="02040602050305030304" pitchFamily="18" charset="0"/>
              </a:rPr>
              <a:t>Reajustar y reformular el ítem si no está orientado hacia el objetivo.</a:t>
            </a:r>
          </a:p>
          <a:p>
            <a:pPr marL="425265" indent="-425265">
              <a:buAutoNum type="arabicPeriod"/>
            </a:pPr>
            <a:r>
              <a:rPr lang="es-MX" sz="1800" dirty="0">
                <a:latin typeface="Book Antiqua" panose="02040602050305030304" pitchFamily="18" charset="0"/>
              </a:rPr>
              <a:t>Procurar un idóneo grado de complejidad en el enunciado o las alternativas. </a:t>
            </a:r>
          </a:p>
          <a:p>
            <a:pPr marL="425265" indent="-425265">
              <a:buAutoNum type="arabicPeriod"/>
            </a:pPr>
            <a:r>
              <a:rPr lang="es-MX" sz="1800" dirty="0">
                <a:latin typeface="Book Antiqua" panose="02040602050305030304" pitchFamily="18" charset="0"/>
              </a:rPr>
              <a:t>Revisar y corregir hasta llegar a una versión óptima a nivel formal.</a:t>
            </a:r>
            <a:endParaRPr lang="en-US" sz="1800" dirty="0">
              <a:latin typeface="Book Antiqua" panose="02040602050305030304" pitchFamily="18" charset="0"/>
            </a:endParaRPr>
          </a:p>
        </p:txBody>
      </p:sp>
    </p:spTree>
    <p:extLst>
      <p:ext uri="{BB962C8B-B14F-4D97-AF65-F5344CB8AC3E}">
        <p14:creationId xmlns:p14="http://schemas.microsoft.com/office/powerpoint/2010/main" val="398855279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93043" y="301993"/>
            <a:ext cx="8466197" cy="696227"/>
          </a:xfrm>
        </p:spPr>
        <p:txBody>
          <a:bodyPr>
            <a:normAutofit/>
          </a:bodyPr>
          <a:lstStyle/>
          <a:p>
            <a:pPr lvl="0"/>
            <a:r>
              <a:rPr lang="es-ES" sz="3200" b="1" dirty="0">
                <a:solidFill>
                  <a:schemeClr val="bg1"/>
                </a:solidFill>
                <a:latin typeface="Book Antiqua" panose="02040602050305030304" pitchFamily="18" charset="0"/>
                <a:ea typeface="Calibri" panose="020F0502020204030204" pitchFamily="34" charset="0"/>
                <a:cs typeface="Times New Roman" panose="02020603050405020304" pitchFamily="18" charset="0"/>
              </a:rPr>
              <a:t>Paso 1: Revisar el temario</a:t>
            </a:r>
            <a:endParaRPr lang="en-US" sz="3200" dirty="0">
              <a:solidFill>
                <a:schemeClr val="bg1"/>
              </a:solidFill>
              <a:latin typeface="Book Antiqua" panose="02040602050305030304" pitchFamily="18" charset="0"/>
            </a:endParaRPr>
          </a:p>
        </p:txBody>
      </p:sp>
      <p:sp>
        <p:nvSpPr>
          <p:cNvPr id="3" name="Marcador de contenido 2"/>
          <p:cNvSpPr>
            <a:spLocks noGrp="1"/>
          </p:cNvSpPr>
          <p:nvPr>
            <p:ph idx="1"/>
          </p:nvPr>
        </p:nvSpPr>
        <p:spPr>
          <a:solidFill>
            <a:schemeClr val="bg1"/>
          </a:solidFill>
        </p:spPr>
        <p:txBody>
          <a:bodyPr>
            <a:normAutofit/>
          </a:bodyPr>
          <a:lstStyle/>
          <a:p>
            <a:r>
              <a:rPr lang="es-ES" sz="2000" b="1" dirty="0">
                <a:latin typeface="Book Antiqua" panose="02040602050305030304" pitchFamily="18" charset="0"/>
                <a:ea typeface="Calibri" panose="020F0502020204030204" pitchFamily="34" charset="0"/>
                <a:cs typeface="Times New Roman" panose="02020603050405020304" pitchFamily="18" charset="0"/>
              </a:rPr>
              <a:t>Revisar detalladamente el temario / balotario </a:t>
            </a:r>
            <a:r>
              <a:rPr lang="es-ES" sz="2000" dirty="0">
                <a:latin typeface="Book Antiqua" panose="02040602050305030304" pitchFamily="18" charset="0"/>
                <a:ea typeface="Calibri" panose="020F0502020204030204" pitchFamily="34" charset="0"/>
                <a:cs typeface="Times New Roman" panose="02020603050405020304" pitchFamily="18" charset="0"/>
              </a:rPr>
              <a:t>con la finalidad que el docente constructor sepa los temas (es decir, la información) con los cuales los estudiantes serán evaluados. El temario debe haber sido elaborado siguiendo los contenidos del currículo nacional para la educación regular secundaria.</a:t>
            </a:r>
          </a:p>
          <a:p>
            <a:pPr marL="223658" algn="just">
              <a:lnSpc>
                <a:spcPct val="115000"/>
              </a:lnSpc>
              <a:spcAft>
                <a:spcPts val="827"/>
              </a:spcAft>
            </a:pPr>
            <a:r>
              <a:rPr lang="es-ES" dirty="0">
                <a:latin typeface="Book Antiqua" panose="02040602050305030304" pitchFamily="18" charset="0"/>
                <a:ea typeface="Calibri" panose="020F0502020204030204" pitchFamily="34" charset="0"/>
                <a:cs typeface="Times New Roman" panose="02020603050405020304" pitchFamily="18" charset="0"/>
              </a:rPr>
              <a:t>Requerimientos: </a:t>
            </a:r>
          </a:p>
          <a:p>
            <a:pPr marL="412664" indent="-378013" algn="just">
              <a:lnSpc>
                <a:spcPct val="115000"/>
              </a:lnSpc>
              <a:spcAft>
                <a:spcPts val="827"/>
              </a:spcAft>
              <a:buFontTx/>
              <a:buChar char="-"/>
            </a:pPr>
            <a:r>
              <a:rPr lang="es-ES" dirty="0">
                <a:latin typeface="Book Antiqua" panose="02040602050305030304" pitchFamily="18" charset="0"/>
                <a:ea typeface="Calibri" panose="020F0502020204030204" pitchFamily="34" charset="0"/>
                <a:cs typeface="Times New Roman" panose="02020603050405020304" pitchFamily="18" charset="0"/>
              </a:rPr>
              <a:t>Temario / </a:t>
            </a:r>
            <a:r>
              <a:rPr lang="es-ES" dirty="0" err="1">
                <a:latin typeface="Book Antiqua" panose="02040602050305030304" pitchFamily="18" charset="0"/>
                <a:ea typeface="Calibri" panose="020F0502020204030204" pitchFamily="34" charset="0"/>
                <a:cs typeface="Times New Roman" panose="02020603050405020304" pitchFamily="18" charset="0"/>
              </a:rPr>
              <a:t>balotario</a:t>
            </a:r>
            <a:r>
              <a:rPr lang="es-ES" dirty="0">
                <a:latin typeface="Book Antiqua" panose="02040602050305030304" pitchFamily="18" charset="0"/>
                <a:ea typeface="Calibri" panose="020F0502020204030204" pitchFamily="34" charset="0"/>
                <a:cs typeface="Times New Roman" panose="02020603050405020304" pitchFamily="18" charset="0"/>
              </a:rPr>
              <a:t> </a:t>
            </a:r>
          </a:p>
          <a:p>
            <a:pPr marL="412664" indent="-378013" algn="just">
              <a:lnSpc>
                <a:spcPct val="115000"/>
              </a:lnSpc>
              <a:spcAft>
                <a:spcPts val="827"/>
              </a:spcAft>
              <a:buFontTx/>
              <a:buChar char="-"/>
            </a:pPr>
            <a:r>
              <a:rPr lang="es-ES" dirty="0">
                <a:latin typeface="Book Antiqua" panose="02040602050305030304" pitchFamily="18" charset="0"/>
                <a:ea typeface="Calibri" panose="020F0502020204030204" pitchFamily="34" charset="0"/>
                <a:cs typeface="Times New Roman" panose="02020603050405020304" pitchFamily="18" charset="0"/>
              </a:rPr>
              <a:t>Tipo de pregunta</a:t>
            </a:r>
          </a:p>
          <a:p>
            <a:pPr marL="412664" indent="-378013" algn="just">
              <a:lnSpc>
                <a:spcPct val="115000"/>
              </a:lnSpc>
              <a:spcAft>
                <a:spcPts val="827"/>
              </a:spcAft>
              <a:buFontTx/>
              <a:buChar char="-"/>
            </a:pPr>
            <a:r>
              <a:rPr lang="es-ES" dirty="0">
                <a:latin typeface="Book Antiqua" panose="02040602050305030304" pitchFamily="18" charset="0"/>
                <a:ea typeface="Calibri" panose="020F0502020204030204" pitchFamily="34" charset="0"/>
                <a:cs typeface="Times New Roman" panose="02020603050405020304" pitchFamily="18" charset="0"/>
              </a:rPr>
              <a:t>Nivel de dificultad </a:t>
            </a:r>
          </a:p>
          <a:p>
            <a:pPr marL="223658" algn="just">
              <a:lnSpc>
                <a:spcPct val="115000"/>
              </a:lnSpc>
              <a:spcAft>
                <a:spcPts val="827"/>
              </a:spcAft>
            </a:pPr>
            <a:endParaRPr lang="en-US" sz="1984" dirty="0">
              <a:latin typeface="Calibri" panose="020F0502020204030204" pitchFamily="34" charset="0"/>
              <a:ea typeface="Calibri" panose="020F0502020204030204" pitchFamily="34" charset="0"/>
              <a:cs typeface="Times New Roman" panose="02020603050405020304" pitchFamily="18" charset="0"/>
            </a:endParaRPr>
          </a:p>
          <a:p>
            <a:pPr marL="283510" indent="-283510" algn="just">
              <a:lnSpc>
                <a:spcPct val="115000"/>
              </a:lnSpc>
              <a:buFont typeface="+mj-lt"/>
              <a:buAutoNum type="arabicPeriod"/>
            </a:pPr>
            <a:endParaRPr lang="en-US" sz="1984"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5" name="CuadroTexto 4">
            <a:extLst>
              <a:ext uri="{FF2B5EF4-FFF2-40B4-BE49-F238E27FC236}">
                <a16:creationId xmlns:a16="http://schemas.microsoft.com/office/drawing/2014/main" id="{BF363531-350F-423A-9B1C-413B8C085170}"/>
              </a:ext>
            </a:extLst>
          </p:cNvPr>
          <p:cNvSpPr txBox="1"/>
          <p:nvPr/>
        </p:nvSpPr>
        <p:spPr>
          <a:xfrm>
            <a:off x="4926141" y="2835275"/>
            <a:ext cx="4339779" cy="1754326"/>
          </a:xfrm>
          <a:prstGeom prst="rect">
            <a:avLst/>
          </a:prstGeom>
          <a:noFill/>
          <a:ln>
            <a:solidFill>
              <a:srgbClr val="FF0000"/>
            </a:solidFill>
          </a:ln>
        </p:spPr>
        <p:txBody>
          <a:bodyPr wrap="square">
            <a:spAutoFit/>
          </a:bodyPr>
          <a:lstStyle/>
          <a:p>
            <a:r>
              <a:rPr lang="es-ES" sz="1800" b="1" dirty="0">
                <a:latin typeface="Book Antiqua" panose="02040602050305030304" pitchFamily="18" charset="0"/>
                <a:ea typeface="Calibri" panose="020F0502020204030204" pitchFamily="34" charset="0"/>
                <a:cs typeface="Times New Roman" panose="02020603050405020304" pitchFamily="18" charset="0"/>
              </a:rPr>
              <a:t>Tipo de pregunta (ítem)</a:t>
            </a:r>
          </a:p>
          <a:p>
            <a:pPr marL="443640">
              <a:buFontTx/>
              <a:buChar char="-"/>
            </a:pPr>
            <a:r>
              <a:rPr lang="es-ES" sz="1800" dirty="0">
                <a:latin typeface="Book Antiqua" panose="02040602050305030304" pitchFamily="18" charset="0"/>
                <a:ea typeface="Calibri" panose="020F0502020204030204" pitchFamily="34" charset="0"/>
                <a:cs typeface="Times New Roman" panose="02020603050405020304" pitchFamily="18" charset="0"/>
              </a:rPr>
              <a:t>Ítem básico</a:t>
            </a:r>
          </a:p>
          <a:p>
            <a:pPr marL="443640">
              <a:buFontTx/>
              <a:buChar char="-"/>
            </a:pPr>
            <a:r>
              <a:rPr lang="es-ES" sz="1800" dirty="0">
                <a:latin typeface="Book Antiqua" panose="02040602050305030304" pitchFamily="18" charset="0"/>
                <a:ea typeface="Calibri" panose="020F0502020204030204" pitchFamily="34" charset="0"/>
                <a:cs typeface="Times New Roman" panose="02020603050405020304" pitchFamily="18" charset="0"/>
              </a:rPr>
              <a:t>Ítem con gráfico / iconografía</a:t>
            </a:r>
          </a:p>
          <a:p>
            <a:pPr marL="443640">
              <a:buFontTx/>
              <a:buChar char="-"/>
            </a:pPr>
            <a:r>
              <a:rPr lang="es-ES" sz="1800" dirty="0">
                <a:latin typeface="Book Antiqua" panose="02040602050305030304" pitchFamily="18" charset="0"/>
                <a:ea typeface="Calibri" panose="020F0502020204030204" pitchFamily="34" charset="0"/>
                <a:cs typeface="Times New Roman" panose="02020603050405020304" pitchFamily="18" charset="0"/>
              </a:rPr>
              <a:t>Ítem secuencia de V o F</a:t>
            </a:r>
          </a:p>
          <a:p>
            <a:pPr marL="443640">
              <a:buFontTx/>
              <a:buChar char="-"/>
            </a:pPr>
            <a:r>
              <a:rPr lang="es-ES" sz="1800" dirty="0">
                <a:latin typeface="Book Antiqua" panose="02040602050305030304" pitchFamily="18" charset="0"/>
                <a:ea typeface="Calibri" panose="020F0502020204030204" pitchFamily="34" charset="0"/>
                <a:cs typeface="Times New Roman" panose="02020603050405020304" pitchFamily="18" charset="0"/>
              </a:rPr>
              <a:t>Ítem opciones para escoger</a:t>
            </a:r>
          </a:p>
          <a:p>
            <a:pPr marL="443640">
              <a:buFontTx/>
              <a:buChar char="-"/>
            </a:pPr>
            <a:r>
              <a:rPr lang="es-ES" sz="1800" dirty="0">
                <a:latin typeface="Book Antiqua" panose="02040602050305030304" pitchFamily="18" charset="0"/>
                <a:ea typeface="Calibri" panose="020F0502020204030204" pitchFamily="34" charset="0"/>
                <a:cs typeface="Times New Roman" panose="02020603050405020304" pitchFamily="18" charset="0"/>
              </a:rPr>
              <a:t>Ítem columnas para relacionar</a:t>
            </a:r>
          </a:p>
        </p:txBody>
      </p:sp>
    </p:spTree>
    <p:extLst>
      <p:ext uri="{BB962C8B-B14F-4D97-AF65-F5344CB8AC3E}">
        <p14:creationId xmlns:p14="http://schemas.microsoft.com/office/powerpoint/2010/main" val="253088825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lvl="0" algn="ctr"/>
            <a:r>
              <a:rPr lang="es-ES" sz="2976" b="1" dirty="0">
                <a:solidFill>
                  <a:schemeClr val="bg1"/>
                </a:solidFill>
                <a:latin typeface="Book Antiqua" panose="02040602050305030304" pitchFamily="18" charset="0"/>
                <a:ea typeface="Calibri" panose="020F0502020204030204" pitchFamily="34" charset="0"/>
                <a:cs typeface="Times New Roman" panose="02020603050405020304" pitchFamily="18" charset="0"/>
              </a:rPr>
              <a:t>Paso 2: Buscar la información</a:t>
            </a:r>
            <a:r>
              <a:rPr lang="en-US" sz="2976" b="1" dirty="0">
                <a:solidFill>
                  <a:schemeClr val="bg1"/>
                </a:solidFill>
                <a:latin typeface="Book Antiqua" panose="02040602050305030304" pitchFamily="18" charset="0"/>
                <a:ea typeface="Calibri" panose="020F0502020204030204" pitchFamily="34" charset="0"/>
                <a:cs typeface="Times New Roman" panose="02020603050405020304" pitchFamily="18" charset="0"/>
              </a:rPr>
              <a:t> </a:t>
            </a:r>
            <a:r>
              <a:rPr lang="en-US" sz="2976" b="1" dirty="0" err="1">
                <a:solidFill>
                  <a:schemeClr val="bg1"/>
                </a:solidFill>
                <a:latin typeface="Book Antiqua" panose="02040602050305030304" pitchFamily="18" charset="0"/>
                <a:ea typeface="Calibri" panose="020F0502020204030204" pitchFamily="34" charset="0"/>
                <a:cs typeface="Times New Roman" panose="02020603050405020304" pitchFamily="18" charset="0"/>
              </a:rPr>
              <a:t>necesaria</a:t>
            </a:r>
            <a:endParaRPr lang="es-PE" sz="2976" b="1" dirty="0">
              <a:solidFill>
                <a:schemeClr val="bg1"/>
              </a:solidFill>
              <a:latin typeface="Book Antiqua" panose="02040602050305030304" pitchFamily="18" charset="0"/>
            </a:endParaRPr>
          </a:p>
        </p:txBody>
      </p:sp>
      <p:sp>
        <p:nvSpPr>
          <p:cNvPr id="3" name="Marcador de contenido 2"/>
          <p:cNvSpPr>
            <a:spLocks noGrp="1"/>
          </p:cNvSpPr>
          <p:nvPr>
            <p:ph idx="4294967295"/>
          </p:nvPr>
        </p:nvSpPr>
        <p:spPr>
          <a:xfrm>
            <a:off x="360000" y="1245704"/>
            <a:ext cx="9180000" cy="3790122"/>
          </a:xfrm>
          <a:solidFill>
            <a:schemeClr val="bg1"/>
          </a:solidFill>
          <a:ln>
            <a:solidFill>
              <a:schemeClr val="bg1"/>
            </a:solidFill>
          </a:ln>
        </p:spPr>
        <p:style>
          <a:lnRef idx="2">
            <a:schemeClr val="accent1"/>
          </a:lnRef>
          <a:fillRef idx="1">
            <a:schemeClr val="lt1"/>
          </a:fillRef>
          <a:effectRef idx="0">
            <a:schemeClr val="accent1"/>
          </a:effectRef>
          <a:fontRef idx="minor">
            <a:schemeClr val="dk1"/>
          </a:fontRef>
        </p:style>
        <p:txBody>
          <a:bodyPr>
            <a:normAutofit fontScale="70000" lnSpcReduction="20000"/>
          </a:bodyPr>
          <a:lstStyle/>
          <a:p>
            <a:pPr marL="223658" algn="just">
              <a:lnSpc>
                <a:spcPct val="115000"/>
              </a:lnSpc>
            </a:pPr>
            <a:r>
              <a:rPr lang="es-ES" sz="2600" dirty="0">
                <a:latin typeface="Book Antiqua" panose="02040602050305030304" pitchFamily="18" charset="0"/>
                <a:ea typeface="Calibri" panose="020F0502020204030204" pitchFamily="34" charset="0"/>
                <a:cs typeface="Times New Roman" panose="02020603050405020304" pitchFamily="18" charset="0"/>
              </a:rPr>
              <a:t>El docente constructor debe buscar información diversa sobre los temas que se le hayan asignado. </a:t>
            </a:r>
          </a:p>
          <a:p>
            <a:pPr marL="223658" algn="just">
              <a:lnSpc>
                <a:spcPct val="115000"/>
              </a:lnSpc>
            </a:pPr>
            <a:r>
              <a:rPr lang="es-ES" sz="2600" dirty="0">
                <a:latin typeface="Book Antiqua" panose="02040602050305030304" pitchFamily="18" charset="0"/>
                <a:ea typeface="Calibri" panose="020F0502020204030204" pitchFamily="34" charset="0"/>
                <a:cs typeface="Times New Roman" panose="02020603050405020304" pitchFamily="18" charset="0"/>
              </a:rPr>
              <a:t>Los primeros insumos son los materiales educativos de nivel secundario; para el caso de las preguntas de los exámenes de admisión en las universidades públicas, son particularmente útiles los </a:t>
            </a:r>
            <a:r>
              <a:rPr lang="es-ES" sz="2600" b="1" dirty="0">
                <a:latin typeface="Book Antiqua" panose="02040602050305030304" pitchFamily="18" charset="0"/>
                <a:ea typeface="Calibri" panose="020F0502020204030204" pitchFamily="34" charset="0"/>
                <a:cs typeface="Times New Roman" panose="02020603050405020304" pitchFamily="18" charset="0"/>
              </a:rPr>
              <a:t>libros escolares </a:t>
            </a:r>
            <a:r>
              <a:rPr lang="es-ES" sz="2600" dirty="0">
                <a:latin typeface="Book Antiqua" panose="02040602050305030304" pitchFamily="18" charset="0"/>
                <a:ea typeface="Calibri" panose="020F0502020204030204" pitchFamily="34" charset="0"/>
                <a:cs typeface="Times New Roman" panose="02020603050405020304" pitchFamily="18" charset="0"/>
              </a:rPr>
              <a:t>distribuidos a las </a:t>
            </a:r>
            <a:r>
              <a:rPr lang="es-ES" sz="2600" b="1" dirty="0">
                <a:latin typeface="Book Antiqua" panose="02040602050305030304" pitchFamily="18" charset="0"/>
                <a:ea typeface="Calibri" panose="020F0502020204030204" pitchFamily="34" charset="0"/>
                <a:cs typeface="Times New Roman" panose="02020603050405020304" pitchFamily="18" charset="0"/>
              </a:rPr>
              <a:t>instituciones públicas</a:t>
            </a:r>
            <a:r>
              <a:rPr lang="es-ES" sz="2600" dirty="0">
                <a:latin typeface="Book Antiqua" panose="02040602050305030304" pitchFamily="18" charset="0"/>
                <a:ea typeface="Calibri" panose="020F0502020204030204" pitchFamily="34" charset="0"/>
                <a:cs typeface="Times New Roman" panose="02020603050405020304" pitchFamily="18" charset="0"/>
              </a:rPr>
              <a:t>. </a:t>
            </a:r>
          </a:p>
          <a:p>
            <a:pPr marL="412139" indent="-263822" algn="just">
              <a:lnSpc>
                <a:spcPct val="115000"/>
              </a:lnSpc>
              <a:buFontTx/>
              <a:buChar char="-"/>
            </a:pPr>
            <a:r>
              <a:rPr lang="es-ES" sz="2600" dirty="0">
                <a:latin typeface="Book Antiqua" panose="02040602050305030304" pitchFamily="18" charset="0"/>
                <a:ea typeface="Calibri" panose="020F0502020204030204" pitchFamily="34" charset="0"/>
                <a:cs typeface="Times New Roman" panose="02020603050405020304" pitchFamily="18" charset="0"/>
              </a:rPr>
              <a:t>Sin embargo, estos materiales tienen la debilidad de proveer </a:t>
            </a:r>
            <a:r>
              <a:rPr lang="es-ES" sz="2600" b="1" dirty="0">
                <a:latin typeface="Book Antiqua" panose="02040602050305030304" pitchFamily="18" charset="0"/>
                <a:ea typeface="Calibri" panose="020F0502020204030204" pitchFamily="34" charset="0"/>
                <a:cs typeface="Times New Roman" panose="02020603050405020304" pitchFamily="18" charset="0"/>
              </a:rPr>
              <a:t>información escueta</a:t>
            </a:r>
            <a:r>
              <a:rPr lang="es-ES" sz="2600" dirty="0">
                <a:latin typeface="Book Antiqua" panose="02040602050305030304" pitchFamily="18" charset="0"/>
                <a:ea typeface="Calibri" panose="020F0502020204030204" pitchFamily="34" charset="0"/>
                <a:cs typeface="Times New Roman" panose="02020603050405020304" pitchFamily="18" charset="0"/>
              </a:rPr>
              <a:t> sobre los temas que contienen. </a:t>
            </a:r>
          </a:p>
          <a:p>
            <a:pPr marL="148317" indent="0" algn="just">
              <a:lnSpc>
                <a:spcPct val="115000"/>
              </a:lnSpc>
              <a:buNone/>
            </a:pPr>
            <a:endParaRPr lang="es-ES" sz="2600" dirty="0">
              <a:latin typeface="Book Antiqua" panose="02040602050305030304" pitchFamily="18" charset="0"/>
              <a:ea typeface="Calibri" panose="020F0502020204030204" pitchFamily="34" charset="0"/>
              <a:cs typeface="Times New Roman" panose="02020603050405020304" pitchFamily="18" charset="0"/>
            </a:endParaRPr>
          </a:p>
          <a:p>
            <a:pPr marL="217882" indent="-183756" algn="just">
              <a:lnSpc>
                <a:spcPct val="115000"/>
              </a:lnSpc>
            </a:pPr>
            <a:r>
              <a:rPr lang="es-ES" sz="2600" dirty="0">
                <a:latin typeface="Book Antiqua" panose="02040602050305030304" pitchFamily="18" charset="0"/>
                <a:ea typeface="Calibri" panose="020F0502020204030204" pitchFamily="34" charset="0"/>
                <a:cs typeface="Times New Roman" panose="02020603050405020304" pitchFamily="18" charset="0"/>
              </a:rPr>
              <a:t>Por ello, es </a:t>
            </a:r>
            <a:r>
              <a:rPr lang="es-ES" sz="2600" b="1" dirty="0">
                <a:latin typeface="Book Antiqua" panose="02040602050305030304" pitchFamily="18" charset="0"/>
                <a:ea typeface="Calibri" panose="020F0502020204030204" pitchFamily="34" charset="0"/>
                <a:cs typeface="Times New Roman" panose="02020603050405020304" pitchFamily="18" charset="0"/>
              </a:rPr>
              <a:t>recomendable</a:t>
            </a:r>
            <a:r>
              <a:rPr lang="es-ES" sz="2600" dirty="0">
                <a:latin typeface="Book Antiqua" panose="02040602050305030304" pitchFamily="18" charset="0"/>
                <a:ea typeface="Calibri" panose="020F0502020204030204" pitchFamily="34" charset="0"/>
                <a:cs typeface="Times New Roman" panose="02020603050405020304" pitchFamily="18" charset="0"/>
              </a:rPr>
              <a:t> consultar información adicional, ya sea en libros de divulgación académica, ya sea en </a:t>
            </a:r>
            <a:r>
              <a:rPr lang="es-ES" sz="2600" b="1" dirty="0">
                <a:latin typeface="Book Antiqua" panose="02040602050305030304" pitchFamily="18" charset="0"/>
                <a:ea typeface="Calibri" panose="020F0502020204030204" pitchFamily="34" charset="0"/>
                <a:cs typeface="Times New Roman" panose="02020603050405020304" pitchFamily="18" charset="0"/>
              </a:rPr>
              <a:t>Internet</a:t>
            </a:r>
            <a:r>
              <a:rPr lang="es-ES" sz="2600" dirty="0">
                <a:latin typeface="Book Antiqua" panose="02040602050305030304" pitchFamily="18" charset="0"/>
                <a:ea typeface="Calibri" panose="020F0502020204030204" pitchFamily="34" charset="0"/>
                <a:cs typeface="Times New Roman" panose="02020603050405020304" pitchFamily="18" charset="0"/>
              </a:rPr>
              <a:t>. Al hacer esto resulta necesario </a:t>
            </a:r>
            <a:r>
              <a:rPr lang="es-ES" sz="2600" b="1" dirty="0">
                <a:latin typeface="Book Antiqua" panose="02040602050305030304" pitchFamily="18" charset="0"/>
                <a:ea typeface="Calibri" panose="020F0502020204030204" pitchFamily="34" charset="0"/>
                <a:cs typeface="Times New Roman" panose="02020603050405020304" pitchFamily="18" charset="0"/>
              </a:rPr>
              <a:t>cotejar</a:t>
            </a:r>
            <a:r>
              <a:rPr lang="es-ES" sz="2600" dirty="0">
                <a:latin typeface="Book Antiqua" panose="02040602050305030304" pitchFamily="18" charset="0"/>
                <a:ea typeface="Calibri" panose="020F0502020204030204" pitchFamily="34" charset="0"/>
                <a:cs typeface="Times New Roman" panose="02020603050405020304" pitchFamily="18" charset="0"/>
              </a:rPr>
              <a:t> los datos de la fuente utilizada con otras, a fin de llegar a la convicción de tener información confiable para elaborar la pregunta</a:t>
            </a:r>
            <a:r>
              <a:rPr lang="es-ES" sz="2150" dirty="0">
                <a:latin typeface="Book Antiqua" panose="02040602050305030304" pitchFamily="18" charset="0"/>
                <a:ea typeface="Calibri" panose="020F0502020204030204" pitchFamily="34" charset="0"/>
                <a:cs typeface="Times New Roman" panose="02020603050405020304" pitchFamily="18" charset="0"/>
              </a:rPr>
              <a:t>.</a:t>
            </a:r>
            <a:endParaRPr lang="es-PE" sz="2150" dirty="0">
              <a:latin typeface="Book Antiqua" panose="02040602050305030304" pitchFamily="18" charset="0"/>
            </a:endParaRPr>
          </a:p>
          <a:p>
            <a:pPr marL="34651" indent="0" algn="just">
              <a:lnSpc>
                <a:spcPct val="115000"/>
              </a:lnSpc>
              <a:buNone/>
            </a:pPr>
            <a:endParaRPr lang="en-US" sz="1984"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5934093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93043" y="301993"/>
            <a:ext cx="8305183" cy="508557"/>
          </a:xfrm>
        </p:spPr>
        <p:txBody>
          <a:bodyPr>
            <a:normAutofit fontScale="90000"/>
          </a:bodyPr>
          <a:lstStyle/>
          <a:p>
            <a:pPr lvl="0" algn="ctr"/>
            <a:r>
              <a:rPr lang="es-ES" sz="2646" b="1" dirty="0">
                <a:solidFill>
                  <a:schemeClr val="bg1"/>
                </a:solidFill>
                <a:latin typeface="Book Antiqua" panose="02040602050305030304" pitchFamily="18" charset="0"/>
                <a:ea typeface="Calibri" panose="020F0502020204030204" pitchFamily="34" charset="0"/>
                <a:cs typeface="Times New Roman" panose="02020603050405020304" pitchFamily="18" charset="0"/>
              </a:rPr>
              <a:t>Paso 3. Concepción de la pregunta: una destreza cognitiva</a:t>
            </a:r>
            <a:endParaRPr lang="en-US" sz="3307" dirty="0">
              <a:solidFill>
                <a:schemeClr val="bg1"/>
              </a:solidFill>
              <a:latin typeface="Book Antiqua" panose="02040602050305030304" pitchFamily="18" charset="0"/>
            </a:endParaRPr>
          </a:p>
        </p:txBody>
      </p:sp>
      <p:sp>
        <p:nvSpPr>
          <p:cNvPr id="3" name="Marcador de contenido 2"/>
          <p:cNvSpPr>
            <a:spLocks noGrp="1"/>
          </p:cNvSpPr>
          <p:nvPr>
            <p:ph idx="4294967295"/>
          </p:nvPr>
        </p:nvSpPr>
        <p:spPr>
          <a:xfrm>
            <a:off x="360000" y="1349999"/>
            <a:ext cx="9180000" cy="3884609"/>
          </a:xfrm>
          <a:ln>
            <a:solidFill>
              <a:schemeClr val="bg1"/>
            </a:solidFill>
          </a:ln>
        </p:spPr>
        <p:style>
          <a:lnRef idx="2">
            <a:schemeClr val="accent2"/>
          </a:lnRef>
          <a:fillRef idx="1">
            <a:schemeClr val="lt1"/>
          </a:fillRef>
          <a:effectRef idx="0">
            <a:schemeClr val="accent2"/>
          </a:effectRef>
          <a:fontRef idx="minor">
            <a:schemeClr val="dk1"/>
          </a:fontRef>
        </p:style>
        <p:txBody>
          <a:bodyPr>
            <a:normAutofit fontScale="92500" lnSpcReduction="20000"/>
          </a:bodyPr>
          <a:lstStyle/>
          <a:p>
            <a:pPr marL="223658" algn="just">
              <a:lnSpc>
                <a:spcPct val="115000"/>
              </a:lnSpc>
            </a:pPr>
            <a:r>
              <a:rPr lang="es-ES" sz="1984" dirty="0">
                <a:latin typeface="Book Antiqua" panose="02040602050305030304" pitchFamily="18" charset="0"/>
                <a:ea typeface="Calibri" panose="020F0502020204030204" pitchFamily="34" charset="0"/>
                <a:cs typeface="Times New Roman" panose="02020603050405020304" pitchFamily="18" charset="0"/>
              </a:rPr>
              <a:t>En función del </a:t>
            </a:r>
            <a:r>
              <a:rPr lang="es-ES" sz="1984" b="1" dirty="0">
                <a:latin typeface="Book Antiqua" panose="02040602050305030304" pitchFamily="18" charset="0"/>
                <a:ea typeface="Calibri" panose="020F0502020204030204" pitchFamily="34" charset="0"/>
                <a:cs typeface="Times New Roman" panose="02020603050405020304" pitchFamily="18" charset="0"/>
              </a:rPr>
              <a:t>tema escogido</a:t>
            </a:r>
            <a:r>
              <a:rPr lang="es-ES" sz="1984" dirty="0">
                <a:latin typeface="Book Antiqua" panose="02040602050305030304" pitchFamily="18" charset="0"/>
                <a:ea typeface="Calibri" panose="020F0502020204030204" pitchFamily="34" charset="0"/>
                <a:cs typeface="Times New Roman" panose="02020603050405020304" pitchFamily="18" charset="0"/>
              </a:rPr>
              <a:t>, el tipo de pregunta asignada y la información obtenida, el constructor debe concebir la pregunta. </a:t>
            </a:r>
          </a:p>
          <a:p>
            <a:pPr marL="223658" algn="just">
              <a:lnSpc>
                <a:spcPct val="115000"/>
              </a:lnSpc>
            </a:pPr>
            <a:endParaRPr lang="es-ES" sz="1984" dirty="0">
              <a:latin typeface="Book Antiqua" panose="02040602050305030304" pitchFamily="18" charset="0"/>
              <a:ea typeface="Calibri" panose="020F0502020204030204" pitchFamily="34" charset="0"/>
              <a:cs typeface="Times New Roman" panose="02020603050405020304" pitchFamily="18" charset="0"/>
            </a:endParaRPr>
          </a:p>
          <a:p>
            <a:pPr marL="223658" algn="just">
              <a:lnSpc>
                <a:spcPct val="115000"/>
              </a:lnSpc>
            </a:pPr>
            <a:r>
              <a:rPr lang="es-ES" sz="1984" dirty="0">
                <a:latin typeface="Book Antiqua" panose="02040602050305030304" pitchFamily="18" charset="0"/>
                <a:ea typeface="Calibri" panose="020F0502020204030204" pitchFamily="34" charset="0"/>
                <a:cs typeface="Times New Roman" panose="02020603050405020304" pitchFamily="18" charset="0"/>
              </a:rPr>
              <a:t>Ello quiere decir </a:t>
            </a:r>
            <a:r>
              <a:rPr lang="es-ES" sz="1984" b="1" dirty="0">
                <a:solidFill>
                  <a:srgbClr val="FF0000"/>
                </a:solidFill>
                <a:latin typeface="Book Antiqua" panose="02040602050305030304" pitchFamily="18" charset="0"/>
                <a:ea typeface="Calibri" panose="020F0502020204030204" pitchFamily="34" charset="0"/>
                <a:cs typeface="Times New Roman" panose="02020603050405020304" pitchFamily="18" charset="0"/>
              </a:rPr>
              <a:t>imaginar de qué manera </a:t>
            </a:r>
            <a:r>
              <a:rPr lang="es-ES" sz="1984" dirty="0">
                <a:latin typeface="Book Antiqua" panose="02040602050305030304" pitchFamily="18" charset="0"/>
                <a:ea typeface="Calibri" panose="020F0502020204030204" pitchFamily="34" charset="0"/>
                <a:cs typeface="Times New Roman" panose="02020603050405020304" pitchFamily="18" charset="0"/>
              </a:rPr>
              <a:t>la pregunta empleará los datos recopilados para evaluar una destreza cognitiva. </a:t>
            </a:r>
          </a:p>
          <a:p>
            <a:pPr marL="223658" algn="just">
              <a:lnSpc>
                <a:spcPct val="115000"/>
              </a:lnSpc>
            </a:pPr>
            <a:endParaRPr lang="es-ES" sz="1984" dirty="0">
              <a:latin typeface="Book Antiqua" panose="02040602050305030304" pitchFamily="18" charset="0"/>
              <a:ea typeface="Calibri" panose="020F0502020204030204" pitchFamily="34" charset="0"/>
              <a:cs typeface="Times New Roman" panose="02020603050405020304" pitchFamily="18" charset="0"/>
            </a:endParaRPr>
          </a:p>
          <a:p>
            <a:pPr marL="223658" algn="just">
              <a:lnSpc>
                <a:spcPct val="115000"/>
              </a:lnSpc>
            </a:pPr>
            <a:r>
              <a:rPr lang="es-ES" sz="1984" dirty="0">
                <a:latin typeface="Book Antiqua" panose="02040602050305030304" pitchFamily="18" charset="0"/>
                <a:ea typeface="Calibri" panose="020F0502020204030204" pitchFamily="34" charset="0"/>
                <a:cs typeface="Times New Roman" panose="02020603050405020304" pitchFamily="18" charset="0"/>
              </a:rPr>
              <a:t>El docente desde este momento debe tener en mente qué tipo de destreza desea que el estudiante ejecute: aplicación, análisis y / o síntesis. </a:t>
            </a:r>
          </a:p>
          <a:p>
            <a:pPr marL="223658" algn="just">
              <a:lnSpc>
                <a:spcPct val="115000"/>
              </a:lnSpc>
            </a:pPr>
            <a:endParaRPr lang="es-ES" sz="1984" dirty="0">
              <a:latin typeface="Book Antiqua" panose="02040602050305030304" pitchFamily="18" charset="0"/>
              <a:ea typeface="Calibri" panose="020F0502020204030204" pitchFamily="34" charset="0"/>
              <a:cs typeface="Times New Roman" panose="02020603050405020304" pitchFamily="18" charset="0"/>
            </a:endParaRPr>
          </a:p>
          <a:p>
            <a:pPr marL="223658" algn="just">
              <a:lnSpc>
                <a:spcPct val="115000"/>
              </a:lnSpc>
            </a:pPr>
            <a:r>
              <a:rPr lang="es-ES" sz="1984" dirty="0">
                <a:latin typeface="Book Antiqua" panose="02040602050305030304" pitchFamily="18" charset="0"/>
                <a:ea typeface="Calibri" panose="020F0502020204030204" pitchFamily="34" charset="0"/>
                <a:cs typeface="Times New Roman" panose="02020603050405020304" pitchFamily="18" charset="0"/>
              </a:rPr>
              <a:t>Debe formular el contexto y/o </a:t>
            </a:r>
            <a:r>
              <a:rPr lang="es-ES" sz="1984" dirty="0" err="1">
                <a:latin typeface="Book Antiqua" panose="02040602050305030304" pitchFamily="18" charset="0"/>
                <a:ea typeface="Calibri" panose="020F0502020204030204" pitchFamily="34" charset="0"/>
                <a:cs typeface="Times New Roman" panose="02020603050405020304" pitchFamily="18" charset="0"/>
              </a:rPr>
              <a:t>cotexto</a:t>
            </a:r>
            <a:r>
              <a:rPr lang="es-ES" sz="1984" dirty="0">
                <a:latin typeface="Book Antiqua" panose="02040602050305030304" pitchFamily="18" charset="0"/>
                <a:ea typeface="Calibri" panose="020F0502020204030204" pitchFamily="34" charset="0"/>
                <a:cs typeface="Times New Roman" panose="02020603050405020304" pitchFamily="18" charset="0"/>
              </a:rPr>
              <a:t> y alternativas que estén relacionadas con el objetivo propuesto.</a:t>
            </a:r>
            <a:endParaRPr lang="en-US" sz="1984" dirty="0">
              <a:latin typeface="Book Antiqua" panose="02040602050305030304" pitchFamily="18" charset="0"/>
            </a:endParaRPr>
          </a:p>
        </p:txBody>
      </p:sp>
    </p:spTree>
    <p:extLst>
      <p:ext uri="{BB962C8B-B14F-4D97-AF65-F5344CB8AC3E}">
        <p14:creationId xmlns:p14="http://schemas.microsoft.com/office/powerpoint/2010/main" val="137906511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93043" y="301993"/>
            <a:ext cx="8028776" cy="650507"/>
          </a:xfrm>
        </p:spPr>
        <p:txBody>
          <a:bodyPr>
            <a:noAutofit/>
          </a:bodyPr>
          <a:lstStyle/>
          <a:p>
            <a:pPr lvl="0"/>
            <a:r>
              <a:rPr lang="es-ES" sz="2646" b="1" dirty="0">
                <a:solidFill>
                  <a:schemeClr val="bg1"/>
                </a:solidFill>
                <a:latin typeface="Book Antiqua" panose="02040602050305030304" pitchFamily="18" charset="0"/>
                <a:ea typeface="Calibri" panose="020F0502020204030204" pitchFamily="34" charset="0"/>
                <a:cs typeface="Times New Roman" panose="02020603050405020304" pitchFamily="18" charset="0"/>
              </a:rPr>
              <a:t>Paso 4: </a:t>
            </a:r>
            <a:r>
              <a:rPr lang="es-MX" sz="2646" b="1" dirty="0">
                <a:solidFill>
                  <a:schemeClr val="bg1"/>
                </a:solidFill>
                <a:latin typeface="Book Antiqua" panose="02040602050305030304" pitchFamily="18" charset="0"/>
              </a:rPr>
              <a:t>Determinar la posibilidad de insertar el tema elegido en un caso concreto</a:t>
            </a:r>
            <a:endParaRPr lang="en-US" sz="2976" dirty="0">
              <a:solidFill>
                <a:schemeClr val="bg1"/>
              </a:solidFill>
              <a:latin typeface="Book Antiqua" panose="02040602050305030304" pitchFamily="18" charset="0"/>
            </a:endParaRPr>
          </a:p>
        </p:txBody>
      </p:sp>
      <p:sp>
        <p:nvSpPr>
          <p:cNvPr id="3" name="Marcador de contenido 2"/>
          <p:cNvSpPr>
            <a:spLocks noGrp="1"/>
          </p:cNvSpPr>
          <p:nvPr>
            <p:ph idx="1"/>
          </p:nvPr>
        </p:nvSpPr>
        <p:spPr>
          <a:ln>
            <a:solidFill>
              <a:schemeClr val="bg1"/>
            </a:solidFill>
          </a:ln>
        </p:spPr>
        <p:style>
          <a:lnRef idx="2">
            <a:schemeClr val="accent1"/>
          </a:lnRef>
          <a:fillRef idx="1">
            <a:schemeClr val="lt1"/>
          </a:fillRef>
          <a:effectRef idx="0">
            <a:schemeClr val="accent1"/>
          </a:effectRef>
          <a:fontRef idx="minor">
            <a:schemeClr val="dk1"/>
          </a:fontRef>
        </p:style>
        <p:txBody>
          <a:bodyPr>
            <a:normAutofit fontScale="77500" lnSpcReduction="20000"/>
          </a:bodyPr>
          <a:lstStyle/>
          <a:p>
            <a:pPr marL="223658" algn="just">
              <a:lnSpc>
                <a:spcPct val="115000"/>
              </a:lnSpc>
              <a:spcAft>
                <a:spcPts val="827"/>
              </a:spcAft>
            </a:pPr>
            <a:r>
              <a:rPr lang="es-ES" sz="2150" dirty="0">
                <a:latin typeface="Book Antiqua" panose="02040602050305030304" pitchFamily="18" charset="0"/>
                <a:ea typeface="Calibri" panose="020F0502020204030204" pitchFamily="34" charset="0"/>
                <a:cs typeface="Times New Roman" panose="02020603050405020304" pitchFamily="18" charset="0"/>
              </a:rPr>
              <a:t>Para la elaboración del enunciado de contextualización (</a:t>
            </a:r>
            <a:r>
              <a:rPr lang="es-ES" sz="2150" dirty="0" err="1">
                <a:latin typeface="Book Antiqua" panose="02040602050305030304" pitchFamily="18" charset="0"/>
                <a:ea typeface="Calibri" panose="020F0502020204030204" pitchFamily="34" charset="0"/>
                <a:cs typeface="Times New Roman" panose="02020603050405020304" pitchFamily="18" charset="0"/>
              </a:rPr>
              <a:t>co-textualización</a:t>
            </a:r>
            <a:r>
              <a:rPr lang="es-ES" sz="2150" dirty="0">
                <a:latin typeface="Book Antiqua" panose="02040602050305030304" pitchFamily="18" charset="0"/>
                <a:ea typeface="Calibri" panose="020F0502020204030204" pitchFamily="34" charset="0"/>
                <a:cs typeface="Times New Roman" panose="02020603050405020304" pitchFamily="18" charset="0"/>
              </a:rPr>
              <a:t>), el docente constructor debe </a:t>
            </a:r>
            <a:r>
              <a:rPr lang="es-ES" sz="2150" b="1" dirty="0">
                <a:latin typeface="Book Antiqua" panose="02040602050305030304" pitchFamily="18" charset="0"/>
                <a:ea typeface="Calibri" panose="020F0502020204030204" pitchFamily="34" charset="0"/>
                <a:cs typeface="Times New Roman" panose="02020603050405020304" pitchFamily="18" charset="0"/>
              </a:rPr>
              <a:t>seleccionar la información relevante </a:t>
            </a:r>
            <a:r>
              <a:rPr lang="es-ES" sz="2150" dirty="0">
                <a:latin typeface="Book Antiqua" panose="02040602050305030304" pitchFamily="18" charset="0"/>
                <a:ea typeface="Calibri" panose="020F0502020204030204" pitchFamily="34" charset="0"/>
                <a:cs typeface="Times New Roman" panose="02020603050405020304" pitchFamily="18" charset="0"/>
              </a:rPr>
              <a:t>y </a:t>
            </a:r>
            <a:r>
              <a:rPr lang="es-ES" sz="2150" b="1" dirty="0">
                <a:latin typeface="Book Antiqua" panose="02040602050305030304" pitchFamily="18" charset="0"/>
                <a:ea typeface="Calibri" panose="020F0502020204030204" pitchFamily="34" charset="0"/>
                <a:cs typeface="Times New Roman" panose="02020603050405020304" pitchFamily="18" charset="0"/>
              </a:rPr>
              <a:t>necesaria</a:t>
            </a:r>
            <a:r>
              <a:rPr lang="es-ES" sz="2150" dirty="0">
                <a:latin typeface="Book Antiqua" panose="02040602050305030304" pitchFamily="18" charset="0"/>
                <a:ea typeface="Calibri" panose="020F0502020204030204" pitchFamily="34" charset="0"/>
                <a:cs typeface="Times New Roman" panose="02020603050405020304" pitchFamily="18" charset="0"/>
              </a:rPr>
              <a:t> para la aplicación de las destrezas cognitivas. </a:t>
            </a:r>
            <a:endParaRPr lang="en-US" sz="2150" dirty="0">
              <a:latin typeface="Book Antiqua" panose="02040602050305030304" pitchFamily="18" charset="0"/>
              <a:ea typeface="Calibri" panose="020F0502020204030204" pitchFamily="34" charset="0"/>
              <a:cs typeface="Times New Roman" panose="02020603050405020304" pitchFamily="18" charset="0"/>
            </a:endParaRPr>
          </a:p>
          <a:p>
            <a:pPr marL="223658" algn="just">
              <a:lnSpc>
                <a:spcPct val="115000"/>
              </a:lnSpc>
              <a:spcAft>
                <a:spcPts val="827"/>
              </a:spcAft>
            </a:pPr>
            <a:r>
              <a:rPr lang="es-ES" sz="2150" dirty="0">
                <a:latin typeface="Book Antiqua" panose="02040602050305030304" pitchFamily="18" charset="0"/>
                <a:ea typeface="Calibri" panose="020F0502020204030204" pitchFamily="34" charset="0"/>
                <a:cs typeface="Times New Roman" panose="02020603050405020304" pitchFamily="18" charset="0"/>
              </a:rPr>
              <a:t>Por lo general, existen varios </a:t>
            </a:r>
            <a:r>
              <a:rPr lang="es-ES" sz="2150" b="1" dirty="0">
                <a:latin typeface="Book Antiqua" panose="02040602050305030304" pitchFamily="18" charset="0"/>
                <a:ea typeface="Calibri" panose="020F0502020204030204" pitchFamily="34" charset="0"/>
                <a:cs typeface="Times New Roman" panose="02020603050405020304" pitchFamily="18" charset="0"/>
              </a:rPr>
              <a:t>casos de enunciados presentados que </a:t>
            </a:r>
            <a:r>
              <a:rPr lang="es-ES" sz="2150" b="1" u="sng" dirty="0">
                <a:latin typeface="Book Antiqua" panose="02040602050305030304" pitchFamily="18" charset="0"/>
                <a:ea typeface="Calibri" panose="020F0502020204030204" pitchFamily="34" charset="0"/>
                <a:cs typeface="Times New Roman" panose="02020603050405020304" pitchFamily="18" charset="0"/>
              </a:rPr>
              <a:t>no</a:t>
            </a:r>
            <a:r>
              <a:rPr lang="es-ES" sz="2150" b="1" dirty="0">
                <a:latin typeface="Book Antiqua" panose="02040602050305030304" pitchFamily="18" charset="0"/>
                <a:ea typeface="Calibri" panose="020F0502020204030204" pitchFamily="34" charset="0"/>
                <a:cs typeface="Times New Roman" panose="02020603050405020304" pitchFamily="18" charset="0"/>
              </a:rPr>
              <a:t> contextualizan la respuesta</a:t>
            </a:r>
            <a:r>
              <a:rPr lang="es-ES" sz="2150" dirty="0">
                <a:latin typeface="Book Antiqua" panose="02040602050305030304" pitchFamily="18" charset="0"/>
                <a:ea typeface="Calibri" panose="020F0502020204030204" pitchFamily="34" charset="0"/>
                <a:cs typeface="Times New Roman" panose="02020603050405020304" pitchFamily="18" charset="0"/>
              </a:rPr>
              <a:t>, es decir, que si bien contienen información relacionada al tema del que trata la pregunta no permiten realizar procesos cognitivos para llegar a la respuesta. En estos casos, los ítems presentados son </a:t>
            </a:r>
            <a:r>
              <a:rPr lang="es-ES" sz="2150" b="1" dirty="0">
                <a:latin typeface="Book Antiqua" panose="02040602050305030304" pitchFamily="18" charset="0"/>
                <a:ea typeface="Calibri" panose="020F0502020204030204" pitchFamily="34" charset="0"/>
                <a:cs typeface="Times New Roman" panose="02020603050405020304" pitchFamily="18" charset="0"/>
              </a:rPr>
              <a:t>preguntas memorísticas disfrazadas con un enunciado</a:t>
            </a:r>
            <a:r>
              <a:rPr lang="es-ES" sz="2150" dirty="0">
                <a:latin typeface="Book Antiqua" panose="02040602050305030304" pitchFamily="18" charset="0"/>
                <a:ea typeface="Calibri" panose="020F0502020204030204" pitchFamily="34" charset="0"/>
                <a:cs typeface="Times New Roman" panose="02020603050405020304" pitchFamily="18" charset="0"/>
              </a:rPr>
              <a:t>. </a:t>
            </a:r>
            <a:endParaRPr lang="en-US" sz="2150" dirty="0">
              <a:latin typeface="Book Antiqua" panose="02040602050305030304" pitchFamily="18" charset="0"/>
              <a:ea typeface="Calibri" panose="020F0502020204030204" pitchFamily="34" charset="0"/>
              <a:cs typeface="Times New Roman" panose="02020603050405020304" pitchFamily="18" charset="0"/>
            </a:endParaRPr>
          </a:p>
          <a:p>
            <a:pPr marL="223658" algn="just">
              <a:lnSpc>
                <a:spcPct val="115000"/>
              </a:lnSpc>
              <a:spcAft>
                <a:spcPts val="827"/>
              </a:spcAft>
            </a:pPr>
            <a:r>
              <a:rPr lang="es-ES" sz="2150" dirty="0">
                <a:latin typeface="Book Antiqua" panose="02040602050305030304" pitchFamily="18" charset="0"/>
                <a:ea typeface="Calibri" panose="020F0502020204030204" pitchFamily="34" charset="0"/>
                <a:cs typeface="Times New Roman" panose="02020603050405020304" pitchFamily="18" charset="0"/>
              </a:rPr>
              <a:t>Por el contrario, un buen contexto debe contar con una serie de insumos que el estudiante empleará para responder la pregunta: </a:t>
            </a:r>
            <a:r>
              <a:rPr lang="es-ES" sz="2150" b="1" dirty="0">
                <a:latin typeface="Book Antiqua" panose="02040602050305030304" pitchFamily="18" charset="0"/>
                <a:ea typeface="Calibri" panose="020F0502020204030204" pitchFamily="34" charset="0"/>
                <a:cs typeface="Times New Roman" panose="02020603050405020304" pitchFamily="18" charset="0"/>
              </a:rPr>
              <a:t>una serie de datos que coordinados, conectados, inferidos o sintetizados, podrán permitirle llegar a la respuesta</a:t>
            </a:r>
            <a:r>
              <a:rPr lang="es-ES" sz="2150" dirty="0">
                <a:latin typeface="Book Antiqua" panose="02040602050305030304" pitchFamily="18" charset="0"/>
                <a:ea typeface="Calibri" panose="020F0502020204030204" pitchFamily="34" charset="0"/>
                <a:cs typeface="Times New Roman" panose="02020603050405020304" pitchFamily="18" charset="0"/>
              </a:rPr>
              <a:t>. En otras palabras, </a:t>
            </a:r>
            <a:r>
              <a:rPr lang="es-ES" sz="2150" b="1" dirty="0">
                <a:latin typeface="Book Antiqua" panose="02040602050305030304" pitchFamily="18" charset="0"/>
                <a:ea typeface="Calibri" panose="020F0502020204030204" pitchFamily="34" charset="0"/>
                <a:cs typeface="Times New Roman" panose="02020603050405020304" pitchFamily="18" charset="0"/>
              </a:rPr>
              <a:t>parte</a:t>
            </a:r>
            <a:r>
              <a:rPr lang="es-ES" sz="2150" dirty="0">
                <a:latin typeface="Book Antiqua" panose="02040602050305030304" pitchFamily="18" charset="0"/>
                <a:ea typeface="Calibri" panose="020F0502020204030204" pitchFamily="34" charset="0"/>
                <a:cs typeface="Times New Roman" panose="02020603050405020304" pitchFamily="18" charset="0"/>
              </a:rPr>
              <a:t> de la información para </a:t>
            </a:r>
            <a:r>
              <a:rPr lang="es-ES" sz="2150" b="1" dirty="0">
                <a:latin typeface="Book Antiqua" panose="02040602050305030304" pitchFamily="18" charset="0"/>
                <a:ea typeface="Calibri" panose="020F0502020204030204" pitchFamily="34" charset="0"/>
                <a:cs typeface="Times New Roman" panose="02020603050405020304" pitchFamily="18" charset="0"/>
              </a:rPr>
              <a:t>responder la pregunta están en el mismo enunciado</a:t>
            </a:r>
            <a:r>
              <a:rPr lang="es-ES" sz="2150" dirty="0">
                <a:latin typeface="Book Antiqua" panose="02040602050305030304" pitchFamily="18" charset="0"/>
                <a:ea typeface="Calibri" panose="020F0502020204030204" pitchFamily="34" charset="0"/>
                <a:cs typeface="Times New Roman" panose="02020603050405020304" pitchFamily="18" charset="0"/>
              </a:rPr>
              <a:t>. </a:t>
            </a:r>
            <a:endParaRPr lang="en-US" sz="2150" dirty="0">
              <a:latin typeface="Book Antiqua" panose="02040602050305030304" pitchFamily="18" charset="0"/>
            </a:endParaRPr>
          </a:p>
          <a:p>
            <a:endParaRPr lang="en-US" dirty="0"/>
          </a:p>
        </p:txBody>
      </p:sp>
    </p:spTree>
    <p:extLst>
      <p:ext uri="{BB962C8B-B14F-4D97-AF65-F5344CB8AC3E}">
        <p14:creationId xmlns:p14="http://schemas.microsoft.com/office/powerpoint/2010/main" val="35004362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pPr algn="ctr"/>
            <a:r>
              <a:rPr lang="es-MX" sz="2646" b="1" dirty="0">
                <a:solidFill>
                  <a:schemeClr val="bg1"/>
                </a:solidFill>
                <a:latin typeface="Book Antiqua" panose="02040602050305030304" pitchFamily="18" charset="0"/>
              </a:rPr>
              <a:t>Paso 5: Reajustar y reformular el ítem si no está orientado hacia el objetivo</a:t>
            </a:r>
            <a:endParaRPr lang="en-US" sz="2646" b="1" dirty="0">
              <a:solidFill>
                <a:schemeClr val="bg1"/>
              </a:solidFill>
              <a:latin typeface="Book Antiqua" panose="02040602050305030304" pitchFamily="18" charset="0"/>
            </a:endParaRPr>
          </a:p>
        </p:txBody>
      </p:sp>
      <p:sp>
        <p:nvSpPr>
          <p:cNvPr id="3" name="Marcador de contenido 2"/>
          <p:cNvSpPr>
            <a:spLocks noGrp="1"/>
          </p:cNvSpPr>
          <p:nvPr>
            <p:ph idx="1"/>
          </p:nvPr>
        </p:nvSpPr>
        <p:spPr>
          <a:ln>
            <a:solidFill>
              <a:schemeClr val="bg1"/>
            </a:solidFill>
          </a:ln>
        </p:spPr>
        <p:style>
          <a:lnRef idx="2">
            <a:schemeClr val="accent1"/>
          </a:lnRef>
          <a:fillRef idx="1">
            <a:schemeClr val="lt1"/>
          </a:fillRef>
          <a:effectRef idx="0">
            <a:schemeClr val="accent1"/>
          </a:effectRef>
          <a:fontRef idx="minor">
            <a:schemeClr val="dk1"/>
          </a:fontRef>
        </p:style>
        <p:txBody>
          <a:bodyPr>
            <a:normAutofit/>
          </a:bodyPr>
          <a:lstStyle/>
          <a:p>
            <a:pPr>
              <a:lnSpc>
                <a:spcPct val="150000"/>
              </a:lnSpc>
            </a:pPr>
            <a:r>
              <a:rPr lang="es-MX" sz="1800" dirty="0">
                <a:latin typeface="Book Antiqua" panose="02040602050305030304" pitchFamily="18" charset="0"/>
              </a:rPr>
              <a:t>Al construir el ítem, se debe revisar la </a:t>
            </a:r>
            <a:r>
              <a:rPr lang="es-MX" sz="1800" b="1" dirty="0">
                <a:latin typeface="Book Antiqua" panose="02040602050305030304" pitchFamily="18" charset="0"/>
              </a:rPr>
              <a:t>idoneidad</a:t>
            </a:r>
            <a:r>
              <a:rPr lang="es-MX" sz="1800" dirty="0">
                <a:latin typeface="Book Antiqua" panose="02040602050305030304" pitchFamily="18" charset="0"/>
              </a:rPr>
              <a:t> del mismo.</a:t>
            </a:r>
          </a:p>
          <a:p>
            <a:pPr>
              <a:lnSpc>
                <a:spcPct val="150000"/>
              </a:lnSpc>
            </a:pPr>
            <a:r>
              <a:rPr lang="es-MX" sz="1800" dirty="0">
                <a:latin typeface="Book Antiqua" panose="02040602050305030304" pitchFamily="18" charset="0"/>
              </a:rPr>
              <a:t>De ser necesario, se puede </a:t>
            </a:r>
            <a:r>
              <a:rPr lang="es-MX" sz="1800" b="1" dirty="0">
                <a:latin typeface="Book Antiqua" panose="02040602050305030304" pitchFamily="18" charset="0"/>
              </a:rPr>
              <a:t>reajustar</a:t>
            </a:r>
            <a:r>
              <a:rPr lang="es-MX" sz="1800" dirty="0">
                <a:latin typeface="Book Antiqua" panose="02040602050305030304" pitchFamily="18" charset="0"/>
              </a:rPr>
              <a:t> información de las alternativas o del enunciado; así también la redacción o construcción del mismo.</a:t>
            </a:r>
          </a:p>
          <a:p>
            <a:pPr>
              <a:lnSpc>
                <a:spcPct val="150000"/>
              </a:lnSpc>
            </a:pPr>
            <a:r>
              <a:rPr lang="es-MX" sz="1800" dirty="0">
                <a:latin typeface="Book Antiqua" panose="02040602050305030304" pitchFamily="18" charset="0"/>
              </a:rPr>
              <a:t>Cuando sea el caso, el ítem </a:t>
            </a:r>
            <a:r>
              <a:rPr lang="es-MX" sz="1800" b="1" dirty="0">
                <a:latin typeface="Book Antiqua" panose="02040602050305030304" pitchFamily="18" charset="0"/>
              </a:rPr>
              <a:t>puede ser reformulado</a:t>
            </a:r>
            <a:r>
              <a:rPr lang="es-MX" sz="1800" dirty="0">
                <a:latin typeface="Book Antiqua" panose="02040602050305030304" pitchFamily="18" charset="0"/>
              </a:rPr>
              <a:t>, si este no guarda relación con el objetivo que se busca lograr con él. No debe extrañar que el ítem, al reformularse, obligue al docente a modificar la destreza cognitiva elegida inicialmente, pero empleando la información ya recogida inicialmente.</a:t>
            </a:r>
          </a:p>
          <a:p>
            <a:endParaRPr lang="en-US" dirty="0"/>
          </a:p>
        </p:txBody>
      </p:sp>
    </p:spTree>
    <p:extLst>
      <p:ext uri="{BB962C8B-B14F-4D97-AF65-F5344CB8AC3E}">
        <p14:creationId xmlns:p14="http://schemas.microsoft.com/office/powerpoint/2010/main" val="103059212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Autofit/>
          </a:bodyPr>
          <a:lstStyle/>
          <a:p>
            <a:pPr algn="ctr"/>
            <a:r>
              <a:rPr lang="es-ES" sz="2600" b="1" dirty="0">
                <a:solidFill>
                  <a:schemeClr val="bg1"/>
                </a:solidFill>
                <a:latin typeface="Book Antiqua" panose="02040602050305030304" pitchFamily="18" charset="0"/>
                <a:ea typeface="Calibri" panose="020F0502020204030204" pitchFamily="34" charset="0"/>
                <a:cs typeface="Times New Roman" panose="02020603050405020304" pitchFamily="18" charset="0"/>
              </a:rPr>
              <a:t>Paso 6: </a:t>
            </a:r>
            <a:r>
              <a:rPr lang="es-MX" sz="2600" b="1" dirty="0">
                <a:solidFill>
                  <a:schemeClr val="bg1"/>
                </a:solidFill>
                <a:latin typeface="Book Antiqua" panose="02040602050305030304" pitchFamily="18" charset="0"/>
              </a:rPr>
              <a:t>Procurar un idóneo grado de complejidad en el enunciado o las alternativas </a:t>
            </a:r>
            <a:endParaRPr lang="en-US" sz="2600" b="1" dirty="0">
              <a:solidFill>
                <a:schemeClr val="bg1"/>
              </a:solidFill>
              <a:latin typeface="Book Antiqua" panose="02040602050305030304" pitchFamily="18" charset="0"/>
            </a:endParaRPr>
          </a:p>
        </p:txBody>
      </p:sp>
      <p:sp>
        <p:nvSpPr>
          <p:cNvPr id="3" name="Marcador de contenido 2"/>
          <p:cNvSpPr>
            <a:spLocks noGrp="1"/>
          </p:cNvSpPr>
          <p:nvPr>
            <p:ph idx="1"/>
          </p:nvPr>
        </p:nvSpPr>
        <p:spPr>
          <a:ln>
            <a:solidFill>
              <a:schemeClr val="bg1"/>
            </a:solidFill>
          </a:ln>
        </p:spPr>
        <p:style>
          <a:lnRef idx="2">
            <a:schemeClr val="accent1"/>
          </a:lnRef>
          <a:fillRef idx="1">
            <a:schemeClr val="lt1"/>
          </a:fillRef>
          <a:effectRef idx="0">
            <a:schemeClr val="accent1"/>
          </a:effectRef>
          <a:fontRef idx="minor">
            <a:schemeClr val="dk1"/>
          </a:fontRef>
        </p:style>
        <p:txBody>
          <a:bodyPr>
            <a:normAutofit/>
          </a:bodyPr>
          <a:lstStyle/>
          <a:p>
            <a:pPr algn="just">
              <a:lnSpc>
                <a:spcPct val="115000"/>
              </a:lnSpc>
              <a:spcAft>
                <a:spcPts val="827"/>
              </a:spcAft>
            </a:pPr>
            <a:r>
              <a:rPr lang="es-ES" dirty="0">
                <a:latin typeface="Book Antiqua" panose="02040602050305030304" pitchFamily="18" charset="0"/>
                <a:ea typeface="Calibri" panose="020F0502020204030204" pitchFamily="34" charset="0"/>
                <a:cs typeface="Times New Roman" panose="02020603050405020304" pitchFamily="18" charset="0"/>
              </a:rPr>
              <a:t>Dado que el examen está dirigido a estudiantes con una educación basada en el currículo nacional de educación básica, lo que incluye </a:t>
            </a:r>
            <a:r>
              <a:rPr lang="es-ES" b="1" dirty="0">
                <a:latin typeface="Book Antiqua" panose="02040602050305030304" pitchFamily="18" charset="0"/>
                <a:ea typeface="Calibri" panose="020F0502020204030204" pitchFamily="34" charset="0"/>
                <a:cs typeface="Times New Roman" panose="02020603050405020304" pitchFamily="18" charset="0"/>
              </a:rPr>
              <a:t>una cantidad limitada de temas </a:t>
            </a:r>
            <a:r>
              <a:rPr lang="es-ES" dirty="0">
                <a:latin typeface="Book Antiqua" panose="02040602050305030304" pitchFamily="18" charset="0"/>
                <a:ea typeface="Calibri" panose="020F0502020204030204" pitchFamily="34" charset="0"/>
                <a:cs typeface="Times New Roman" panose="02020603050405020304" pitchFamily="18" charset="0"/>
              </a:rPr>
              <a:t>y una orientación hacia el </a:t>
            </a:r>
            <a:r>
              <a:rPr lang="es-ES" b="1" dirty="0">
                <a:latin typeface="Book Antiqua" panose="02040602050305030304" pitchFamily="18" charset="0"/>
                <a:ea typeface="Calibri" panose="020F0502020204030204" pitchFamily="34" charset="0"/>
                <a:cs typeface="Times New Roman" panose="02020603050405020304" pitchFamily="18" charset="0"/>
              </a:rPr>
              <a:t>modelo de competencias</a:t>
            </a:r>
            <a:r>
              <a:rPr lang="es-ES" dirty="0">
                <a:latin typeface="Book Antiqua" panose="02040602050305030304" pitchFamily="18" charset="0"/>
                <a:ea typeface="Calibri" panose="020F0502020204030204" pitchFamily="34" charset="0"/>
                <a:cs typeface="Times New Roman" panose="02020603050405020304" pitchFamily="18" charset="0"/>
              </a:rPr>
              <a:t>, el criterio de erudición no puede ser empleado para graduar la dificultad de las preguntas. </a:t>
            </a:r>
            <a:endParaRPr lang="en-US" sz="1984" dirty="0">
              <a:latin typeface="Book Antiqua" panose="02040602050305030304" pitchFamily="18" charset="0"/>
              <a:ea typeface="Calibri" panose="020F0502020204030204" pitchFamily="34" charset="0"/>
              <a:cs typeface="Times New Roman" panose="02020603050405020304" pitchFamily="18" charset="0"/>
            </a:endParaRPr>
          </a:p>
          <a:p>
            <a:pPr algn="just">
              <a:lnSpc>
                <a:spcPct val="115000"/>
              </a:lnSpc>
              <a:spcAft>
                <a:spcPts val="827"/>
              </a:spcAft>
            </a:pPr>
            <a:r>
              <a:rPr lang="es-ES" dirty="0">
                <a:latin typeface="Book Antiqua" panose="02040602050305030304" pitchFamily="18" charset="0"/>
                <a:ea typeface="Calibri" panose="020F0502020204030204" pitchFamily="34" charset="0"/>
                <a:cs typeface="Times New Roman" panose="02020603050405020304" pitchFamily="18" charset="0"/>
              </a:rPr>
              <a:t>Por el contrario, la </a:t>
            </a:r>
            <a:r>
              <a:rPr lang="es-ES" b="1" dirty="0">
                <a:latin typeface="Book Antiqua" panose="02040602050305030304" pitchFamily="18" charset="0"/>
                <a:ea typeface="Calibri" panose="020F0502020204030204" pitchFamily="34" charset="0"/>
                <a:cs typeface="Times New Roman" panose="02020603050405020304" pitchFamily="18" charset="0"/>
              </a:rPr>
              <a:t>dificultad</a:t>
            </a:r>
            <a:r>
              <a:rPr lang="es-ES" dirty="0">
                <a:latin typeface="Book Antiqua" panose="02040602050305030304" pitchFamily="18" charset="0"/>
                <a:ea typeface="Calibri" panose="020F0502020204030204" pitchFamily="34" charset="0"/>
                <a:cs typeface="Times New Roman" panose="02020603050405020304" pitchFamily="18" charset="0"/>
              </a:rPr>
              <a:t> debe ser el resultado de la </a:t>
            </a:r>
            <a:r>
              <a:rPr lang="es-ES" b="1" dirty="0">
                <a:solidFill>
                  <a:srgbClr val="FF0000"/>
                </a:solidFill>
                <a:latin typeface="Book Antiqua" panose="02040602050305030304" pitchFamily="18" charset="0"/>
                <a:ea typeface="Calibri" panose="020F0502020204030204" pitchFamily="34" charset="0"/>
                <a:cs typeface="Times New Roman" panose="02020603050405020304" pitchFamily="18" charset="0"/>
              </a:rPr>
              <a:t>complejidad del procedimiento para resolver la pregunta</a:t>
            </a:r>
            <a:r>
              <a:rPr lang="es-ES" dirty="0">
                <a:solidFill>
                  <a:srgbClr val="FF0000"/>
                </a:solidFill>
                <a:latin typeface="Book Antiqua" panose="02040602050305030304" pitchFamily="18" charset="0"/>
                <a:ea typeface="Calibri" panose="020F0502020204030204" pitchFamily="34" charset="0"/>
                <a:cs typeface="Times New Roman" panose="02020603050405020304" pitchFamily="18" charset="0"/>
              </a:rPr>
              <a:t>.</a:t>
            </a:r>
            <a:r>
              <a:rPr lang="es-ES" dirty="0">
                <a:latin typeface="Book Antiqua" panose="02040602050305030304" pitchFamily="18" charset="0"/>
                <a:ea typeface="Calibri" panose="020F0502020204030204" pitchFamily="34" charset="0"/>
                <a:cs typeface="Times New Roman" panose="02020603050405020304" pitchFamily="18" charset="0"/>
              </a:rPr>
              <a:t> En ese sentido, la información dispuesta en el contexto, como en las alternativas, debe exigir del estudiante una serie de operaciones mentales que pueda este hallar su conexión. </a:t>
            </a:r>
            <a:endParaRPr lang="en-US" dirty="0">
              <a:latin typeface="Book Antiqua" panose="02040602050305030304" pitchFamily="18" charset="0"/>
            </a:endParaRPr>
          </a:p>
        </p:txBody>
      </p:sp>
    </p:spTree>
    <p:extLst>
      <p:ext uri="{BB962C8B-B14F-4D97-AF65-F5344CB8AC3E}">
        <p14:creationId xmlns:p14="http://schemas.microsoft.com/office/powerpoint/2010/main" val="277478155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pPr algn="ctr"/>
            <a:r>
              <a:rPr lang="es-MX" sz="2646" b="1" dirty="0">
                <a:solidFill>
                  <a:schemeClr val="bg1"/>
                </a:solidFill>
                <a:latin typeface="Book Antiqua" panose="02040602050305030304" pitchFamily="18" charset="0"/>
              </a:rPr>
              <a:t>Paso 7. Revisar y corregir hasta llegar a una versión óptima a nivel formal</a:t>
            </a:r>
            <a:endParaRPr lang="en-US" sz="2646" b="1" dirty="0">
              <a:solidFill>
                <a:schemeClr val="bg1"/>
              </a:solidFill>
              <a:latin typeface="Book Antiqua" panose="02040602050305030304" pitchFamily="18" charset="0"/>
            </a:endParaRPr>
          </a:p>
        </p:txBody>
      </p:sp>
      <p:sp>
        <p:nvSpPr>
          <p:cNvPr id="3" name="Marcador de contenido 2"/>
          <p:cNvSpPr>
            <a:spLocks noGrp="1"/>
          </p:cNvSpPr>
          <p:nvPr>
            <p:ph idx="1"/>
          </p:nvPr>
        </p:nvSpPr>
        <p:spPr>
          <a:ln>
            <a:solidFill>
              <a:schemeClr val="bg1"/>
            </a:solidFill>
          </a:ln>
        </p:spPr>
        <p:style>
          <a:lnRef idx="2">
            <a:schemeClr val="accent1"/>
          </a:lnRef>
          <a:fillRef idx="1">
            <a:schemeClr val="lt1"/>
          </a:fillRef>
          <a:effectRef idx="0">
            <a:schemeClr val="accent1"/>
          </a:effectRef>
          <a:fontRef idx="minor">
            <a:schemeClr val="dk1"/>
          </a:fontRef>
        </p:style>
        <p:txBody>
          <a:bodyPr/>
          <a:lstStyle/>
          <a:p>
            <a:pPr>
              <a:lnSpc>
                <a:spcPct val="150000"/>
              </a:lnSpc>
            </a:pPr>
            <a:r>
              <a:rPr lang="es-MX" sz="2000" dirty="0">
                <a:latin typeface="Book Antiqua" panose="02040602050305030304" pitchFamily="18" charset="0"/>
              </a:rPr>
              <a:t>El ítem debe ser revisado por el docente constructor.</a:t>
            </a:r>
          </a:p>
          <a:p>
            <a:pPr>
              <a:lnSpc>
                <a:spcPct val="150000"/>
              </a:lnSpc>
            </a:pPr>
            <a:r>
              <a:rPr lang="es-MX" sz="2000" dirty="0">
                <a:latin typeface="Book Antiqua" panose="02040602050305030304" pitchFamily="18" charset="0"/>
              </a:rPr>
              <a:t>También por otros profesores del área hasta que este quede en una versión óptima para ser ingresado al banco.</a:t>
            </a:r>
          </a:p>
          <a:p>
            <a:pPr>
              <a:lnSpc>
                <a:spcPct val="150000"/>
              </a:lnSpc>
            </a:pPr>
            <a:r>
              <a:rPr lang="es-MX" sz="2000" dirty="0">
                <a:latin typeface="Book Antiqua" panose="02040602050305030304" pitchFamily="18" charset="0"/>
              </a:rPr>
              <a:t>Es recomendable que las preguntas deben pasar por una doble revisión después de haber sido entregado por el docente constructor.</a:t>
            </a:r>
          </a:p>
          <a:p>
            <a:endParaRPr lang="en-US" dirty="0"/>
          </a:p>
        </p:txBody>
      </p:sp>
    </p:spTree>
    <p:extLst>
      <p:ext uri="{BB962C8B-B14F-4D97-AF65-F5344CB8AC3E}">
        <p14:creationId xmlns:p14="http://schemas.microsoft.com/office/powerpoint/2010/main" val="178816051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TextShape 1"/>
          <p:cNvSpPr txBox="1"/>
          <p:nvPr/>
        </p:nvSpPr>
        <p:spPr>
          <a:xfrm>
            <a:off x="360000" y="270000"/>
            <a:ext cx="9360000" cy="720000"/>
          </a:xfrm>
          <a:prstGeom prst="rect">
            <a:avLst/>
          </a:prstGeom>
          <a:noFill/>
          <a:ln w="0">
            <a:noFill/>
          </a:ln>
        </p:spPr>
        <p:txBody>
          <a:bodyPr lIns="0" tIns="0" rIns="0" bIns="0" anchor="b">
            <a:noAutofit/>
          </a:bodyPr>
          <a:lstStyle/>
          <a:p>
            <a:r>
              <a:rPr lang="es-PE" sz="2400" b="1" strike="noStrike" spc="-1">
                <a:solidFill>
                  <a:srgbClr val="FFFFFF"/>
                </a:solidFill>
                <a:latin typeface="Source Sans Pro Black"/>
              </a:rPr>
              <a:t>Ejemplos</a:t>
            </a:r>
          </a:p>
        </p:txBody>
      </p:sp>
      <p:sp>
        <p:nvSpPr>
          <p:cNvPr id="121" name="TextShape 2"/>
          <p:cNvSpPr txBox="1"/>
          <p:nvPr/>
        </p:nvSpPr>
        <p:spPr>
          <a:xfrm>
            <a:off x="360000" y="1350000"/>
            <a:ext cx="9180000" cy="3510000"/>
          </a:xfrm>
          <a:prstGeom prst="rect">
            <a:avLst/>
          </a:prstGeom>
          <a:noFill/>
          <a:ln w="0">
            <a:noFill/>
          </a:ln>
        </p:spPr>
        <p:txBody>
          <a:bodyPr lIns="0" tIns="0" rIns="0" bIns="0">
            <a:normAutofit fontScale="93500"/>
          </a:bodyPr>
          <a:lstStyle/>
          <a:p>
            <a:pPr algn="just">
              <a:lnSpc>
                <a:spcPct val="100000"/>
              </a:lnSpc>
              <a:tabLst>
                <a:tab pos="0" algn="l"/>
              </a:tabLst>
            </a:pPr>
            <a:endParaRPr lang="es-PE" sz="2200" b="1" strike="noStrike" spc="-1" dirty="0">
              <a:solidFill>
                <a:srgbClr val="1C1C1C"/>
              </a:solidFill>
              <a:latin typeface="Source Sans Pro Semibold"/>
            </a:endParaRPr>
          </a:p>
        </p:txBody>
      </p:sp>
      <p:sp>
        <p:nvSpPr>
          <p:cNvPr id="2" name="Rectángulo 1"/>
          <p:cNvSpPr/>
          <p:nvPr/>
        </p:nvSpPr>
        <p:spPr>
          <a:xfrm>
            <a:off x="790042" y="1350000"/>
            <a:ext cx="8595360" cy="3108543"/>
          </a:xfrm>
          <a:prstGeom prst="rect">
            <a:avLst/>
          </a:prstGeom>
        </p:spPr>
        <p:txBody>
          <a:bodyPr wrap="square">
            <a:spAutoFit/>
          </a:bodyPr>
          <a:lstStyle/>
          <a:p>
            <a:pPr algn="just"/>
            <a:r>
              <a:rPr lang="es-PE" sz="2800" dirty="0">
                <a:solidFill>
                  <a:srgbClr val="002060"/>
                </a:solidFill>
              </a:rPr>
              <a:t>Con el fin de hacer más nítido el contraste de este nuevo modelo con el esquema tradicional de formular ítems mostramos, a modo de ejemplo, una pregunta correspondiente al </a:t>
            </a:r>
            <a:r>
              <a:rPr lang="es-PE" sz="2800" b="1" dirty="0">
                <a:solidFill>
                  <a:srgbClr val="002060"/>
                </a:solidFill>
              </a:rPr>
              <a:t>área de Persona, Familia y Relaciones Humanas</a:t>
            </a:r>
            <a:r>
              <a:rPr lang="es-PE" sz="2800" dirty="0">
                <a:solidFill>
                  <a:srgbClr val="002060"/>
                </a:solidFill>
              </a:rPr>
              <a:t> (</a:t>
            </a:r>
            <a:r>
              <a:rPr lang="es-PE" sz="2800" b="1" dirty="0">
                <a:solidFill>
                  <a:srgbClr val="002060"/>
                </a:solidFill>
              </a:rPr>
              <a:t>Educación Cívica</a:t>
            </a:r>
            <a:r>
              <a:rPr lang="es-PE" sz="2800" dirty="0">
                <a:solidFill>
                  <a:srgbClr val="002060"/>
                </a:solidFill>
              </a:rPr>
              <a:t>) que ilustra la diferencia de manera significativa.</a:t>
            </a:r>
            <a:endParaRPr lang="es-PE" sz="2800" dirty="0"/>
          </a:p>
        </p:txBody>
      </p:sp>
    </p:spTree>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extShape 1"/>
          <p:cNvSpPr txBox="1"/>
          <p:nvPr/>
        </p:nvSpPr>
        <p:spPr>
          <a:xfrm>
            <a:off x="360000" y="270000"/>
            <a:ext cx="9360000" cy="720000"/>
          </a:xfrm>
          <a:prstGeom prst="rect">
            <a:avLst/>
          </a:prstGeom>
          <a:noFill/>
          <a:ln w="0">
            <a:noFill/>
          </a:ln>
        </p:spPr>
        <p:txBody>
          <a:bodyPr lIns="0" tIns="0" rIns="0" bIns="0" anchor="ctr" anchorCtr="0">
            <a:noAutofit/>
          </a:bodyPr>
          <a:lstStyle/>
          <a:p>
            <a:r>
              <a:rPr lang="es-PE" sz="2800" b="1" spc="-1" dirty="0">
                <a:solidFill>
                  <a:srgbClr val="FFFFFF"/>
                </a:solidFill>
                <a:latin typeface="Book Antiqua" panose="02040602050305030304" pitchFamily="18" charset="0"/>
              </a:rPr>
              <a:t>Ítem tradicional</a:t>
            </a:r>
            <a:endParaRPr lang="es-PE" sz="2800" b="1" strike="noStrike" spc="-1" dirty="0">
              <a:solidFill>
                <a:srgbClr val="FFFFFF"/>
              </a:solidFill>
              <a:latin typeface="Book Antiqua" panose="02040602050305030304" pitchFamily="18" charset="0"/>
            </a:endParaRPr>
          </a:p>
        </p:txBody>
      </p:sp>
      <p:sp>
        <p:nvSpPr>
          <p:cNvPr id="101" name="TextShape 2"/>
          <p:cNvSpPr txBox="1"/>
          <p:nvPr/>
        </p:nvSpPr>
        <p:spPr>
          <a:xfrm>
            <a:off x="360000" y="1350000"/>
            <a:ext cx="9360000" cy="3510000"/>
          </a:xfrm>
          <a:prstGeom prst="rect">
            <a:avLst/>
          </a:prstGeom>
          <a:noFill/>
          <a:ln w="0">
            <a:noFill/>
          </a:ln>
        </p:spPr>
        <p:txBody>
          <a:bodyPr lIns="0" tIns="0" rIns="0" bIns="0">
            <a:normAutofit fontScale="98500"/>
          </a:bodyPr>
          <a:lstStyle/>
          <a:p>
            <a:pPr marL="0" indent="0" algn="ctr">
              <a:buNone/>
            </a:pPr>
            <a:endParaRPr lang="es-PE" sz="1400" b="1" dirty="0">
              <a:solidFill>
                <a:schemeClr val="tx2"/>
              </a:solidFill>
              <a:latin typeface="Book Antiqua" panose="02040602050305030304" pitchFamily="18" charset="0"/>
              <a:cs typeface="Times New Roman" panose="02020603050405020304" pitchFamily="18" charset="0"/>
            </a:endParaRPr>
          </a:p>
          <a:p>
            <a:pPr marL="0" indent="0" algn="just">
              <a:buNone/>
            </a:pPr>
            <a:r>
              <a:rPr lang="es-MX" sz="2100" dirty="0">
                <a:latin typeface="Book Antiqua" panose="02040602050305030304" pitchFamily="18" charset="0"/>
                <a:cs typeface="Times New Roman" panose="02020603050405020304" pitchFamily="18" charset="0"/>
              </a:rPr>
              <a:t>La acción de </a:t>
            </a:r>
            <a:r>
              <a:rPr lang="es-MX" sz="2100" i="1" dirty="0">
                <a:latin typeface="Book Antiqua" panose="02040602050305030304" pitchFamily="18" charset="0"/>
                <a:cs typeface="Times New Roman" panose="02020603050405020304" pitchFamily="18" charset="0"/>
              </a:rPr>
              <a:t>habeas corpus</a:t>
            </a:r>
            <a:r>
              <a:rPr lang="es-MX" sz="2100" dirty="0">
                <a:latin typeface="Book Antiqua" panose="02040602050305030304" pitchFamily="18" charset="0"/>
                <a:cs typeface="Times New Roman" panose="02020603050405020304" pitchFamily="18" charset="0"/>
              </a:rPr>
              <a:t> garantiza la libertad</a:t>
            </a:r>
          </a:p>
          <a:p>
            <a:pPr marL="0" indent="0" algn="just">
              <a:buNone/>
            </a:pPr>
            <a:endParaRPr lang="es-MX" sz="1400" dirty="0">
              <a:latin typeface="Book Antiqua" panose="02040602050305030304" pitchFamily="18" charset="0"/>
              <a:cs typeface="Times New Roman" panose="02020603050405020304" pitchFamily="18" charset="0"/>
            </a:endParaRPr>
          </a:p>
          <a:p>
            <a:pPr marL="0" indent="0" algn="just">
              <a:buNone/>
            </a:pPr>
            <a:r>
              <a:rPr lang="es-MX" sz="2100" dirty="0">
                <a:solidFill>
                  <a:schemeClr val="tx2"/>
                </a:solidFill>
                <a:latin typeface="Book Antiqua" panose="02040602050305030304" pitchFamily="18" charset="0"/>
                <a:cs typeface="Times New Roman" panose="02020603050405020304" pitchFamily="18" charset="0"/>
              </a:rPr>
              <a:t>A. personal del individuo.</a:t>
            </a:r>
          </a:p>
          <a:p>
            <a:pPr marL="0" indent="0" algn="just">
              <a:buNone/>
            </a:pPr>
            <a:r>
              <a:rPr lang="es-MX" sz="2100" dirty="0">
                <a:solidFill>
                  <a:schemeClr val="tx2"/>
                </a:solidFill>
                <a:latin typeface="Book Antiqua" panose="02040602050305030304" pitchFamily="18" charset="0"/>
                <a:cs typeface="Times New Roman" panose="02020603050405020304" pitchFamily="18" charset="0"/>
              </a:rPr>
              <a:t>B. de opinión pública.</a:t>
            </a:r>
          </a:p>
          <a:p>
            <a:pPr marL="0" indent="0" algn="just">
              <a:buNone/>
            </a:pPr>
            <a:r>
              <a:rPr lang="es-MX" sz="2100" dirty="0">
                <a:solidFill>
                  <a:schemeClr val="tx2"/>
                </a:solidFill>
                <a:latin typeface="Book Antiqua" panose="02040602050305030304" pitchFamily="18" charset="0"/>
                <a:cs typeface="Times New Roman" panose="02020603050405020304" pitchFamily="18" charset="0"/>
              </a:rPr>
              <a:t>C. de publicación.</a:t>
            </a:r>
          </a:p>
          <a:p>
            <a:pPr marL="0" indent="0" algn="just">
              <a:buNone/>
            </a:pPr>
            <a:r>
              <a:rPr lang="es-MX" sz="2100" dirty="0">
                <a:solidFill>
                  <a:schemeClr val="tx2"/>
                </a:solidFill>
                <a:latin typeface="Book Antiqua" panose="02040602050305030304" pitchFamily="18" charset="0"/>
                <a:cs typeface="Times New Roman" panose="02020603050405020304" pitchFamily="18" charset="0"/>
              </a:rPr>
              <a:t>D. personal de informarse.</a:t>
            </a:r>
          </a:p>
          <a:p>
            <a:pPr marL="0" indent="0" algn="just">
              <a:buNone/>
            </a:pPr>
            <a:r>
              <a:rPr lang="es-MX" sz="2100" dirty="0">
                <a:solidFill>
                  <a:schemeClr val="tx2"/>
                </a:solidFill>
                <a:latin typeface="Book Antiqua" panose="02040602050305030304" pitchFamily="18" charset="0"/>
                <a:cs typeface="Times New Roman" panose="02020603050405020304" pitchFamily="18" charset="0"/>
              </a:rPr>
              <a:t>E. de participar en mítines.</a:t>
            </a:r>
          </a:p>
        </p:txBody>
      </p:sp>
    </p:spTree>
    <p:extLst>
      <p:ext uri="{BB962C8B-B14F-4D97-AF65-F5344CB8AC3E}">
        <p14:creationId xmlns:p14="http://schemas.microsoft.com/office/powerpoint/2010/main" val="3541227638"/>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extShape 1"/>
          <p:cNvSpPr txBox="1"/>
          <p:nvPr/>
        </p:nvSpPr>
        <p:spPr>
          <a:xfrm>
            <a:off x="360000" y="270000"/>
            <a:ext cx="9360000" cy="720000"/>
          </a:xfrm>
          <a:prstGeom prst="rect">
            <a:avLst/>
          </a:prstGeom>
          <a:noFill/>
          <a:ln w="0">
            <a:noFill/>
          </a:ln>
        </p:spPr>
        <p:txBody>
          <a:bodyPr lIns="0" tIns="0" rIns="0" bIns="0" anchor="ctr" anchorCtr="0">
            <a:noAutofit/>
          </a:bodyPr>
          <a:lstStyle/>
          <a:p>
            <a:r>
              <a:rPr lang="es-PE" sz="2800" b="1" strike="noStrike" spc="-1" dirty="0">
                <a:solidFill>
                  <a:srgbClr val="FFFFFF"/>
                </a:solidFill>
                <a:latin typeface="Book Antiqua" panose="02040602050305030304" pitchFamily="18" charset="0"/>
              </a:rPr>
              <a:t>El mismo ítem con enfoque por competencias</a:t>
            </a:r>
          </a:p>
        </p:txBody>
      </p:sp>
      <p:sp>
        <p:nvSpPr>
          <p:cNvPr id="101" name="TextShape 2"/>
          <p:cNvSpPr txBox="1"/>
          <p:nvPr/>
        </p:nvSpPr>
        <p:spPr>
          <a:xfrm>
            <a:off x="360000" y="1350000"/>
            <a:ext cx="9360000" cy="3510000"/>
          </a:xfrm>
          <a:prstGeom prst="rect">
            <a:avLst/>
          </a:prstGeom>
          <a:noFill/>
          <a:ln w="0">
            <a:noFill/>
          </a:ln>
        </p:spPr>
        <p:txBody>
          <a:bodyPr lIns="0" tIns="0" rIns="0" bIns="0">
            <a:normAutofit fontScale="98500"/>
          </a:bodyPr>
          <a:lstStyle/>
          <a:p>
            <a:pPr marL="0" indent="0" algn="ctr">
              <a:buNone/>
            </a:pPr>
            <a:endParaRPr lang="es-PE" sz="1400" b="1" dirty="0">
              <a:solidFill>
                <a:schemeClr val="tx2"/>
              </a:solidFill>
              <a:latin typeface="Book Antiqua" panose="02040602050305030304" pitchFamily="18" charset="0"/>
              <a:cs typeface="Times New Roman" panose="02020603050405020304" pitchFamily="18" charset="0"/>
            </a:endParaRPr>
          </a:p>
          <a:p>
            <a:r>
              <a:rPr lang="es-MX" sz="2100" dirty="0">
                <a:latin typeface="Book Antiqua" panose="02040602050305030304" pitchFamily="18" charset="0"/>
                <a:cs typeface="Times New Roman" panose="02020603050405020304" pitchFamily="18" charset="0"/>
              </a:rPr>
              <a:t>Dos muchachos conversaban tranquilos en la banca de un parque. Luego de unos minutos, el serenazgo del distrito les pidió que, por favor, se retiraran, pero ambos jóvenes se negaron, alegando que no hicieron nada ilícito. Al rato, un escuadrón de emergencia apareció y, sin explicaciones, los arrestó y los condujo a la comisaría. Pasaron tres días y nadie formuló cargos en contra de los detenidos. En este caso, ¿a qué medida legal deben recurrir sus familiares?</a:t>
            </a:r>
          </a:p>
          <a:p>
            <a:pPr algn="just"/>
            <a:endParaRPr lang="es-MX" sz="2100" dirty="0">
              <a:latin typeface="Book Antiqua" panose="02040602050305030304" pitchFamily="18" charset="0"/>
              <a:cs typeface="Times New Roman" panose="02020603050405020304" pitchFamily="18" charset="0"/>
            </a:endParaRPr>
          </a:p>
        </p:txBody>
      </p:sp>
      <p:sp>
        <p:nvSpPr>
          <p:cNvPr id="2" name="CuadroTexto 1">
            <a:extLst>
              <a:ext uri="{FF2B5EF4-FFF2-40B4-BE49-F238E27FC236}">
                <a16:creationId xmlns:a16="http://schemas.microsoft.com/office/drawing/2014/main" id="{06C4DAED-F1D3-2BE7-47BB-FE4792B120C5}"/>
              </a:ext>
            </a:extLst>
          </p:cNvPr>
          <p:cNvSpPr txBox="1"/>
          <p:nvPr/>
        </p:nvSpPr>
        <p:spPr>
          <a:xfrm>
            <a:off x="359999" y="4079632"/>
            <a:ext cx="9360000" cy="738664"/>
          </a:xfrm>
          <a:prstGeom prst="rect">
            <a:avLst/>
          </a:prstGeom>
          <a:noFill/>
        </p:spPr>
        <p:txBody>
          <a:bodyPr wrap="square" rtlCol="0">
            <a:spAutoFit/>
          </a:bodyPr>
          <a:lstStyle/>
          <a:p>
            <a:pPr marL="0" indent="0" algn="just">
              <a:buNone/>
            </a:pPr>
            <a:r>
              <a:rPr lang="es-MX" sz="2100" dirty="0">
                <a:solidFill>
                  <a:schemeClr val="tx2"/>
                </a:solidFill>
                <a:latin typeface="Book Antiqua" panose="02040602050305030304" pitchFamily="18" charset="0"/>
                <a:cs typeface="Times New Roman" panose="02020603050405020304" pitchFamily="18" charset="0"/>
              </a:rPr>
              <a:t>A. Acción de </a:t>
            </a:r>
            <a:r>
              <a:rPr lang="es-MX" sz="2100" i="1" dirty="0">
                <a:solidFill>
                  <a:schemeClr val="tx2"/>
                </a:solidFill>
                <a:latin typeface="Book Antiqua" panose="02040602050305030304" pitchFamily="18" charset="0"/>
                <a:cs typeface="Times New Roman" panose="02020603050405020304" pitchFamily="18" charset="0"/>
              </a:rPr>
              <a:t>habeas corpus    C</a:t>
            </a:r>
            <a:r>
              <a:rPr lang="es-MX" sz="2100" dirty="0">
                <a:solidFill>
                  <a:schemeClr val="tx2"/>
                </a:solidFill>
                <a:latin typeface="Book Antiqua" panose="02040602050305030304" pitchFamily="18" charset="0"/>
                <a:cs typeface="Times New Roman" panose="02020603050405020304" pitchFamily="18" charset="0"/>
              </a:rPr>
              <a:t>. Acción de </a:t>
            </a:r>
            <a:r>
              <a:rPr lang="es-MX" sz="2100" i="1" dirty="0">
                <a:solidFill>
                  <a:schemeClr val="tx2"/>
                </a:solidFill>
                <a:latin typeface="Book Antiqua" panose="02040602050305030304" pitchFamily="18" charset="0"/>
                <a:cs typeface="Times New Roman" panose="02020603050405020304" pitchFamily="18" charset="0"/>
              </a:rPr>
              <a:t>habeas</a:t>
            </a:r>
            <a:r>
              <a:rPr lang="es-MX" sz="2100" dirty="0">
                <a:solidFill>
                  <a:schemeClr val="tx2"/>
                </a:solidFill>
                <a:latin typeface="Book Antiqua" panose="02040602050305030304" pitchFamily="18" charset="0"/>
                <a:cs typeface="Times New Roman" panose="02020603050405020304" pitchFamily="18" charset="0"/>
              </a:rPr>
              <a:t> </a:t>
            </a:r>
            <a:r>
              <a:rPr lang="es-MX" sz="2100" i="1" dirty="0">
                <a:solidFill>
                  <a:schemeClr val="tx2"/>
                </a:solidFill>
                <a:latin typeface="Book Antiqua" panose="02040602050305030304" pitchFamily="18" charset="0"/>
                <a:cs typeface="Times New Roman" panose="02020603050405020304" pitchFamily="18" charset="0"/>
              </a:rPr>
              <a:t>data</a:t>
            </a:r>
            <a:r>
              <a:rPr lang="es-MX" sz="2100" dirty="0">
                <a:solidFill>
                  <a:schemeClr val="tx2"/>
                </a:solidFill>
                <a:latin typeface="Book Antiqua" panose="02040602050305030304" pitchFamily="18" charset="0"/>
                <a:cs typeface="Times New Roman" panose="02020603050405020304" pitchFamily="18" charset="0"/>
              </a:rPr>
              <a:t>    E. Acción de amparo</a:t>
            </a:r>
          </a:p>
          <a:p>
            <a:pPr marL="0" indent="0" algn="just">
              <a:buNone/>
            </a:pPr>
            <a:r>
              <a:rPr lang="es-MX" sz="2100" dirty="0">
                <a:solidFill>
                  <a:schemeClr val="tx2"/>
                </a:solidFill>
                <a:latin typeface="Book Antiqua" panose="02040602050305030304" pitchFamily="18" charset="0"/>
                <a:cs typeface="Times New Roman" panose="02020603050405020304" pitchFamily="18" charset="0"/>
              </a:rPr>
              <a:t>B. Acción popular                  D. Acción de cumplimiento</a:t>
            </a:r>
          </a:p>
        </p:txBody>
      </p:sp>
    </p:spTree>
    <p:extLst>
      <p:ext uri="{BB962C8B-B14F-4D97-AF65-F5344CB8AC3E}">
        <p14:creationId xmlns:p14="http://schemas.microsoft.com/office/powerpoint/2010/main" val="241787540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C5903ED-CDF5-4B07-B36C-85565528A0D5}"/>
              </a:ext>
            </a:extLst>
          </p:cNvPr>
          <p:cNvSpPr>
            <a:spLocks noGrp="1"/>
          </p:cNvSpPr>
          <p:nvPr>
            <p:ph idx="4294967295"/>
          </p:nvPr>
        </p:nvSpPr>
        <p:spPr>
          <a:xfrm>
            <a:off x="709574" y="1133856"/>
            <a:ext cx="8678008" cy="3973498"/>
          </a:xfrm>
        </p:spPr>
        <p:txBody>
          <a:bodyPr>
            <a:normAutofit/>
          </a:bodyPr>
          <a:lstStyle/>
          <a:p>
            <a:pPr marL="0" indent="0" algn="just">
              <a:buNone/>
            </a:pPr>
            <a:r>
              <a:rPr lang="es-PE" sz="2646" dirty="0"/>
              <a:t>A continuación, mostramos como un ítem del área de matemática, más específicamente álgebra, propuesto de una “manera tradicional”, puede ser transformado en un ítem por competencias. </a:t>
            </a:r>
          </a:p>
          <a:p>
            <a:pPr marL="0" indent="0" algn="just">
              <a:buNone/>
            </a:pPr>
            <a:r>
              <a:rPr lang="es-PE" sz="2646" dirty="0"/>
              <a:t>Posteriormente, hacemos lo mismo con un ítem de geometría.</a:t>
            </a:r>
          </a:p>
        </p:txBody>
      </p:sp>
    </p:spTree>
    <p:extLst>
      <p:ext uri="{BB962C8B-B14F-4D97-AF65-F5344CB8AC3E}">
        <p14:creationId xmlns:p14="http://schemas.microsoft.com/office/powerpoint/2010/main" val="365959534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TextShape 1"/>
          <p:cNvSpPr txBox="1"/>
          <p:nvPr/>
        </p:nvSpPr>
        <p:spPr>
          <a:xfrm>
            <a:off x="360000" y="270000"/>
            <a:ext cx="9360000" cy="720000"/>
          </a:xfrm>
          <a:prstGeom prst="rect">
            <a:avLst/>
          </a:prstGeom>
          <a:noFill/>
          <a:ln w="0">
            <a:noFill/>
          </a:ln>
        </p:spPr>
        <p:txBody>
          <a:bodyPr lIns="0" tIns="0" rIns="0" bIns="0" anchor="b">
            <a:noAutofit/>
          </a:bodyPr>
          <a:lstStyle/>
          <a:p>
            <a:r>
              <a:rPr lang="es-PE" sz="2400" b="1" strike="noStrike" spc="-1">
                <a:solidFill>
                  <a:srgbClr val="FFFFFF"/>
                </a:solidFill>
                <a:latin typeface="Source Sans Pro Black"/>
              </a:rPr>
              <a:t>Ejemplos</a:t>
            </a:r>
          </a:p>
        </p:txBody>
      </p:sp>
      <p:sp>
        <p:nvSpPr>
          <p:cNvPr id="121" name="TextShape 2"/>
          <p:cNvSpPr txBox="1"/>
          <p:nvPr/>
        </p:nvSpPr>
        <p:spPr>
          <a:xfrm>
            <a:off x="360000" y="1350000"/>
            <a:ext cx="9180000" cy="3510000"/>
          </a:xfrm>
          <a:prstGeom prst="rect">
            <a:avLst/>
          </a:prstGeom>
          <a:noFill/>
          <a:ln w="0">
            <a:noFill/>
          </a:ln>
        </p:spPr>
        <p:txBody>
          <a:bodyPr lIns="0" tIns="0" rIns="0" bIns="0">
            <a:normAutofit fontScale="93500"/>
          </a:bodyPr>
          <a:lstStyle/>
          <a:p>
            <a:pPr algn="just">
              <a:lnSpc>
                <a:spcPct val="100000"/>
              </a:lnSpc>
              <a:tabLst>
                <a:tab pos="0" algn="l"/>
              </a:tabLst>
            </a:pPr>
            <a:endParaRPr lang="es-PE" sz="2200" b="1" strike="noStrike" spc="-1" dirty="0">
              <a:solidFill>
                <a:srgbClr val="1C1C1C"/>
              </a:solidFill>
              <a:latin typeface="Source Sans Pro Semibold"/>
            </a:endParaRPr>
          </a:p>
        </p:txBody>
      </p:sp>
      <p:pic>
        <p:nvPicPr>
          <p:cNvPr id="4" name="Imagen 3">
            <a:extLst>
              <a:ext uri="{FF2B5EF4-FFF2-40B4-BE49-F238E27FC236}">
                <a16:creationId xmlns:a16="http://schemas.microsoft.com/office/drawing/2014/main" id="{C5B92FCE-D205-4805-B615-230C78CD23EE}"/>
              </a:ext>
            </a:extLst>
          </p:cNvPr>
          <p:cNvPicPr>
            <a:picLocks noChangeAspect="1"/>
          </p:cNvPicPr>
          <p:nvPr/>
        </p:nvPicPr>
        <p:blipFill>
          <a:blip r:embed="rId2"/>
          <a:stretch>
            <a:fillRect/>
          </a:stretch>
        </p:blipFill>
        <p:spPr>
          <a:xfrm>
            <a:off x="520875" y="1529116"/>
            <a:ext cx="8858250" cy="2840812"/>
          </a:xfrm>
          <a:prstGeom prst="rect">
            <a:avLst/>
          </a:prstGeom>
          <a:ln w="38100">
            <a:solidFill>
              <a:schemeClr val="accent5">
                <a:lumMod val="75000"/>
              </a:schemeClr>
            </a:solidFill>
          </a:ln>
        </p:spPr>
      </p:pic>
    </p:spTree>
    <p:extLst>
      <p:ext uri="{BB962C8B-B14F-4D97-AF65-F5344CB8AC3E}">
        <p14:creationId xmlns:p14="http://schemas.microsoft.com/office/powerpoint/2010/main" val="2292420161"/>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TextShape 1"/>
          <p:cNvSpPr txBox="1"/>
          <p:nvPr/>
        </p:nvSpPr>
        <p:spPr>
          <a:xfrm>
            <a:off x="360000" y="270000"/>
            <a:ext cx="9360000" cy="720000"/>
          </a:xfrm>
          <a:prstGeom prst="rect">
            <a:avLst/>
          </a:prstGeom>
          <a:noFill/>
          <a:ln w="0">
            <a:noFill/>
          </a:ln>
        </p:spPr>
        <p:txBody>
          <a:bodyPr lIns="0" tIns="0" rIns="0" bIns="0" anchor="b">
            <a:noAutofit/>
          </a:bodyPr>
          <a:lstStyle/>
          <a:p>
            <a:endParaRPr lang="es-PE" sz="2400" b="1" strike="noStrike" spc="-1">
              <a:solidFill>
                <a:srgbClr val="FFFFFF"/>
              </a:solidFill>
              <a:latin typeface="Source Sans Pro Black"/>
            </a:endParaRPr>
          </a:p>
        </p:txBody>
      </p:sp>
      <p:sp>
        <p:nvSpPr>
          <p:cNvPr id="123" name="TextShape 2"/>
          <p:cNvSpPr txBox="1"/>
          <p:nvPr/>
        </p:nvSpPr>
        <p:spPr>
          <a:xfrm>
            <a:off x="360000" y="1350000"/>
            <a:ext cx="9180000" cy="3510000"/>
          </a:xfrm>
          <a:prstGeom prst="rect">
            <a:avLst/>
          </a:prstGeom>
          <a:noFill/>
          <a:ln w="0">
            <a:noFill/>
          </a:ln>
        </p:spPr>
        <p:txBody>
          <a:bodyPr lIns="0" tIns="0" rIns="0" bIns="0">
            <a:normAutofit fontScale="96000"/>
          </a:bodyPr>
          <a:lstStyle/>
          <a:p>
            <a:pPr algn="just">
              <a:lnSpc>
                <a:spcPct val="100000"/>
              </a:lnSpc>
              <a:spcBef>
                <a:spcPts val="1417"/>
              </a:spcBef>
            </a:pPr>
            <a:endParaRPr lang="es-PE" sz="2400" b="1" strike="noStrike" spc="-1" dirty="0">
              <a:solidFill>
                <a:srgbClr val="1C1C1C"/>
              </a:solidFill>
              <a:latin typeface="Source Sans Pro Semibold"/>
            </a:endParaRPr>
          </a:p>
        </p:txBody>
      </p:sp>
      <p:pic>
        <p:nvPicPr>
          <p:cNvPr id="4" name="Imagen 3">
            <a:extLst>
              <a:ext uri="{FF2B5EF4-FFF2-40B4-BE49-F238E27FC236}">
                <a16:creationId xmlns:a16="http://schemas.microsoft.com/office/drawing/2014/main" id="{6FAD6C1E-09A1-46BD-AB51-02445E088C27}"/>
              </a:ext>
            </a:extLst>
          </p:cNvPr>
          <p:cNvPicPr>
            <a:picLocks noChangeAspect="1"/>
          </p:cNvPicPr>
          <p:nvPr/>
        </p:nvPicPr>
        <p:blipFill>
          <a:blip r:embed="rId2"/>
          <a:stretch>
            <a:fillRect/>
          </a:stretch>
        </p:blipFill>
        <p:spPr>
          <a:xfrm>
            <a:off x="175565" y="1176040"/>
            <a:ext cx="9648749" cy="3820242"/>
          </a:xfrm>
          <a:prstGeom prst="rect">
            <a:avLst/>
          </a:prstGeom>
          <a:ln w="38100">
            <a:solidFill>
              <a:schemeClr val="accent5">
                <a:lumMod val="75000"/>
              </a:schemeClr>
            </a:solidFill>
          </a:ln>
        </p:spPr>
      </p:pic>
    </p:spTree>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65129D3E-13E2-4E42-8B68-B5BE25D44C52}"/>
              </a:ext>
            </a:extLst>
          </p:cNvPr>
          <p:cNvSpPr txBox="1"/>
          <p:nvPr/>
        </p:nvSpPr>
        <p:spPr>
          <a:xfrm rot="16200000">
            <a:off x="-1301976" y="2689805"/>
            <a:ext cx="3899004"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PE" sz="2400" b="1" dirty="0">
                <a:ln w="12700">
                  <a:solidFill>
                    <a:schemeClr val="tx2">
                      <a:lumMod val="75000"/>
                    </a:schemeClr>
                  </a:solidFill>
                  <a:prstDash val="solid"/>
                </a:ln>
                <a:solidFill>
                  <a:schemeClr val="tx2">
                    <a:lumMod val="75000"/>
                    <a:lumOff val="25000"/>
                  </a:schemeClr>
                </a:solidFill>
                <a:effectLst>
                  <a:outerShdw dist="38100" dir="2640000" algn="bl" rotWithShape="0">
                    <a:schemeClr val="tx2">
                      <a:lumMod val="75000"/>
                    </a:schemeClr>
                  </a:outerShdw>
                </a:effectLst>
              </a:rPr>
              <a:t>SEMEJANZA DE TRIÁNGULOS</a:t>
            </a:r>
          </a:p>
        </p:txBody>
      </p:sp>
      <p:pic>
        <p:nvPicPr>
          <p:cNvPr id="6" name="Imagen 5">
            <a:extLst>
              <a:ext uri="{FF2B5EF4-FFF2-40B4-BE49-F238E27FC236}">
                <a16:creationId xmlns:a16="http://schemas.microsoft.com/office/drawing/2014/main" id="{AE0B47D6-C14C-419C-921B-CE8F8D7A785C}"/>
              </a:ext>
            </a:extLst>
          </p:cNvPr>
          <p:cNvPicPr>
            <a:picLocks noChangeAspect="1"/>
          </p:cNvPicPr>
          <p:nvPr/>
        </p:nvPicPr>
        <p:blipFill>
          <a:blip r:embed="rId2"/>
          <a:stretch>
            <a:fillRect/>
          </a:stretch>
        </p:blipFill>
        <p:spPr>
          <a:xfrm>
            <a:off x="1594713" y="382874"/>
            <a:ext cx="4367175" cy="115489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21 Cuadro de texto">
            <a:extLst>
              <a:ext uri="{FF2B5EF4-FFF2-40B4-BE49-F238E27FC236}">
                <a16:creationId xmlns:a16="http://schemas.microsoft.com/office/drawing/2014/main" id="{CEA0D9EE-B7D3-4EEB-8EAC-724648026ED9}"/>
              </a:ext>
            </a:extLst>
          </p:cNvPr>
          <p:cNvSpPr txBox="1"/>
          <p:nvPr/>
        </p:nvSpPr>
        <p:spPr>
          <a:xfrm>
            <a:off x="6197221" y="583373"/>
            <a:ext cx="2997901" cy="261991"/>
          </a:xfrm>
          <a:prstGeom prst="rect">
            <a:avLst/>
          </a:prstGeom>
          <a:solidFill>
            <a:schemeClr val="accent1">
              <a:lumMod val="20000"/>
              <a:lumOff val="80000"/>
            </a:schemeClr>
          </a:solidFill>
          <a:ln w="57150">
            <a:solidFill>
              <a:schemeClr val="tx2">
                <a:lumMod val="50000"/>
                <a:lumOff val="50000"/>
              </a:schemeClr>
            </a:solidFill>
          </a:ln>
          <a:effectLst/>
        </p:spPr>
        <p:txBody>
          <a:bodyPr rot="0" spcFirstLastPara="0" vert="horz" wrap="square" lIns="75605" tIns="37802" rIns="75605" bIns="37802" numCol="1" spcCol="0" rtlCol="0" fromWordArt="0" anchor="t" anchorCtr="0" forceAA="0" compatLnSpc="1">
            <a:prstTxWarp prst="textNoShape">
              <a:avLst/>
            </a:prstTxWarp>
            <a:noAutofit/>
          </a:bodyPr>
          <a:lstStyle/>
          <a:p>
            <a:pPr algn="ctr">
              <a:lnSpc>
                <a:spcPct val="115000"/>
              </a:lnSpc>
              <a:spcAft>
                <a:spcPts val="827"/>
              </a:spcAft>
            </a:pPr>
            <a:r>
              <a:rPr lang="es-PE" sz="1158" b="1" dirty="0">
                <a:latin typeface="Arial" panose="020B0604020202020204" pitchFamily="34" charset="0"/>
                <a:ea typeface="Calibri" panose="020F0502020204030204" pitchFamily="34" charset="0"/>
                <a:cs typeface="Times New Roman" panose="02020603050405020304" pitchFamily="18" charset="0"/>
              </a:rPr>
              <a:t>NO CONTEXTUALIZADO </a:t>
            </a:r>
            <a:endParaRPr lang="es-PE" sz="1158" dirty="0">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8" name="Imagen 7">
            <a:extLst>
              <a:ext uri="{FF2B5EF4-FFF2-40B4-BE49-F238E27FC236}">
                <a16:creationId xmlns:a16="http://schemas.microsoft.com/office/drawing/2014/main" id="{2C249E5E-1F0C-4619-86A7-FD42191A796E}"/>
              </a:ext>
            </a:extLst>
          </p:cNvPr>
          <p:cNvPicPr>
            <a:picLocks noChangeAspect="1"/>
          </p:cNvPicPr>
          <p:nvPr/>
        </p:nvPicPr>
        <p:blipFill>
          <a:blip r:embed="rId3"/>
          <a:stretch>
            <a:fillRect/>
          </a:stretch>
        </p:blipFill>
        <p:spPr>
          <a:xfrm>
            <a:off x="1382572" y="1779865"/>
            <a:ext cx="5095308" cy="96952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Imagen 8">
            <a:extLst>
              <a:ext uri="{FF2B5EF4-FFF2-40B4-BE49-F238E27FC236}">
                <a16:creationId xmlns:a16="http://schemas.microsoft.com/office/drawing/2014/main" id="{AD7C3D09-42BC-4D4A-A54E-22DC2FC080B7}"/>
              </a:ext>
            </a:extLst>
          </p:cNvPr>
          <p:cNvPicPr>
            <a:picLocks noChangeAspect="1"/>
          </p:cNvPicPr>
          <p:nvPr/>
        </p:nvPicPr>
        <p:blipFill>
          <a:blip r:embed="rId4"/>
          <a:stretch>
            <a:fillRect/>
          </a:stretch>
        </p:blipFill>
        <p:spPr>
          <a:xfrm>
            <a:off x="1304951" y="3050439"/>
            <a:ext cx="5581770" cy="242790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0" name="21 Cuadro de texto">
            <a:extLst>
              <a:ext uri="{FF2B5EF4-FFF2-40B4-BE49-F238E27FC236}">
                <a16:creationId xmlns:a16="http://schemas.microsoft.com/office/drawing/2014/main" id="{3376635A-8E8B-4F29-AE49-9E4ABFD0BD1F}"/>
              </a:ext>
            </a:extLst>
          </p:cNvPr>
          <p:cNvSpPr txBox="1"/>
          <p:nvPr/>
        </p:nvSpPr>
        <p:spPr>
          <a:xfrm>
            <a:off x="7056437" y="2166438"/>
            <a:ext cx="2728263" cy="261991"/>
          </a:xfrm>
          <a:prstGeom prst="rect">
            <a:avLst/>
          </a:prstGeom>
          <a:solidFill>
            <a:schemeClr val="bg2">
              <a:lumMod val="90000"/>
            </a:schemeClr>
          </a:solidFill>
          <a:ln w="57150">
            <a:solidFill>
              <a:schemeClr val="tx2"/>
            </a:solidFill>
          </a:ln>
          <a:effectLst/>
        </p:spPr>
        <p:txBody>
          <a:bodyPr rot="0" spcFirstLastPara="0" vert="horz" wrap="square" lIns="75605" tIns="37802" rIns="75605" bIns="37802" numCol="1" spcCol="0" rtlCol="0" fromWordArt="0" anchor="t" anchorCtr="0" forceAA="0" compatLnSpc="1">
            <a:prstTxWarp prst="textNoShape">
              <a:avLst/>
            </a:prstTxWarp>
            <a:noAutofit/>
          </a:bodyPr>
          <a:lstStyle/>
          <a:p>
            <a:pPr algn="ctr">
              <a:lnSpc>
                <a:spcPct val="115000"/>
              </a:lnSpc>
              <a:spcAft>
                <a:spcPts val="827"/>
              </a:spcAft>
            </a:pPr>
            <a:r>
              <a:rPr lang="es-PE" sz="1158" b="1" dirty="0">
                <a:latin typeface="Arial" panose="020B0604020202020204" pitchFamily="34" charset="0"/>
                <a:ea typeface="Calibri" panose="020F0502020204030204" pitchFamily="34" charset="0"/>
                <a:cs typeface="Times New Roman" panose="02020603050405020304" pitchFamily="18" charset="0"/>
              </a:rPr>
              <a:t>CONTEXTUALIZADO </a:t>
            </a:r>
            <a:endParaRPr lang="es-PE" sz="1158"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2" name="21 Cuadro de texto">
            <a:extLst>
              <a:ext uri="{FF2B5EF4-FFF2-40B4-BE49-F238E27FC236}">
                <a16:creationId xmlns:a16="http://schemas.microsoft.com/office/drawing/2014/main" id="{E5478DF4-DEB9-4441-BF8D-43103EE691B5}"/>
              </a:ext>
            </a:extLst>
          </p:cNvPr>
          <p:cNvSpPr txBox="1"/>
          <p:nvPr/>
        </p:nvSpPr>
        <p:spPr>
          <a:xfrm>
            <a:off x="7173107" y="3209517"/>
            <a:ext cx="2557782" cy="261991"/>
          </a:xfrm>
          <a:prstGeom prst="rect">
            <a:avLst/>
          </a:prstGeom>
          <a:solidFill>
            <a:schemeClr val="bg2">
              <a:lumMod val="90000"/>
            </a:schemeClr>
          </a:solidFill>
          <a:ln w="57150">
            <a:solidFill>
              <a:schemeClr val="tx2"/>
            </a:solidFill>
          </a:ln>
          <a:effectLst/>
        </p:spPr>
        <p:txBody>
          <a:bodyPr rot="0" spcFirstLastPara="0" vert="horz" wrap="square" lIns="75605" tIns="37802" rIns="75605" bIns="37802" numCol="1" spcCol="0" rtlCol="0" fromWordArt="0" anchor="t" anchorCtr="0" forceAA="0" compatLnSpc="1">
            <a:prstTxWarp prst="textNoShape">
              <a:avLst/>
            </a:prstTxWarp>
            <a:noAutofit/>
          </a:bodyPr>
          <a:lstStyle/>
          <a:p>
            <a:pPr algn="ctr">
              <a:lnSpc>
                <a:spcPct val="115000"/>
              </a:lnSpc>
              <a:spcAft>
                <a:spcPts val="827"/>
              </a:spcAft>
            </a:pPr>
            <a:r>
              <a:rPr lang="es-PE" sz="1158" b="1" dirty="0">
                <a:latin typeface="Arial" panose="020B0604020202020204" pitchFamily="34" charset="0"/>
                <a:ea typeface="Calibri" panose="020F0502020204030204" pitchFamily="34" charset="0"/>
                <a:cs typeface="Times New Roman" panose="02020603050405020304" pitchFamily="18" charset="0"/>
              </a:rPr>
              <a:t>CONTEXTUALIZADO </a:t>
            </a:r>
            <a:endParaRPr lang="es-PE" sz="1158"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1" name="Rectángulo 10">
            <a:extLst>
              <a:ext uri="{FF2B5EF4-FFF2-40B4-BE49-F238E27FC236}">
                <a16:creationId xmlns:a16="http://schemas.microsoft.com/office/drawing/2014/main" id="{E3C7CAF3-61DC-454E-A9B0-0DF451219515}"/>
              </a:ext>
            </a:extLst>
          </p:cNvPr>
          <p:cNvSpPr/>
          <p:nvPr/>
        </p:nvSpPr>
        <p:spPr>
          <a:xfrm>
            <a:off x="7424928" y="3749503"/>
            <a:ext cx="2492050" cy="1466171"/>
          </a:xfrm>
          <a:prstGeom prst="rect">
            <a:avLst/>
          </a:prstGeom>
          <a:ln>
            <a:solidFill>
              <a:schemeClr val="tx1"/>
            </a:solidFill>
            <a:prstDash val="dash"/>
          </a:ln>
        </p:spPr>
        <p:txBody>
          <a:bodyPr wrap="square">
            <a:spAutoFit/>
          </a:bodyPr>
          <a:lstStyle/>
          <a:p>
            <a:r>
              <a:rPr lang="es-ES" sz="1488" b="1" dirty="0"/>
              <a:t>Destrezas cognitivas usadas:</a:t>
            </a:r>
          </a:p>
          <a:p>
            <a:r>
              <a:rPr lang="es-ES" sz="1488" dirty="0">
                <a:solidFill>
                  <a:srgbClr val="0070C0"/>
                </a:solidFill>
              </a:rPr>
              <a:t>Deducción, inteligencia fluida,</a:t>
            </a:r>
          </a:p>
          <a:p>
            <a:r>
              <a:rPr lang="es-PE" sz="1488" dirty="0">
                <a:solidFill>
                  <a:srgbClr val="0070C0"/>
                </a:solidFill>
              </a:rPr>
              <a:t>procesamiento visual</a:t>
            </a:r>
            <a:r>
              <a:rPr lang="es-ES" sz="1488" dirty="0">
                <a:solidFill>
                  <a:srgbClr val="0070C0"/>
                </a:solidFill>
              </a:rPr>
              <a:t>, conocimiento cuantitativo.</a:t>
            </a:r>
            <a:endParaRPr lang="es-PE" sz="1488" dirty="0">
              <a:solidFill>
                <a:srgbClr val="0070C0"/>
              </a:solidFill>
            </a:endParaRPr>
          </a:p>
        </p:txBody>
      </p:sp>
    </p:spTree>
    <p:extLst>
      <p:ext uri="{BB962C8B-B14F-4D97-AF65-F5344CB8AC3E}">
        <p14:creationId xmlns:p14="http://schemas.microsoft.com/office/powerpoint/2010/main" val="158408633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ppt_x"/>
                                          </p:val>
                                        </p:tav>
                                        <p:tav tm="100000">
                                          <p:val>
                                            <p:strVal val="#ppt_x"/>
                                          </p:val>
                                        </p:tav>
                                      </p:tavLst>
                                    </p:anim>
                                    <p:anim calcmode="lin" valueType="num">
                                      <p:cBhvr additive="base">
                                        <p:cTn id="19"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p:cTn id="24" dur="500" fill="hold"/>
                                        <p:tgtEl>
                                          <p:spTgt spid="10"/>
                                        </p:tgtEl>
                                        <p:attrNameLst>
                                          <p:attrName>ppt_w</p:attrName>
                                        </p:attrNameLst>
                                      </p:cBhvr>
                                      <p:tavLst>
                                        <p:tav tm="0">
                                          <p:val>
                                            <p:fltVal val="0"/>
                                          </p:val>
                                        </p:tav>
                                        <p:tav tm="100000">
                                          <p:val>
                                            <p:strVal val="#ppt_w"/>
                                          </p:val>
                                        </p:tav>
                                      </p:tavLst>
                                    </p:anim>
                                    <p:anim calcmode="lin" valueType="num">
                                      <p:cBhvr>
                                        <p:cTn id="25" dur="500" fill="hold"/>
                                        <p:tgtEl>
                                          <p:spTgt spid="10"/>
                                        </p:tgtEl>
                                        <p:attrNameLst>
                                          <p:attrName>ppt_h</p:attrName>
                                        </p:attrNameLst>
                                      </p:cBhvr>
                                      <p:tavLst>
                                        <p:tav tm="0">
                                          <p:val>
                                            <p:fltVal val="0"/>
                                          </p:val>
                                        </p:tav>
                                        <p:tav tm="100000">
                                          <p:val>
                                            <p:strVal val="#ppt_h"/>
                                          </p:val>
                                        </p:tav>
                                      </p:tavLst>
                                    </p:anim>
                                    <p:animEffect transition="in" filter="fade">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p:cTn id="37" dur="500" fill="hold"/>
                                        <p:tgtEl>
                                          <p:spTgt spid="12"/>
                                        </p:tgtEl>
                                        <p:attrNameLst>
                                          <p:attrName>ppt_w</p:attrName>
                                        </p:attrNameLst>
                                      </p:cBhvr>
                                      <p:tavLst>
                                        <p:tav tm="0">
                                          <p:val>
                                            <p:fltVal val="0"/>
                                          </p:val>
                                        </p:tav>
                                        <p:tav tm="100000">
                                          <p:val>
                                            <p:strVal val="#ppt_w"/>
                                          </p:val>
                                        </p:tav>
                                      </p:tavLst>
                                    </p:anim>
                                    <p:anim calcmode="lin" valueType="num">
                                      <p:cBhvr>
                                        <p:cTn id="38" dur="500" fill="hold"/>
                                        <p:tgtEl>
                                          <p:spTgt spid="12"/>
                                        </p:tgtEl>
                                        <p:attrNameLst>
                                          <p:attrName>ppt_h</p:attrName>
                                        </p:attrNameLst>
                                      </p:cBhvr>
                                      <p:tavLst>
                                        <p:tav tm="0">
                                          <p:val>
                                            <p:fltVal val="0"/>
                                          </p:val>
                                        </p:tav>
                                        <p:tav tm="100000">
                                          <p:val>
                                            <p:strVal val="#ppt_h"/>
                                          </p:val>
                                        </p:tav>
                                      </p:tavLst>
                                    </p:anim>
                                    <p:animEffect transition="in" filter="fade">
                                      <p:cBhvr>
                                        <p:cTn id="39" dur="5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2" grpId="0" animBg="1"/>
      <p:bldP spid="11"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TextShape 1"/>
          <p:cNvSpPr txBox="1"/>
          <p:nvPr/>
        </p:nvSpPr>
        <p:spPr>
          <a:xfrm>
            <a:off x="360000" y="270000"/>
            <a:ext cx="9360000" cy="720000"/>
          </a:xfrm>
          <a:prstGeom prst="rect">
            <a:avLst/>
          </a:prstGeom>
          <a:noFill/>
          <a:ln w="0">
            <a:noFill/>
          </a:ln>
        </p:spPr>
        <p:txBody>
          <a:bodyPr lIns="0" tIns="0" rIns="0" bIns="0" anchor="b">
            <a:noAutofit/>
          </a:bodyPr>
          <a:lstStyle/>
          <a:p>
            <a:endParaRPr lang="es-PE" sz="2400" b="1" strike="noStrike" spc="-1">
              <a:solidFill>
                <a:srgbClr val="FFFFFF"/>
              </a:solidFill>
              <a:latin typeface="Source Sans Pro Black"/>
            </a:endParaRPr>
          </a:p>
        </p:txBody>
      </p:sp>
      <p:sp>
        <p:nvSpPr>
          <p:cNvPr id="125" name="TextShape 2"/>
          <p:cNvSpPr txBox="1"/>
          <p:nvPr/>
        </p:nvSpPr>
        <p:spPr>
          <a:xfrm>
            <a:off x="75472" y="1339368"/>
            <a:ext cx="9180000" cy="3510000"/>
          </a:xfrm>
          <a:prstGeom prst="rect">
            <a:avLst/>
          </a:prstGeom>
          <a:noFill/>
          <a:ln w="0">
            <a:noFill/>
          </a:ln>
        </p:spPr>
        <p:txBody>
          <a:bodyPr lIns="0" tIns="0" rIns="0" bIns="0">
            <a:normAutofit fontScale="86500" lnSpcReduction="20000"/>
          </a:bodyPr>
          <a:lstStyle/>
          <a:p>
            <a:pPr algn="just">
              <a:lnSpc>
                <a:spcPct val="100000"/>
              </a:lnSpc>
            </a:pPr>
            <a:endParaRPr lang="es-PE" sz="4800" b="1" strike="noStrike" spc="-1" dirty="0">
              <a:solidFill>
                <a:srgbClr val="C00000"/>
              </a:solidFill>
              <a:latin typeface="Source Sans Pro Semibold"/>
            </a:endParaRPr>
          </a:p>
          <a:p>
            <a:pPr algn="just">
              <a:lnSpc>
                <a:spcPct val="100000"/>
              </a:lnSpc>
            </a:pPr>
            <a:endParaRPr lang="es-PE" sz="4800" b="1" spc="-1" dirty="0">
              <a:solidFill>
                <a:srgbClr val="C00000"/>
              </a:solidFill>
              <a:latin typeface="Source Sans Pro Semibold"/>
            </a:endParaRPr>
          </a:p>
          <a:p>
            <a:pPr algn="just">
              <a:lnSpc>
                <a:spcPct val="100000"/>
              </a:lnSpc>
            </a:pPr>
            <a:r>
              <a:rPr lang="es-PE" sz="4800" b="1" strike="noStrike" spc="-1" dirty="0">
                <a:solidFill>
                  <a:srgbClr val="C00000"/>
                </a:solidFill>
                <a:latin typeface="Source Sans Pro Semibold"/>
              </a:rPr>
              <a:t>¡Muchas gracias por su atención!</a:t>
            </a:r>
          </a:p>
          <a:p>
            <a:pPr algn="just">
              <a:lnSpc>
                <a:spcPct val="100000"/>
              </a:lnSpc>
            </a:pPr>
            <a:endParaRPr lang="es-PE" sz="4800" b="1" spc="-1" dirty="0">
              <a:solidFill>
                <a:srgbClr val="C00000"/>
              </a:solidFill>
              <a:latin typeface="Source Sans Pro Semibold"/>
            </a:endParaRPr>
          </a:p>
          <a:p>
            <a:pPr algn="just">
              <a:lnSpc>
                <a:spcPct val="100000"/>
              </a:lnSpc>
            </a:pPr>
            <a:endParaRPr lang="es-PE" sz="4800" b="1" strike="noStrike" spc="-1" dirty="0">
              <a:solidFill>
                <a:srgbClr val="C00000"/>
              </a:solidFill>
              <a:latin typeface="Source Sans Pro Semibold"/>
            </a:endParaRPr>
          </a:p>
          <a:p>
            <a:pPr algn="ctr">
              <a:lnSpc>
                <a:spcPct val="100000"/>
              </a:lnSpc>
            </a:pPr>
            <a:r>
              <a:rPr lang="es-PE" sz="2800" spc="-1" dirty="0">
                <a:latin typeface="Source Sans Pro Semibold"/>
              </a:rPr>
              <a:t>Renato </a:t>
            </a:r>
            <a:r>
              <a:rPr lang="es-PE" sz="2800" spc="-1" dirty="0" err="1">
                <a:latin typeface="Source Sans Pro Semibold"/>
              </a:rPr>
              <a:t>Benazic</a:t>
            </a:r>
            <a:r>
              <a:rPr lang="es-PE" sz="2800" spc="-1" dirty="0">
                <a:latin typeface="Source Sans Pro Semibold"/>
              </a:rPr>
              <a:t> Tomé</a:t>
            </a:r>
          </a:p>
          <a:p>
            <a:pPr algn="ctr">
              <a:lnSpc>
                <a:spcPct val="100000"/>
              </a:lnSpc>
            </a:pPr>
            <a:r>
              <a:rPr lang="es-PE" sz="2800" strike="noStrike" spc="-1" dirty="0">
                <a:solidFill>
                  <a:schemeClr val="tx2">
                    <a:lumMod val="60000"/>
                    <a:lumOff val="40000"/>
                  </a:schemeClr>
                </a:solidFill>
                <a:latin typeface="Source Sans Pro Semibold"/>
              </a:rPr>
              <a:t>rbenazict@unmsm.edu.pe</a:t>
            </a:r>
            <a:endParaRPr lang="es-PE" sz="3000" strike="noStrike" spc="-1" dirty="0">
              <a:solidFill>
                <a:schemeClr val="tx2">
                  <a:lumMod val="60000"/>
                  <a:lumOff val="40000"/>
                </a:schemeClr>
              </a:solidFill>
              <a:latin typeface="Source Sans Pro Semibold"/>
            </a:endParaRPr>
          </a:p>
        </p:txBody>
      </p:sp>
    </p:spTree>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5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12647</TotalTime>
  <Words>3713</Words>
  <Application>Microsoft Office PowerPoint</Application>
  <PresentationFormat>Personalizado</PresentationFormat>
  <Paragraphs>260</Paragraphs>
  <Slides>45</Slides>
  <Notes>1</Notes>
  <HiddenSlides>0</HiddenSlides>
  <MMClips>0</MMClips>
  <ScaleCrop>false</ScaleCrop>
  <HeadingPairs>
    <vt:vector size="6" baseType="variant">
      <vt:variant>
        <vt:lpstr>Fuentes usadas</vt:lpstr>
      </vt:variant>
      <vt:variant>
        <vt:i4>8</vt:i4>
      </vt:variant>
      <vt:variant>
        <vt:lpstr>Tema</vt:lpstr>
      </vt:variant>
      <vt:variant>
        <vt:i4>8</vt:i4>
      </vt:variant>
      <vt:variant>
        <vt:lpstr>Títulos de diapositiva</vt:lpstr>
      </vt:variant>
      <vt:variant>
        <vt:i4>45</vt:i4>
      </vt:variant>
    </vt:vector>
  </HeadingPairs>
  <TitlesOfParts>
    <vt:vector size="61" baseType="lpstr">
      <vt:lpstr>Arial</vt:lpstr>
      <vt:lpstr>Book Antiqua</vt:lpstr>
      <vt:lpstr>Calibri</vt:lpstr>
      <vt:lpstr>Source Sans Pro Black</vt:lpstr>
      <vt:lpstr>Source Sans Pro Light</vt:lpstr>
      <vt:lpstr>Source Sans Pro Semibold</vt:lpstr>
      <vt:lpstr>Times New Roman</vt:lpstr>
      <vt:lpstr>Verdana</vt:lpstr>
      <vt:lpstr>Office Theme</vt:lpstr>
      <vt:lpstr>Office Theme</vt:lpstr>
      <vt:lpstr>1_Office Theme</vt:lpstr>
      <vt:lpstr>2_Office Theme</vt:lpstr>
      <vt:lpstr>3_Office Theme</vt:lpstr>
      <vt:lpstr>4_Office Theme</vt:lpstr>
      <vt:lpstr>5_Office Theme</vt:lpstr>
      <vt:lpstr>6_Office Theme</vt:lpstr>
      <vt:lpstr>Presentación de PowerPoint</vt:lpstr>
      <vt:lpstr>Presentación de PowerPoint</vt:lpstr>
      <vt:lpstr>Presentación de PowerPoint</vt:lpstr>
      <vt:lpstr>¿Qué es ser competente?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Cambio de modelo</vt:lpstr>
      <vt:lpstr>Habilidad / Destreza cognitiva</vt:lpstr>
      <vt:lpstr>Presentación de PowerPoint</vt:lpstr>
      <vt:lpstr>Destrezas cognitivas bajo el enfoque por competencias </vt:lpstr>
      <vt:lpstr>¿Cómo no se debe hacer un ítem según el modelo por competencias?</vt:lpstr>
      <vt:lpstr>Sobre el enunciado (Contexto y/o Cotexto)</vt:lpstr>
      <vt:lpstr>Presentación de PowerPoint</vt:lpstr>
      <vt:lpstr>Presentación de PowerPoint</vt:lpstr>
      <vt:lpstr>Presentación de PowerPoint</vt:lpstr>
      <vt:lpstr>Presentación de PowerPoint</vt:lpstr>
      <vt:lpstr>Presentación de PowerPoint</vt:lpstr>
      <vt:lpstr>Criterios tradicionales para la graduación de niveles de dificultad de los ítems</vt:lpstr>
      <vt:lpstr>Presentación de PowerPoint</vt:lpstr>
      <vt:lpstr>1. Conocimiento de contenidos temáticos</vt:lpstr>
      <vt:lpstr>1. Conocimiento de contenidos temáticos</vt:lpstr>
      <vt:lpstr>Graduación de dificultad por contenidos temáticos de las asignaturas</vt:lpstr>
      <vt:lpstr>Presentación de PowerPoint</vt:lpstr>
      <vt:lpstr>Presentación de PowerPoint</vt:lpstr>
      <vt:lpstr>Pasos secuenciales para la elaboración de ítems según el enfoque por competencias</vt:lpstr>
      <vt:lpstr>Paso 1: Revisar el temario</vt:lpstr>
      <vt:lpstr>Paso 2: Buscar la información necesaria</vt:lpstr>
      <vt:lpstr>Paso 3. Concepción de la pregunta: una destreza cognitiva</vt:lpstr>
      <vt:lpstr>Paso 4: Determinar la posibilidad de insertar el tema elegido en un caso concreto</vt:lpstr>
      <vt:lpstr>Paso 5: Reajustar y reformular el ítem si no está orientado hacia el objetivo</vt:lpstr>
      <vt:lpstr>Paso 6: Procurar un idóneo grado de complejidad en el enunciado o las alternativas </vt:lpstr>
      <vt:lpstr>Paso 7. Revisar y corregir hasta llegar a una versión óptima a nivel formal</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Alizarin</dc:title>
  <dc:subject/>
  <dc:creator>RENATO</dc:creator>
  <dc:description/>
  <cp:lastModifiedBy>Renato</cp:lastModifiedBy>
  <cp:revision>39</cp:revision>
  <dcterms:created xsi:type="dcterms:W3CDTF">2021-11-10T09:02:18Z</dcterms:created>
  <dcterms:modified xsi:type="dcterms:W3CDTF">2026-02-20T15:09:14Z</dcterms:modified>
  <dc:language>es-PE</dc:language>
</cp:coreProperties>
</file>